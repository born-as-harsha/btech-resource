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5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8EBE6-6366-2B7B-CC24-E13204E2C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CBB4D-D20D-2716-D82A-BCE439041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8A473-1988-B31E-9C62-FBA839305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1F601-D420-3650-E79F-650C670A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4B570-8590-FECC-55AF-DDDA5786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2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A065-F0D1-70DB-0906-4735D419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CBED0-050C-D72D-00A2-C7F54F3E4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7DE02-1C39-70B4-3D4F-71A07311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24846-C1CD-CBCE-D136-F01FC5C6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B3243-6E38-3AC0-ABEE-3C115100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7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3F25-96B7-7443-7575-5BE73827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FDA5E-19BF-6491-1F7A-B099D468C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DF162-E04A-09D2-7DDC-A46270B5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7E071-BACB-6CCC-2141-2B15D18C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634D8-077F-C690-8ABA-DCDBFF38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08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0F0-80D6-6D2B-3041-D9CD718C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A13C-E01C-1C93-DA29-4816E9B6E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2CC27-E257-FFF9-043A-DA92FC434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D82DF-0C30-2C3A-4E4B-5A14B9CB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17C65-8E93-BB42-DCEF-22D54A0B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937D-B242-64AD-4425-F59B69EE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32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1F88-0C9C-A826-70EC-715092F5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4D114-E146-FE96-E354-C8DABCDF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0284C-1A8F-852A-920E-8B9E16A68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30F43-006F-7165-1EBD-B970BF93F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1E892-35A7-9DED-39DC-D634F71E2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1A9FB-3F89-DDC1-6570-90E428E1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B30C6-DC24-626B-8D5D-EB811D25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E54FF-ACFE-7869-727C-911696BE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62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C27B-F3CC-2DC0-F7AD-8E54197E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1F8D6-8D5A-1F4A-BF39-BFA15E43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A1254-6AA8-54B0-78A7-A8638623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30CD0-2519-4F2E-DAD0-74D9AF25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44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EED2F-2C9C-3C49-CA54-001FDE9C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A2CD9-D2A6-E4A8-EFAA-08C97462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93499-1EBE-0363-643A-65DA78D1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2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9239-C0AF-82BA-9E63-85AEB759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38B29-D1BB-6530-6669-D124DCF76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2AA23-7EFE-CB72-CE4B-0DCB4CAD3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AA420-CA43-B128-16B1-0C67781D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BC919-2D20-DF81-ED2E-251C525F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350C8-8D0E-49A3-A64E-320F7715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F17A-E543-DA0D-76B3-BD481FA8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0A1DC9-93E3-97E2-0703-2734A881E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03B48-B842-AF08-71C9-0C48CA4F3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B66AF-3539-A8F4-F6E9-9656CF6C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E2BCA-1A31-D2B2-F580-2692CD3E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64879-9CFF-B75D-6758-2A97B2B5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9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BBDE-B4A2-1179-FCE9-42406371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BDE61-1008-7C89-ED62-025C6CF83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5472-770F-CE2A-EE34-B011E6FD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158B1-48A0-1649-1F01-55913A4FB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FDFCE-0B6F-0511-029B-24631AB6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77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432DE-BD53-44F6-B802-604B27495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753DD-B245-0970-495C-2F61F4084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F533-C400-FAAD-13AD-1BB0DAC5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8DFA2-44E6-277F-B665-75AD1D45B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63B8E-2337-E141-221C-7C11DBD4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26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17A3D-0D97-3A2E-9863-7F219D98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7B245-FDF2-69A8-B1FE-A2CB93A95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6EA22-B728-0E38-37AA-B31F38B31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3669D-B9C7-491D-B6FE-02B968CE739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BE3C-4BCC-FEE6-EE89-69573CFA9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21251-860B-4345-000E-6C3336AB4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348A9-CA09-41B6-AB9A-552330EA86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86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57F06-4BC2-AF82-4F4C-F8CD754405BD}"/>
              </a:ext>
            </a:extLst>
          </p:cNvPr>
          <p:cNvSpPr txBox="1"/>
          <p:nvPr/>
        </p:nvSpPr>
        <p:spPr>
          <a:xfrm>
            <a:off x="343711" y="1785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372A6"/>
                </a:solidFill>
                <a:effectLst/>
                <a:highlight>
                  <a:srgbClr val="FFFFFF"/>
                </a:highlight>
              </a:rPr>
              <a:t>Common Drain Amplifier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6E74F2-BDE8-0B6B-04EE-4A56F460B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81" y="976649"/>
            <a:ext cx="10951315" cy="490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1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C5FCD-5523-B1DE-4F5E-7BCEABF5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09" y="505142"/>
            <a:ext cx="11076504" cy="567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8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617138-71C6-930D-BA9E-61710461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3" y="97796"/>
            <a:ext cx="9906259" cy="668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0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B60138-8AA1-A674-F4A8-176D3AEB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60" y="0"/>
            <a:ext cx="9261480" cy="678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3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SANDIP SWARNAKAR</dc:creator>
  <cp:lastModifiedBy>SANDIP SWARNAKAR</cp:lastModifiedBy>
  <cp:revision>5</cp:revision>
  <dcterms:created xsi:type="dcterms:W3CDTF">2024-08-28T17:50:42Z</dcterms:created>
  <dcterms:modified xsi:type="dcterms:W3CDTF">2024-08-28T18:05:35Z</dcterms:modified>
</cp:coreProperties>
</file>