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5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F32B-F5D5-AA0E-470D-A823ABD97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EA46-C14D-C497-773C-4910BFBC0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7871D-5B74-E2EB-5C02-317B1736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D27F-872F-8A2A-CC31-B917B8D2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B6831-5EC1-E7AC-5E70-36EC7562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3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9451-FC0B-6DBE-0B80-0DCBB1D4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F9266-83A7-D45A-79E8-B83048E93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B407F-E4A9-9125-2A86-2545C611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7967B-1CBA-058F-B26A-3D1A3D03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3D616-A7AB-3F11-7EC1-099F2A18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498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DC25-FAAF-17AD-3DB7-411F2D22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00DAD-94B6-5D82-7BA0-F9E0EFFC5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91FAF-B3EB-0A02-61C9-0280E44D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804C-F698-D126-3B08-A558B615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91E5D-F93F-C709-54A9-D14F38D8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79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63F0-DDAC-BBB0-1D4F-0B29B9EB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BBA7F-A974-5C5B-DE00-9F851DF45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E154A-9DC1-4B34-7B4C-276CE296E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A3DD8-484C-978C-FE79-E94D8C9B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788F3-D459-67FC-6754-D79D2F6E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89BCD-6016-5464-A55E-847A6FE8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73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EFAF-E377-A031-E520-0433365B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426D6-2396-7B96-93B9-66AFE3745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744AC-1181-679A-1AB0-7AD6311C5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324E3-3A6D-F0A6-345C-F8CBFC2F0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E446A-252E-452A-4F39-E7BBC1DD3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90F642-DD8C-9B31-9CA7-C6EE2167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9207B-EA5A-791B-76BA-CACF1A02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B5E4A-6F98-E234-320C-2E94A25E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63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FAEB-0733-3B9C-BC6A-563444F6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97C09-E679-D91D-AD81-090CC213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1E260-A9E6-18D0-DBAD-AE47F608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E38FE-D014-8F61-7428-43F7FA3C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41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E32E9-8D32-B0E3-E713-64959EBF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8C765-6776-34A6-3A09-33F639CF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EB934-ABB5-B2FE-9D14-07053B46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92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744B-09B9-F09B-A33C-E7A24303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DCF3D-1776-7450-5209-8630C3D73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E940D-D4F4-67C3-8532-DAB6A8781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8ABDF-2517-55DF-B1B5-AE151E6D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78B4-99EC-4A68-E12C-B61F2C4E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6C48F-4B6A-12FA-2A44-BE2D5A10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8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4151-0CA9-4305-BFC6-92B872E3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8F501-23B7-5522-92FD-26F2FE610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301BC-825E-04B8-492C-951471875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F96D8-C38D-B879-9727-9D2BF38F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B7F2B-7537-F27F-149D-0978DE83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92967-D80A-7FD7-7304-23C7D6B3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44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9682-92C1-A22D-7DDB-D72434FE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5DAAF-F782-01D4-3BAE-974C019F8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16B2A-6C7A-7FDB-F2E4-626534FA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2D0F4-D873-0680-387B-B5BCF54A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8E88D-816C-61B2-7CF5-017ECF5A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798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9EFAAC-067C-E235-D0BF-17F50C8A0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EC5B2-EEBF-A8B7-0648-C55F30AB1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4E1B8-A86C-AC1E-A79D-223FB4AD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70CBE-8244-66B7-DCA0-EA302044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C0B32-42A2-D99E-620E-D050F652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7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75674B-16E7-2A53-7A04-ACC45140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5E47C-8BA6-8D6D-BF8B-90231A716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E405-3E79-D6CF-E6D5-B3109002E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ABB9B-82DF-4BBC-B255-CAE2C4CEA71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41954-F40C-0B9E-F823-975BD2495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C4780-66C9-B372-4476-C56AE64E9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B344C-B6DB-4DC4-8C95-F8B1BF9E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68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BE75AE-42E3-42CB-1D53-B2614FDB3995}"/>
              </a:ext>
            </a:extLst>
          </p:cNvPr>
          <p:cNvSpPr txBox="1"/>
          <p:nvPr/>
        </p:nvSpPr>
        <p:spPr>
          <a:xfrm>
            <a:off x="395591" y="1720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0372A6"/>
                </a:solidFill>
                <a:effectLst/>
                <a:highlight>
                  <a:srgbClr val="FFFFFF"/>
                </a:highlight>
              </a:rPr>
              <a:t>Common Source Amplifier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26041-5496-E436-D671-3104E835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09" y="918750"/>
            <a:ext cx="11088341" cy="434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8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4383DE-9EEC-A678-0F9D-EAD59F3A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8" y="457662"/>
            <a:ext cx="11065618" cy="519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DED662-CC87-D93E-8062-C6EE4892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93" y="54340"/>
            <a:ext cx="10267962" cy="674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4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D3D8DC-46E6-AFD4-983C-1FDE588D8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1" y="58366"/>
            <a:ext cx="9169230" cy="675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7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SANDIP SWARNAKAR</dc:creator>
  <cp:lastModifiedBy>SANDIP SWARNAKAR</cp:lastModifiedBy>
  <cp:revision>5</cp:revision>
  <dcterms:created xsi:type="dcterms:W3CDTF">2024-08-28T18:23:56Z</dcterms:created>
  <dcterms:modified xsi:type="dcterms:W3CDTF">2024-08-28T18:29:17Z</dcterms:modified>
</cp:coreProperties>
</file>