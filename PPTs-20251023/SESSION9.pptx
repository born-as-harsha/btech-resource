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7"/>
  </p:notesMasterIdLst>
  <p:sldIdLst>
    <p:sldId id="324" r:id="rId3"/>
    <p:sldId id="325" r:id="rId4"/>
    <p:sldId id="326" r:id="rId5"/>
    <p:sldId id="306" r:id="rId6"/>
    <p:sldId id="307" r:id="rId7"/>
    <p:sldId id="308" r:id="rId8"/>
    <p:sldId id="32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267" r:id="rId24"/>
    <p:sldId id="323" r:id="rId25"/>
    <p:sldId id="327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95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7C589-BF6E-4818-A359-6138A6C1876F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419C3-0802-44A8-8830-1D1149910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2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30750" y="465200"/>
            <a:ext cx="3730498" cy="971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246623" y="3868292"/>
            <a:ext cx="5937250" cy="1307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57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68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21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6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18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6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88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617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235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672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498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154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3678" y="465200"/>
            <a:ext cx="10124643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844" y="1600276"/>
            <a:ext cx="7319645" cy="197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5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23ec2104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 err="1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Hybrid</a:t>
            </a:r>
            <a:r>
              <a:rPr kumimoji="0" lang="fr-FR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 Model for BJT Configurations-CE, CB,CC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- 09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0375" indent="-447675">
              <a:lnSpc>
                <a:spcPct val="100000"/>
              </a:lnSpc>
              <a:spcBef>
                <a:spcPts val="775"/>
              </a:spcBef>
              <a:buFont typeface="Wingdings"/>
              <a:buChar char=""/>
              <a:tabLst>
                <a:tab pos="460375" algn="l"/>
              </a:tabLst>
            </a:pPr>
            <a:r>
              <a:rPr lang="fr-FR" sz="2400" dirty="0" err="1"/>
              <a:t>Hybrid</a:t>
            </a:r>
            <a:r>
              <a:rPr lang="fr-FR" sz="2400" spc="-55" dirty="0"/>
              <a:t> </a:t>
            </a:r>
            <a:r>
              <a:rPr lang="fr-FR" sz="2400" dirty="0"/>
              <a:t>Model</a:t>
            </a:r>
            <a:r>
              <a:rPr lang="fr-FR" sz="2400" spc="-55" dirty="0"/>
              <a:t> </a:t>
            </a:r>
            <a:r>
              <a:rPr lang="fr-FR" sz="2400" dirty="0"/>
              <a:t>for</a:t>
            </a:r>
            <a:r>
              <a:rPr lang="fr-FR" sz="2400" spc="-90" dirty="0"/>
              <a:t> </a:t>
            </a:r>
            <a:r>
              <a:rPr lang="fr-FR" sz="2400" dirty="0"/>
              <a:t>BJT</a:t>
            </a:r>
            <a:r>
              <a:rPr lang="fr-FR" sz="2400" spc="-85" dirty="0"/>
              <a:t> </a:t>
            </a:r>
            <a:r>
              <a:rPr lang="fr-FR" sz="2400" spc="-35" dirty="0"/>
              <a:t>Configurations-</a:t>
            </a:r>
            <a:r>
              <a:rPr lang="fr-FR" sz="2400" spc="-25" dirty="0"/>
              <a:t>CE, CB, CC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533400"/>
            <a:ext cx="11215640" cy="7941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analyze and understand the Hybrid-π model for the Common Emitter (CE), CB, CC configuration of a BJT and apply it in small-signal amplifier circuit analysis.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4" y="1432883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1905000"/>
            <a:ext cx="11224971" cy="21876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The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/>
                <a:cs typeface="Poppins"/>
              </a:rPr>
              <a:t>Session is designed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Explain the concept of the Hybrid-π model for BJTs.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Identify the key elements of the Hybrid-π equivalent circuit.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Describe the role of each parameter (rπ, gm,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ro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) in CE,CB, CC configuration.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Apply the model to analyze small-signal behavior of CE,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CB,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CC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amplifiers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2" y="399408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848877" y="4364708"/>
            <a:ext cx="11196319" cy="17505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the end of this session, learners will be able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Construct the Hybrid-</a:t>
            </a: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equivalent circuit for a given BJT CE, CB,CC configuration.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Use the model to calculate small-signal parameters and performance metrics.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Understand how the base-emitter resistance (r</a:t>
            </a:r>
            <a:r>
              <a:rPr kumimoji="0" lang="el-G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π)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transconductance (gm) influence signal gain.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90"/>
              </a:spcBef>
            </a:pPr>
            <a:r>
              <a:rPr dirty="0"/>
              <a:t>CE</a:t>
            </a:r>
            <a:r>
              <a:rPr spc="-145" dirty="0"/>
              <a:t> </a:t>
            </a:r>
            <a:r>
              <a:rPr dirty="0"/>
              <a:t>Amplifier</a:t>
            </a:r>
            <a:r>
              <a:rPr spc="-125" dirty="0"/>
              <a:t> </a:t>
            </a:r>
            <a:r>
              <a:rPr dirty="0"/>
              <a:t>With</a:t>
            </a:r>
            <a:r>
              <a:rPr spc="-130" dirty="0"/>
              <a:t> </a:t>
            </a:r>
            <a:r>
              <a:rPr dirty="0"/>
              <a:t>Emitter</a:t>
            </a:r>
            <a:r>
              <a:rPr spc="-105" dirty="0"/>
              <a:t> </a:t>
            </a:r>
            <a:r>
              <a:rPr spc="-10" dirty="0"/>
              <a:t>Resistance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683" y="1530898"/>
            <a:ext cx="8819300" cy="33026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016" y="321386"/>
            <a:ext cx="60928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CE</a:t>
            </a:r>
            <a:r>
              <a:rPr sz="3200" spc="-65" dirty="0"/>
              <a:t> </a:t>
            </a:r>
            <a:r>
              <a:rPr sz="3200" dirty="0"/>
              <a:t>Amplifier</a:t>
            </a:r>
            <a:r>
              <a:rPr sz="3200" spc="-90" dirty="0"/>
              <a:t> </a:t>
            </a:r>
            <a:r>
              <a:rPr sz="3200" dirty="0"/>
              <a:t>With</a:t>
            </a:r>
            <a:r>
              <a:rPr sz="3200" spc="-70" dirty="0"/>
              <a:t> </a:t>
            </a:r>
            <a:r>
              <a:rPr sz="3200" dirty="0"/>
              <a:t>Emitter</a:t>
            </a:r>
            <a:r>
              <a:rPr sz="3200" spc="-85" dirty="0"/>
              <a:t> </a:t>
            </a:r>
            <a:r>
              <a:rPr sz="3200" spc="-10" dirty="0"/>
              <a:t>Resistance</a:t>
            </a:r>
            <a:endParaRPr sz="3200"/>
          </a:p>
          <a:p>
            <a:pPr algn="ctr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(Using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Hybrid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Model)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944" y="1295400"/>
            <a:ext cx="8513064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9016" y="321386"/>
            <a:ext cx="60928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Calibri"/>
                <a:cs typeface="Calibri"/>
              </a:rPr>
              <a:t>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Amplifier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Emitter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Resistance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(Using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Hybrid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Model)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84525" y="2011364"/>
            <a:ext cx="2518410" cy="0"/>
          </a:xfrm>
          <a:custGeom>
            <a:avLst/>
            <a:gdLst/>
            <a:ahLst/>
            <a:cxnLst/>
            <a:rect l="l" t="t" r="r" b="b"/>
            <a:pathLst>
              <a:path w="2518409">
                <a:moveTo>
                  <a:pt x="0" y="0"/>
                </a:moveTo>
                <a:lnTo>
                  <a:pt x="2518303" y="0"/>
                </a:lnTo>
              </a:path>
            </a:pathLst>
          </a:custGeom>
          <a:ln w="6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30373" y="2002531"/>
            <a:ext cx="16573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spc="-50" dirty="0">
                <a:latin typeface="Times New Roman"/>
                <a:cs typeface="Times New Roman"/>
              </a:rPr>
              <a:t>)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7736" y="2059126"/>
            <a:ext cx="24257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h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8302" y="1718352"/>
            <a:ext cx="28067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A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3730" y="2294851"/>
            <a:ext cx="18351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350" i="1" spc="-50" dirty="0">
                <a:latin typeface="Times New Roman"/>
                <a:cs typeface="Times New Roman"/>
              </a:rPr>
              <a:t>L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9218" y="2248492"/>
            <a:ext cx="1677670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  <a:tabLst>
                <a:tab pos="1528445" algn="l"/>
              </a:tabLst>
            </a:pPr>
            <a:r>
              <a:rPr sz="2350" i="1" spc="-25" dirty="0">
                <a:latin typeface="Times New Roman"/>
                <a:cs typeface="Times New Roman"/>
              </a:rPr>
              <a:t>oe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3525" i="1" spc="-75" baseline="1182" dirty="0">
                <a:latin typeface="Times New Roman"/>
                <a:cs typeface="Times New Roman"/>
              </a:rPr>
              <a:t>e</a:t>
            </a:r>
            <a:endParaRPr sz="3525" baseline="1182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7189" y="2010941"/>
            <a:ext cx="628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40245" y="2013369"/>
            <a:ext cx="230124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026160" algn="l"/>
                <a:tab pos="1684655" algn="l"/>
              </a:tabLst>
            </a:pPr>
            <a:r>
              <a:rPr sz="5325" spc="-37" baseline="1564" dirty="0">
                <a:latin typeface="Times New Roman"/>
                <a:cs typeface="Times New Roman"/>
              </a:rPr>
              <a:t>1</a:t>
            </a:r>
            <a:r>
              <a:rPr sz="5325" spc="-37" baseline="1564" dirty="0">
                <a:latin typeface="Symbol"/>
                <a:cs typeface="Symbol"/>
              </a:rPr>
              <a:t></a:t>
            </a:r>
            <a:r>
              <a:rPr sz="5325" baseline="1564" dirty="0">
                <a:latin typeface="Times New Roman"/>
                <a:cs typeface="Times New Roman"/>
              </a:rPr>
              <a:t>	</a:t>
            </a:r>
            <a:r>
              <a:rPr sz="3550" spc="50" dirty="0">
                <a:latin typeface="Times New Roman"/>
                <a:cs typeface="Times New Roman"/>
              </a:rPr>
              <a:t>(</a:t>
            </a:r>
            <a:r>
              <a:rPr sz="3550" i="1" spc="50" dirty="0">
                <a:latin typeface="Times New Roman"/>
                <a:cs typeface="Times New Roman"/>
              </a:rPr>
              <a:t>R</a:t>
            </a:r>
            <a:r>
              <a:rPr sz="3550" i="1" dirty="0">
                <a:latin typeface="Times New Roman"/>
                <a:cs typeface="Times New Roman"/>
              </a:rPr>
              <a:t>	</a:t>
            </a:r>
            <a:r>
              <a:rPr sz="5325" spc="179" baseline="1564" dirty="0">
                <a:latin typeface="Symbol"/>
                <a:cs typeface="Symbol"/>
              </a:rPr>
              <a:t></a:t>
            </a:r>
            <a:r>
              <a:rPr sz="5325" i="1" spc="179" baseline="-6259" dirty="0">
                <a:latin typeface="Times New Roman"/>
                <a:cs typeface="Times New Roman"/>
              </a:rPr>
              <a:t>R</a:t>
            </a:r>
            <a:endParaRPr sz="5325" baseline="-625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36817" y="1399248"/>
            <a:ext cx="185102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2350" i="1" dirty="0">
                <a:latin typeface="Times New Roman"/>
                <a:cs typeface="Times New Roman"/>
              </a:rPr>
              <a:t>oe</a:t>
            </a:r>
            <a:r>
              <a:rPr sz="2350" i="1" spc="-325" dirty="0">
                <a:latin typeface="Times New Roman"/>
                <a:cs typeface="Times New Roman"/>
              </a:rPr>
              <a:t> </a:t>
            </a:r>
            <a:r>
              <a:rPr sz="5325" i="1" spc="142" baseline="3912" dirty="0">
                <a:latin typeface="Times New Roman"/>
                <a:cs typeface="Times New Roman"/>
              </a:rPr>
              <a:t>R</a:t>
            </a:r>
            <a:r>
              <a:rPr sz="2350" i="1" spc="95" dirty="0">
                <a:latin typeface="Times New Roman"/>
                <a:cs typeface="Times New Roman"/>
              </a:rPr>
              <a:t>e</a:t>
            </a:r>
            <a:r>
              <a:rPr sz="5325" spc="142" baseline="11737" dirty="0">
                <a:latin typeface="Symbol"/>
                <a:cs typeface="Symbol"/>
              </a:rPr>
              <a:t></a:t>
            </a:r>
            <a:r>
              <a:rPr sz="5325" i="1" spc="142" baseline="11737" dirty="0">
                <a:latin typeface="Times New Roman"/>
                <a:cs typeface="Times New Roman"/>
              </a:rPr>
              <a:t>h</a:t>
            </a:r>
            <a:r>
              <a:rPr sz="5325" i="1" spc="-525" baseline="11737" dirty="0">
                <a:latin typeface="Times New Roman"/>
                <a:cs typeface="Times New Roman"/>
              </a:rPr>
              <a:t> </a:t>
            </a:r>
            <a:r>
              <a:rPr sz="3525" i="1" spc="104" baseline="-7092" dirty="0">
                <a:latin typeface="Times New Roman"/>
                <a:cs typeface="Times New Roman"/>
              </a:rPr>
              <a:t>fe</a:t>
            </a:r>
            <a:endParaRPr sz="3525" baseline="-709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43916" y="1771635"/>
            <a:ext cx="18097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66003" y="1342644"/>
            <a:ext cx="3408045" cy="1390015"/>
          </a:xfrm>
          <a:custGeom>
            <a:avLst/>
            <a:gdLst/>
            <a:ahLst/>
            <a:cxnLst/>
            <a:rect l="l" t="t" r="r" b="b"/>
            <a:pathLst>
              <a:path w="3408045" h="1390014">
                <a:moveTo>
                  <a:pt x="0" y="1389888"/>
                </a:moveTo>
                <a:lnTo>
                  <a:pt x="3407663" y="1389888"/>
                </a:lnTo>
                <a:lnTo>
                  <a:pt x="3407663" y="0"/>
                </a:lnTo>
                <a:lnTo>
                  <a:pt x="0" y="0"/>
                </a:lnTo>
                <a:lnTo>
                  <a:pt x="0" y="13898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91124" y="2719220"/>
            <a:ext cx="5216525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325" i="1" spc="-120" baseline="-12519" dirty="0">
                <a:latin typeface="Times New Roman"/>
                <a:cs typeface="Times New Roman"/>
              </a:rPr>
              <a:t>R</a:t>
            </a:r>
            <a:r>
              <a:rPr sz="2100" i="1" spc="-120" baseline="-35714" dirty="0">
                <a:latin typeface="Times New Roman"/>
                <a:cs typeface="Times New Roman"/>
              </a:rPr>
              <a:t>i</a:t>
            </a:r>
            <a:r>
              <a:rPr sz="2100" i="1" spc="67" baseline="-35714" dirty="0">
                <a:latin typeface="Times New Roman"/>
                <a:cs typeface="Times New Roman"/>
              </a:rPr>
              <a:t> </a:t>
            </a:r>
            <a:r>
              <a:rPr sz="2350" spc="-110" dirty="0">
                <a:latin typeface="Symbol"/>
                <a:cs typeface="Symbol"/>
              </a:rPr>
              <a:t>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5325" i="1" spc="-187" baseline="-11737" dirty="0">
                <a:latin typeface="Times New Roman"/>
                <a:cs typeface="Times New Roman"/>
              </a:rPr>
              <a:t>h</a:t>
            </a:r>
            <a:r>
              <a:rPr sz="2100" i="1" spc="-187" baseline="-35714" dirty="0">
                <a:latin typeface="Times New Roman"/>
                <a:cs typeface="Times New Roman"/>
              </a:rPr>
              <a:t>ie</a:t>
            </a:r>
            <a:r>
              <a:rPr sz="2100" i="1" spc="-82" baseline="-35714" dirty="0">
                <a:latin typeface="Times New Roman"/>
                <a:cs typeface="Times New Roman"/>
              </a:rPr>
              <a:t> </a:t>
            </a:r>
            <a:r>
              <a:rPr sz="2350" spc="-110" dirty="0">
                <a:latin typeface="Symbol"/>
                <a:cs typeface="Symbol"/>
              </a:rPr>
              <a:t></a:t>
            </a:r>
            <a:r>
              <a:rPr sz="2350" spc="-290" dirty="0">
                <a:latin typeface="Times New Roman"/>
                <a:cs typeface="Times New Roman"/>
              </a:rPr>
              <a:t> </a:t>
            </a:r>
            <a:r>
              <a:rPr sz="5325" i="1" spc="-120" baseline="-11737" dirty="0">
                <a:latin typeface="Times New Roman"/>
                <a:cs typeface="Times New Roman"/>
              </a:rPr>
              <a:t>h</a:t>
            </a:r>
            <a:r>
              <a:rPr sz="2100" i="1" spc="-120" baseline="-35714" dirty="0">
                <a:latin typeface="Times New Roman"/>
                <a:cs typeface="Times New Roman"/>
              </a:rPr>
              <a:t>re</a:t>
            </a:r>
            <a:r>
              <a:rPr sz="2100" i="1" spc="127" baseline="-35714" dirty="0">
                <a:latin typeface="Times New Roman"/>
                <a:cs typeface="Times New Roman"/>
              </a:rPr>
              <a:t> </a:t>
            </a:r>
            <a:r>
              <a:rPr sz="5325" i="1" spc="-359" baseline="-12519" dirty="0">
                <a:latin typeface="Times New Roman"/>
                <a:cs typeface="Times New Roman"/>
              </a:rPr>
              <a:t>A</a:t>
            </a:r>
            <a:r>
              <a:rPr sz="2100" i="1" spc="-359" baseline="-35714" dirty="0">
                <a:latin typeface="Times New Roman"/>
                <a:cs typeface="Times New Roman"/>
              </a:rPr>
              <a:t>i</a:t>
            </a:r>
            <a:r>
              <a:rPr sz="2100" i="1" spc="-89" baseline="-35714" dirty="0">
                <a:latin typeface="Times New Roman"/>
                <a:cs typeface="Times New Roman"/>
              </a:rPr>
              <a:t> </a:t>
            </a:r>
            <a:r>
              <a:rPr sz="3750" spc="-305" dirty="0">
                <a:latin typeface="Symbol"/>
                <a:cs typeface="Symbol"/>
              </a:rPr>
              <a:t></a:t>
            </a:r>
            <a:r>
              <a:rPr sz="5325" i="1" spc="-457" baseline="-12519" dirty="0">
                <a:latin typeface="Times New Roman"/>
                <a:cs typeface="Times New Roman"/>
              </a:rPr>
              <a:t>R</a:t>
            </a:r>
            <a:r>
              <a:rPr sz="2100" i="1" spc="-457" baseline="-35714" dirty="0">
                <a:latin typeface="Times New Roman"/>
                <a:cs typeface="Times New Roman"/>
              </a:rPr>
              <a:t>L</a:t>
            </a:r>
            <a:r>
              <a:rPr sz="2100" i="1" baseline="-35714" dirty="0">
                <a:latin typeface="Times New Roman"/>
                <a:cs typeface="Times New Roman"/>
              </a:rPr>
              <a:t> </a:t>
            </a:r>
            <a:r>
              <a:rPr sz="2350" spc="-110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5325" i="1" spc="-315" baseline="-12519" dirty="0">
                <a:latin typeface="Times New Roman"/>
                <a:cs typeface="Times New Roman"/>
              </a:rPr>
              <a:t>R</a:t>
            </a:r>
            <a:r>
              <a:rPr sz="2100" i="1" spc="-315" baseline="-35714" dirty="0">
                <a:latin typeface="Times New Roman"/>
                <a:cs typeface="Times New Roman"/>
              </a:rPr>
              <a:t>e</a:t>
            </a:r>
            <a:r>
              <a:rPr sz="3750" spc="-210" dirty="0">
                <a:latin typeface="Symbol"/>
                <a:cs typeface="Symbol"/>
              </a:rPr>
              <a:t></a:t>
            </a:r>
            <a:r>
              <a:rPr sz="2350" spc="-210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5325" i="1" spc="-262" baseline="-12519" dirty="0">
                <a:latin typeface="Times New Roman"/>
                <a:cs typeface="Times New Roman"/>
              </a:rPr>
              <a:t>R</a:t>
            </a:r>
            <a:r>
              <a:rPr sz="2100" i="1" spc="-262" baseline="-35714" dirty="0">
                <a:latin typeface="Times New Roman"/>
                <a:cs typeface="Times New Roman"/>
              </a:rPr>
              <a:t>e</a:t>
            </a:r>
            <a:r>
              <a:rPr sz="2100" i="1" spc="-150" baseline="-35714" dirty="0">
                <a:latin typeface="Times New Roman"/>
                <a:cs typeface="Times New Roman"/>
              </a:rPr>
              <a:t> </a:t>
            </a:r>
            <a:r>
              <a:rPr sz="3750" spc="-340" dirty="0">
                <a:latin typeface="Symbol"/>
                <a:cs typeface="Symbol"/>
              </a:rPr>
              <a:t></a:t>
            </a:r>
            <a:r>
              <a:rPr sz="2350" spc="-340" dirty="0">
                <a:latin typeface="Times New Roman"/>
                <a:cs typeface="Times New Roman"/>
              </a:rPr>
              <a:t>1</a:t>
            </a:r>
            <a:r>
              <a:rPr sz="2350" spc="-340" dirty="0">
                <a:latin typeface="Symbol"/>
                <a:cs typeface="Symbol"/>
              </a:rPr>
              <a:t>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5325" i="1" spc="-359" baseline="-12519" dirty="0">
                <a:latin typeface="Times New Roman"/>
                <a:cs typeface="Times New Roman"/>
              </a:rPr>
              <a:t>A</a:t>
            </a:r>
            <a:r>
              <a:rPr sz="2100" i="1" spc="-359" baseline="-35714" dirty="0">
                <a:latin typeface="Times New Roman"/>
                <a:cs typeface="Times New Roman"/>
              </a:rPr>
              <a:t>i</a:t>
            </a:r>
            <a:r>
              <a:rPr sz="2100" i="1" spc="-345" baseline="-35714" dirty="0">
                <a:latin typeface="Times New Roman"/>
                <a:cs typeface="Times New Roman"/>
              </a:rPr>
              <a:t> </a:t>
            </a:r>
            <a:r>
              <a:rPr sz="3750" spc="-290" dirty="0">
                <a:latin typeface="Symbol"/>
                <a:cs typeface="Symbol"/>
              </a:rPr>
              <a:t></a:t>
            </a:r>
            <a:r>
              <a:rPr sz="2350" spc="-290" dirty="0">
                <a:latin typeface="Symbol"/>
                <a:cs typeface="Symbol"/>
              </a:rPr>
              <a:t></a:t>
            </a:r>
            <a:r>
              <a:rPr sz="2350" spc="-220" dirty="0">
                <a:latin typeface="Times New Roman"/>
                <a:cs typeface="Times New Roman"/>
              </a:rPr>
              <a:t> </a:t>
            </a:r>
            <a:r>
              <a:rPr sz="5325" i="1" spc="-15" baseline="-13302" dirty="0">
                <a:latin typeface="Times New Roman"/>
                <a:cs typeface="Times New Roman"/>
              </a:rPr>
              <a:t>R</a:t>
            </a:r>
            <a:r>
              <a:rPr sz="3525" i="1" spc="-15" baseline="-26004" dirty="0">
                <a:latin typeface="Times New Roman"/>
                <a:cs typeface="Times New Roman"/>
              </a:rPr>
              <a:t>e</a:t>
            </a:r>
            <a:r>
              <a:rPr sz="5325" i="1" spc="-15" baseline="-6259" dirty="0">
                <a:latin typeface="Times New Roman"/>
                <a:cs typeface="Times New Roman"/>
              </a:rPr>
              <a:t>h</a:t>
            </a:r>
            <a:r>
              <a:rPr sz="2100" i="1" spc="-15" baseline="-49603" dirty="0">
                <a:latin typeface="Times New Roman"/>
                <a:cs typeface="Times New Roman"/>
              </a:rPr>
              <a:t>re</a:t>
            </a:r>
            <a:endParaRPr sz="2100" baseline="-4960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66003" y="2842260"/>
            <a:ext cx="5252085" cy="600710"/>
          </a:xfrm>
          <a:custGeom>
            <a:avLst/>
            <a:gdLst/>
            <a:ahLst/>
            <a:cxnLst/>
            <a:rect l="l" t="t" r="r" b="b"/>
            <a:pathLst>
              <a:path w="5252084" h="600710">
                <a:moveTo>
                  <a:pt x="0" y="600456"/>
                </a:moveTo>
                <a:lnTo>
                  <a:pt x="5251704" y="600456"/>
                </a:lnTo>
                <a:lnTo>
                  <a:pt x="5251704" y="0"/>
                </a:lnTo>
                <a:lnTo>
                  <a:pt x="0" y="0"/>
                </a:lnTo>
                <a:lnTo>
                  <a:pt x="0" y="60045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38365" y="3561586"/>
            <a:ext cx="87884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400" i="1" u="sng" spc="-5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4400" i="1" spc="-45" dirty="0">
                <a:latin typeface="Times New Roman"/>
                <a:cs typeface="Times New Roman"/>
              </a:rPr>
              <a:t> </a:t>
            </a:r>
            <a:r>
              <a:rPr sz="4400" i="1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21055" y="3841810"/>
            <a:ext cx="3530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400" i="1" spc="-50" dirty="0">
                <a:latin typeface="Times New Roman"/>
                <a:cs typeface="Times New Roman"/>
              </a:rPr>
              <a:t>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56405" y="4131705"/>
            <a:ext cx="42227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400" i="1" spc="-25" dirty="0">
                <a:latin typeface="Times New Roman"/>
                <a:cs typeface="Times New Roman"/>
              </a:rPr>
              <a:t>R</a:t>
            </a:r>
            <a:r>
              <a:rPr sz="2550" i="1" spc="-37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26991" y="3919846"/>
            <a:ext cx="6318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98475" algn="l"/>
              </a:tabLst>
            </a:pPr>
            <a:r>
              <a:rPr sz="1700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 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6496" y="4200070"/>
            <a:ext cx="10922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700" i="1" spc="-50" dirty="0">
                <a:latin typeface="Times New Roman"/>
                <a:cs typeface="Times New Roman"/>
              </a:rPr>
              <a:t>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38203" y="3907624"/>
            <a:ext cx="21653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900" spc="-50" dirty="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09259" y="3628644"/>
            <a:ext cx="2054860" cy="1179830"/>
          </a:xfrm>
          <a:custGeom>
            <a:avLst/>
            <a:gdLst/>
            <a:ahLst/>
            <a:cxnLst/>
            <a:rect l="l" t="t" r="r" b="b"/>
            <a:pathLst>
              <a:path w="2054859" h="1179829">
                <a:moveTo>
                  <a:pt x="0" y="1179575"/>
                </a:moveTo>
                <a:lnTo>
                  <a:pt x="2054351" y="1179575"/>
                </a:lnTo>
                <a:lnTo>
                  <a:pt x="2054351" y="0"/>
                </a:lnTo>
                <a:lnTo>
                  <a:pt x="0" y="0"/>
                </a:lnTo>
                <a:lnTo>
                  <a:pt x="0" y="1179575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4514" y="5476872"/>
            <a:ext cx="5074920" cy="0"/>
          </a:xfrm>
          <a:custGeom>
            <a:avLst/>
            <a:gdLst/>
            <a:ahLst/>
            <a:cxnLst/>
            <a:rect l="l" t="t" r="r" b="b"/>
            <a:pathLst>
              <a:path w="5074920">
                <a:moveTo>
                  <a:pt x="0" y="0"/>
                </a:moveTo>
                <a:lnTo>
                  <a:pt x="807156" y="0"/>
                </a:lnTo>
              </a:path>
              <a:path w="5074920">
                <a:moveTo>
                  <a:pt x="1081219" y="0"/>
                </a:moveTo>
                <a:lnTo>
                  <a:pt x="3486559" y="0"/>
                </a:lnTo>
              </a:path>
              <a:path w="5074920">
                <a:moveTo>
                  <a:pt x="4675771" y="0"/>
                </a:moveTo>
                <a:lnTo>
                  <a:pt x="5074721" y="0"/>
                </a:lnTo>
              </a:path>
            </a:pathLst>
          </a:custGeom>
          <a:ln w="12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778128" y="5422676"/>
            <a:ext cx="3784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1" spc="-25" dirty="0">
                <a:latin typeface="Times New Roman"/>
                <a:cs typeface="Times New Roman"/>
              </a:rPr>
              <a:t>R</a:t>
            </a:r>
            <a:r>
              <a:rPr sz="1950" spc="-37" baseline="-4273" dirty="0">
                <a:latin typeface="Times New Roman"/>
                <a:cs typeface="Times New Roman"/>
              </a:rPr>
              <a:t>0</a:t>
            </a:r>
            <a:endParaRPr sz="1950" baseline="-427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74763" y="5070185"/>
            <a:ext cx="17018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3846" y="5036066"/>
            <a:ext cx="5356225" cy="786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69900" algn="ctr">
              <a:lnSpc>
                <a:spcPts val="3145"/>
              </a:lnSpc>
              <a:spcBef>
                <a:spcPts val="90"/>
              </a:spcBef>
              <a:tabLst>
                <a:tab pos="1126490" algn="l"/>
              </a:tabLst>
            </a:pPr>
            <a:r>
              <a:rPr sz="5025" spc="82" baseline="-7462" dirty="0">
                <a:latin typeface="Times New Roman"/>
                <a:cs typeface="Times New Roman"/>
              </a:rPr>
              <a:t>1</a:t>
            </a:r>
            <a:r>
              <a:rPr sz="5025" spc="82" baseline="-7462" dirty="0">
                <a:latin typeface="Symbol"/>
                <a:cs typeface="Symbol"/>
              </a:rPr>
              <a:t></a:t>
            </a:r>
            <a:r>
              <a:rPr sz="5025" i="1" spc="82" baseline="-7462" dirty="0">
                <a:latin typeface="Times New Roman"/>
                <a:cs typeface="Times New Roman"/>
              </a:rPr>
              <a:t>h</a:t>
            </a:r>
            <a:r>
              <a:rPr sz="1950" i="1" spc="82" baseline="-25641" dirty="0">
                <a:latin typeface="Times New Roman"/>
                <a:cs typeface="Times New Roman"/>
              </a:rPr>
              <a:t>fe</a:t>
            </a:r>
            <a:r>
              <a:rPr sz="1950" i="1" baseline="-25641" dirty="0">
                <a:latin typeface="Times New Roman"/>
                <a:cs typeface="Times New Roman"/>
              </a:rPr>
              <a:t>	</a:t>
            </a:r>
            <a:r>
              <a:rPr sz="3600" spc="-100" dirty="0">
                <a:latin typeface="Symbol"/>
                <a:cs typeface="Symbol"/>
              </a:rPr>
              <a:t></a:t>
            </a:r>
            <a:r>
              <a:rPr sz="5025" i="1" spc="-150" baseline="-12437" dirty="0">
                <a:latin typeface="Times New Roman"/>
                <a:cs typeface="Times New Roman"/>
              </a:rPr>
              <a:t>R</a:t>
            </a:r>
            <a:r>
              <a:rPr sz="1950" i="1" spc="-150" baseline="-36324" dirty="0">
                <a:latin typeface="Times New Roman"/>
                <a:cs typeface="Times New Roman"/>
              </a:rPr>
              <a:t>s</a:t>
            </a:r>
            <a:r>
              <a:rPr sz="1950" i="1" spc="202" baseline="-3632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-150" dirty="0">
                <a:latin typeface="Times New Roman"/>
                <a:cs typeface="Times New Roman"/>
              </a:rPr>
              <a:t> </a:t>
            </a:r>
            <a:r>
              <a:rPr sz="5025" i="1" spc="-277" baseline="-11608" dirty="0">
                <a:latin typeface="Times New Roman"/>
                <a:cs typeface="Times New Roman"/>
              </a:rPr>
              <a:t>h</a:t>
            </a:r>
            <a:r>
              <a:rPr sz="1950" i="1" spc="-277" baseline="-36324" dirty="0">
                <a:latin typeface="Times New Roman"/>
                <a:cs typeface="Times New Roman"/>
              </a:rPr>
              <a:t>ie</a:t>
            </a:r>
            <a:r>
              <a:rPr sz="3600" spc="-185" dirty="0">
                <a:latin typeface="Symbol"/>
                <a:cs typeface="Symbol"/>
              </a:rPr>
              <a:t></a:t>
            </a:r>
            <a:r>
              <a:rPr sz="2250" spc="-185" dirty="0">
                <a:latin typeface="Times New Roman"/>
                <a:cs typeface="Times New Roman"/>
              </a:rPr>
              <a:t>1</a:t>
            </a:r>
            <a:r>
              <a:rPr sz="2250" spc="-185" dirty="0">
                <a:latin typeface="Symbol"/>
                <a:cs typeface="Symbol"/>
              </a:rPr>
              <a:t></a:t>
            </a:r>
            <a:r>
              <a:rPr sz="2250" spc="-145" dirty="0">
                <a:latin typeface="Times New Roman"/>
                <a:cs typeface="Times New Roman"/>
              </a:rPr>
              <a:t> </a:t>
            </a:r>
            <a:r>
              <a:rPr sz="5025" i="1" baseline="-11608" dirty="0">
                <a:latin typeface="Times New Roman"/>
                <a:cs typeface="Times New Roman"/>
              </a:rPr>
              <a:t>h</a:t>
            </a:r>
            <a:r>
              <a:rPr sz="1950" i="1" baseline="-36324" dirty="0">
                <a:latin typeface="Times New Roman"/>
                <a:cs typeface="Times New Roman"/>
              </a:rPr>
              <a:t>oe</a:t>
            </a:r>
            <a:r>
              <a:rPr sz="1950" i="1" spc="112" baseline="-36324" dirty="0">
                <a:latin typeface="Times New Roman"/>
                <a:cs typeface="Times New Roman"/>
              </a:rPr>
              <a:t> </a:t>
            </a:r>
            <a:r>
              <a:rPr sz="5025" i="1" baseline="-12437" dirty="0">
                <a:latin typeface="Times New Roman"/>
                <a:cs typeface="Times New Roman"/>
              </a:rPr>
              <a:t>R</a:t>
            </a:r>
            <a:r>
              <a:rPr sz="1950" i="1" baseline="-36324" dirty="0">
                <a:latin typeface="Times New Roman"/>
                <a:cs typeface="Times New Roman"/>
              </a:rPr>
              <a:t>e</a:t>
            </a:r>
            <a:r>
              <a:rPr sz="1950" i="1" spc="-292" baseline="-36324" dirty="0">
                <a:latin typeface="Times New Roman"/>
                <a:cs typeface="Times New Roman"/>
              </a:rPr>
              <a:t> </a:t>
            </a:r>
            <a:r>
              <a:rPr sz="3600" spc="-509" dirty="0">
                <a:latin typeface="Symbol"/>
                <a:cs typeface="Symbol"/>
              </a:rPr>
              <a:t></a:t>
            </a:r>
            <a:endParaRPr sz="3600" dirty="0">
              <a:latin typeface="Symbol"/>
              <a:cs typeface="Symbol"/>
            </a:endParaRPr>
          </a:p>
          <a:p>
            <a:pPr algn="ctr">
              <a:lnSpc>
                <a:spcPts val="2845"/>
              </a:lnSpc>
              <a:tabLst>
                <a:tab pos="866140" algn="l"/>
                <a:tab pos="1515110" algn="l"/>
                <a:tab pos="2547620" algn="l"/>
                <a:tab pos="4184650" algn="l"/>
              </a:tabLst>
            </a:pPr>
            <a:r>
              <a:rPr sz="5025" i="1" baseline="-12437" dirty="0">
                <a:latin typeface="Times New Roman"/>
                <a:cs typeface="Times New Roman"/>
              </a:rPr>
              <a:t>R</a:t>
            </a:r>
            <a:r>
              <a:rPr sz="1950" baseline="-36324" dirty="0">
                <a:latin typeface="Times New Roman"/>
                <a:cs typeface="Times New Roman"/>
              </a:rPr>
              <a:t>0</a:t>
            </a:r>
            <a:r>
              <a:rPr sz="1950" spc="397" baseline="-36324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5025" i="1" spc="-37" baseline="-40630" dirty="0">
                <a:latin typeface="Times New Roman"/>
                <a:cs typeface="Times New Roman"/>
              </a:rPr>
              <a:t>h</a:t>
            </a:r>
            <a:r>
              <a:rPr sz="1950" i="1" spc="-37" baseline="-111111" dirty="0">
                <a:latin typeface="Times New Roman"/>
                <a:cs typeface="Times New Roman"/>
              </a:rPr>
              <a:t>oe</a:t>
            </a:r>
            <a:r>
              <a:rPr sz="1950" i="1" baseline="-111111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Symbol"/>
                <a:cs typeface="Symbol"/>
              </a:rPr>
              <a:t>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5025" i="1" baseline="-40630" dirty="0">
                <a:latin typeface="Times New Roman"/>
                <a:cs typeface="Times New Roman"/>
              </a:rPr>
              <a:t>h</a:t>
            </a:r>
            <a:r>
              <a:rPr sz="1950" i="1" baseline="-111111" dirty="0">
                <a:latin typeface="Times New Roman"/>
                <a:cs typeface="Times New Roman"/>
              </a:rPr>
              <a:t>oe</a:t>
            </a:r>
            <a:r>
              <a:rPr sz="1950" i="1" spc="179" baseline="-111111" dirty="0">
                <a:latin typeface="Times New Roman"/>
                <a:cs typeface="Times New Roman"/>
              </a:rPr>
              <a:t> </a:t>
            </a:r>
            <a:r>
              <a:rPr sz="5025" i="1" spc="-37" baseline="-41459" dirty="0">
                <a:latin typeface="Times New Roman"/>
                <a:cs typeface="Times New Roman"/>
              </a:rPr>
              <a:t>R</a:t>
            </a:r>
            <a:r>
              <a:rPr sz="1950" i="1" spc="-37" baseline="-111111" dirty="0">
                <a:latin typeface="Times New Roman"/>
                <a:cs typeface="Times New Roman"/>
              </a:rPr>
              <a:t>e</a:t>
            </a:r>
            <a:r>
              <a:rPr sz="1950" i="1" baseline="-111111" dirty="0">
                <a:latin typeface="Times New Roman"/>
                <a:cs typeface="Times New Roman"/>
              </a:rPr>
              <a:t>	</a:t>
            </a:r>
            <a:r>
              <a:rPr sz="2250" i="1" spc="-10" dirty="0">
                <a:latin typeface="Times New Roman"/>
                <a:cs typeface="Times New Roman"/>
              </a:rPr>
              <a:t>and</a:t>
            </a:r>
            <a:r>
              <a:rPr sz="2250" i="1" spc="-260" dirty="0">
                <a:latin typeface="Times New Roman"/>
                <a:cs typeface="Times New Roman"/>
              </a:rPr>
              <a:t> </a:t>
            </a:r>
            <a:r>
              <a:rPr sz="5025" i="1" baseline="-12437" dirty="0">
                <a:latin typeface="Times New Roman"/>
                <a:cs typeface="Times New Roman"/>
              </a:rPr>
              <a:t>Y</a:t>
            </a:r>
            <a:r>
              <a:rPr sz="5025" i="1" spc="-660" baseline="-12437" dirty="0">
                <a:latin typeface="Times New Roman"/>
                <a:cs typeface="Times New Roman"/>
              </a:rPr>
              <a:t> </a:t>
            </a:r>
            <a:r>
              <a:rPr sz="1950" baseline="-36324" dirty="0">
                <a:latin typeface="Times New Roman"/>
                <a:cs typeface="Times New Roman"/>
              </a:rPr>
              <a:t>0</a:t>
            </a:r>
            <a:r>
              <a:rPr sz="1950" spc="337" baseline="-36324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</a:t>
            </a:r>
            <a:endParaRPr sz="2250" dirty="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66003" y="4988052"/>
            <a:ext cx="5870575" cy="1158113"/>
          </a:xfrm>
          <a:custGeom>
            <a:avLst/>
            <a:gdLst/>
            <a:ahLst/>
            <a:cxnLst/>
            <a:rect l="l" t="t" r="r" b="b"/>
            <a:pathLst>
              <a:path w="5870575" h="984885">
                <a:moveTo>
                  <a:pt x="0" y="984504"/>
                </a:moveTo>
                <a:lnTo>
                  <a:pt x="5870448" y="984504"/>
                </a:lnTo>
                <a:lnTo>
                  <a:pt x="5870448" y="0"/>
                </a:lnTo>
                <a:lnTo>
                  <a:pt x="0" y="0"/>
                </a:lnTo>
                <a:lnTo>
                  <a:pt x="0" y="98450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67884" y="1287780"/>
            <a:ext cx="73025" cy="4858385"/>
          </a:xfrm>
          <a:custGeom>
            <a:avLst/>
            <a:gdLst/>
            <a:ahLst/>
            <a:cxnLst/>
            <a:rect l="l" t="t" r="r" b="b"/>
            <a:pathLst>
              <a:path w="73025" h="4858385">
                <a:moveTo>
                  <a:pt x="73025" y="0"/>
                </a:moveTo>
                <a:lnTo>
                  <a:pt x="0" y="4857788"/>
                </a:lnTo>
              </a:path>
            </a:pathLst>
          </a:custGeom>
          <a:ln w="5791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22121" y="2101548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496" y="0"/>
                </a:lnTo>
              </a:path>
            </a:pathLst>
          </a:custGeom>
          <a:ln w="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924607" y="2152842"/>
            <a:ext cx="29400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R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26690" y="2335355"/>
            <a:ext cx="18351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-50" dirty="0">
                <a:latin typeface="Times New Roman"/>
                <a:cs typeface="Times New Roman"/>
              </a:rPr>
              <a:t>L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6062" y="2338963"/>
            <a:ext cx="29908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-25" dirty="0">
                <a:latin typeface="Times New Roman"/>
                <a:cs typeface="Times New Roman"/>
              </a:rPr>
              <a:t>oe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20323" y="1525037"/>
            <a:ext cx="54610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5325" i="1" spc="-577" baseline="4694" dirty="0">
                <a:latin typeface="Times New Roman"/>
                <a:cs typeface="Times New Roman"/>
              </a:rPr>
              <a:t> </a:t>
            </a:r>
            <a:r>
              <a:rPr sz="2350" i="1" spc="75" dirty="0">
                <a:latin typeface="Times New Roman"/>
                <a:cs typeface="Times New Roman"/>
              </a:rPr>
              <a:t>fe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91163" y="2103523"/>
            <a:ext cx="6286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06933" y="1712667"/>
            <a:ext cx="934719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5325" i="1" baseline="-12519" dirty="0">
                <a:latin typeface="Times New Roman"/>
                <a:cs typeface="Times New Roman"/>
              </a:rPr>
              <a:t>A</a:t>
            </a:r>
            <a:r>
              <a:rPr sz="5325" i="1" spc="-37" baseline="-1251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5325" spc="-75" baseline="-3912" dirty="0">
                <a:latin typeface="Symbol"/>
                <a:cs typeface="Symbol"/>
              </a:rPr>
              <a:t></a:t>
            </a:r>
            <a:endParaRPr sz="5325" baseline="-3912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77846" y="2092106"/>
            <a:ext cx="76581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3550" spc="-25" dirty="0">
                <a:latin typeface="Times New Roman"/>
                <a:cs typeface="Times New Roman"/>
              </a:rPr>
              <a:t>1</a:t>
            </a:r>
            <a:r>
              <a:rPr sz="3550" spc="-25" dirty="0">
                <a:latin typeface="Symbol"/>
                <a:cs typeface="Symbol"/>
              </a:rPr>
              <a:t></a:t>
            </a:r>
            <a:r>
              <a:rPr sz="5325" i="1" spc="-37" baseline="-7042" dirty="0">
                <a:latin typeface="Times New Roman"/>
                <a:cs typeface="Times New Roman"/>
              </a:rPr>
              <a:t>h</a:t>
            </a:r>
            <a:endParaRPr sz="5325" baseline="-7042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40051" y="1485900"/>
            <a:ext cx="2651760" cy="1313815"/>
          </a:xfrm>
          <a:custGeom>
            <a:avLst/>
            <a:gdLst/>
            <a:ahLst/>
            <a:cxnLst/>
            <a:rect l="l" t="t" r="r" b="b"/>
            <a:pathLst>
              <a:path w="2651760" h="1313814">
                <a:moveTo>
                  <a:pt x="0" y="1313688"/>
                </a:moveTo>
                <a:lnTo>
                  <a:pt x="2651760" y="1313688"/>
                </a:lnTo>
                <a:lnTo>
                  <a:pt x="2651760" y="0"/>
                </a:lnTo>
                <a:lnTo>
                  <a:pt x="0" y="0"/>
                </a:lnTo>
                <a:lnTo>
                  <a:pt x="0" y="13136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60357" y="3031305"/>
            <a:ext cx="164909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90550" algn="l"/>
                <a:tab pos="1019810" algn="l"/>
              </a:tabLst>
            </a:pPr>
            <a:r>
              <a:rPr sz="3350" i="1" spc="-50" dirty="0">
                <a:latin typeface="Times New Roman"/>
                <a:cs typeface="Times New Roman"/>
              </a:rPr>
              <a:t>h</a:t>
            </a:r>
            <a:r>
              <a:rPr sz="3350" i="1" dirty="0">
                <a:latin typeface="Times New Roman"/>
                <a:cs typeface="Times New Roman"/>
              </a:rPr>
              <a:t>	</a:t>
            </a:r>
            <a:r>
              <a:rPr sz="3350" i="1" spc="-50" dirty="0">
                <a:latin typeface="Times New Roman"/>
                <a:cs typeface="Times New Roman"/>
              </a:rPr>
              <a:t>h</a:t>
            </a:r>
            <a:r>
              <a:rPr sz="3350" i="1" dirty="0">
                <a:latin typeface="Times New Roman"/>
                <a:cs typeface="Times New Roman"/>
              </a:rPr>
              <a:t>	A</a:t>
            </a:r>
            <a:r>
              <a:rPr sz="3350" i="1" spc="-150" dirty="0">
                <a:latin typeface="Times New Roman"/>
                <a:cs typeface="Times New Roman"/>
              </a:rPr>
              <a:t> </a:t>
            </a: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01481" y="3250860"/>
            <a:ext cx="13398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350" i="1" spc="-50" dirty="0">
                <a:latin typeface="Times New Roman"/>
                <a:cs typeface="Times New Roman"/>
              </a:rPr>
              <a:t>i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48207" y="3031304"/>
            <a:ext cx="27940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67876" y="3309694"/>
            <a:ext cx="94297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457200" algn="l"/>
                <a:tab pos="835025" algn="l"/>
              </a:tabLst>
            </a:pPr>
            <a:r>
              <a:rPr sz="1300" i="1" spc="-25" dirty="0">
                <a:latin typeface="Times New Roman"/>
                <a:cs typeface="Times New Roman"/>
              </a:rPr>
              <a:t>re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i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71589" y="3309694"/>
            <a:ext cx="14795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25" dirty="0">
                <a:latin typeface="Times New Roman"/>
                <a:cs typeface="Times New Roman"/>
              </a:rPr>
              <a:t>ie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25232" y="3533212"/>
            <a:ext cx="9779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-50" dirty="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45559" y="2808367"/>
            <a:ext cx="33972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335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1950" i="1" u="sng" spc="-37" baseline="-64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950" baseline="-641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12959" y="3306886"/>
            <a:ext cx="6032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-50" dirty="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44247" y="3080867"/>
            <a:ext cx="17272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39339" y="3080867"/>
            <a:ext cx="17272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32696" y="3080867"/>
            <a:ext cx="17272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580388" y="2842260"/>
            <a:ext cx="3078480" cy="957580"/>
          </a:xfrm>
          <a:custGeom>
            <a:avLst/>
            <a:gdLst/>
            <a:ahLst/>
            <a:cxnLst/>
            <a:rect l="l" t="t" r="r" b="b"/>
            <a:pathLst>
              <a:path w="3078479" h="957579">
                <a:moveTo>
                  <a:pt x="0" y="957071"/>
                </a:moveTo>
                <a:lnTo>
                  <a:pt x="3078480" y="957071"/>
                </a:lnTo>
                <a:lnTo>
                  <a:pt x="3078480" y="0"/>
                </a:lnTo>
                <a:lnTo>
                  <a:pt x="0" y="0"/>
                </a:lnTo>
                <a:lnTo>
                  <a:pt x="0" y="957071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231398" y="4249846"/>
            <a:ext cx="2870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00" i="1" spc="-50" dirty="0">
                <a:latin typeface="Times New Roman"/>
                <a:cs typeface="Times New Roman"/>
              </a:rPr>
              <a:t>R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75052" y="3791353"/>
            <a:ext cx="71120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00" i="1" u="sng" spc="-4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5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500" i="1" spc="-5" dirty="0">
                <a:latin typeface="Times New Roman"/>
                <a:cs typeface="Times New Roman"/>
              </a:rPr>
              <a:t> </a:t>
            </a:r>
            <a:r>
              <a:rPr sz="35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16285" y="4016711"/>
            <a:ext cx="2870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00" i="1" spc="-50" dirty="0">
                <a:latin typeface="Times New Roman"/>
                <a:cs typeface="Times New Roman"/>
              </a:rPr>
              <a:t>A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12854" y="4537964"/>
            <a:ext cx="61594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50" i="1" spc="-50" dirty="0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288292" y="4079468"/>
            <a:ext cx="511809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401320" algn="l"/>
              </a:tabLst>
            </a:pPr>
            <a:r>
              <a:rPr sz="13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 </a:t>
            </a:r>
            <a:r>
              <a:rPr sz="1350" i="1" dirty="0">
                <a:latin typeface="Times New Roman"/>
                <a:cs typeface="Times New Roman"/>
              </a:rPr>
              <a:t>	</a:t>
            </a:r>
            <a:r>
              <a:rPr sz="135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78597" y="4304826"/>
            <a:ext cx="9017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50" i="1" spc="-50" dirty="0">
                <a:latin typeface="Times New Roman"/>
                <a:cs typeface="Times New Roman"/>
              </a:rPr>
              <a:t>v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33116" y="4069639"/>
            <a:ext cx="17716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223516" y="3845052"/>
            <a:ext cx="1661160" cy="954405"/>
          </a:xfrm>
          <a:custGeom>
            <a:avLst/>
            <a:gdLst/>
            <a:ahLst/>
            <a:cxnLst/>
            <a:rect l="l" t="t" r="r" b="b"/>
            <a:pathLst>
              <a:path w="1661160" h="954404">
                <a:moveTo>
                  <a:pt x="0" y="954024"/>
                </a:moveTo>
                <a:lnTo>
                  <a:pt x="1661159" y="954024"/>
                </a:lnTo>
                <a:lnTo>
                  <a:pt x="1661159" y="0"/>
                </a:lnTo>
                <a:lnTo>
                  <a:pt x="0" y="0"/>
                </a:lnTo>
                <a:lnTo>
                  <a:pt x="0" y="95402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363712" y="5599186"/>
            <a:ext cx="2577465" cy="0"/>
          </a:xfrm>
          <a:custGeom>
            <a:avLst/>
            <a:gdLst/>
            <a:ahLst/>
            <a:cxnLst/>
            <a:rect l="l" t="t" r="r" b="b"/>
            <a:pathLst>
              <a:path w="2577465">
                <a:moveTo>
                  <a:pt x="0" y="0"/>
                </a:moveTo>
                <a:lnTo>
                  <a:pt x="987709" y="0"/>
                </a:lnTo>
              </a:path>
              <a:path w="2577465">
                <a:moveTo>
                  <a:pt x="2197902" y="0"/>
                </a:moveTo>
                <a:lnTo>
                  <a:pt x="2577433" y="0"/>
                </a:lnTo>
              </a:path>
            </a:pathLst>
          </a:custGeom>
          <a:ln w="120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911296" y="5321010"/>
            <a:ext cx="27940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R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931677" y="4951715"/>
            <a:ext cx="23114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25984" y="5005201"/>
            <a:ext cx="23114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62926" y="5321010"/>
            <a:ext cx="894715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63575" algn="l"/>
              </a:tabLst>
            </a:pPr>
            <a:r>
              <a:rPr sz="3400" i="1" spc="-50" dirty="0">
                <a:latin typeface="Times New Roman"/>
                <a:cs typeface="Times New Roman"/>
              </a:rPr>
              <a:t>Y</a:t>
            </a:r>
            <a:r>
              <a:rPr sz="3400" i="1" dirty="0">
                <a:latin typeface="Times New Roman"/>
                <a:cs typeface="Times New Roman"/>
              </a:rPr>
              <a:t>	</a:t>
            </a: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01011" y="5370801"/>
            <a:ext cx="445770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i="1" spc="-25" dirty="0">
                <a:latin typeface="Times New Roman"/>
                <a:cs typeface="Times New Roman"/>
              </a:rPr>
              <a:t>and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05076" y="5184742"/>
            <a:ext cx="241300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i="1" spc="50" dirty="0">
                <a:latin typeface="Times New Roman"/>
                <a:cs typeface="Times New Roman"/>
              </a:rPr>
              <a:t>fe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211888" y="5824542"/>
            <a:ext cx="1492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i="1" spc="35" dirty="0">
                <a:latin typeface="Times New Roman"/>
                <a:cs typeface="Times New Roman"/>
              </a:rPr>
              <a:t>ie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68741" y="5821696"/>
            <a:ext cx="7874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i="1" spc="-5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150187" y="5380729"/>
            <a:ext cx="1663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i="1" spc="35" dirty="0">
                <a:latin typeface="Times New Roman"/>
                <a:cs typeface="Times New Roman"/>
              </a:rPr>
              <a:t>re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41659" y="5600367"/>
            <a:ext cx="1835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i="1" spc="25" dirty="0">
                <a:latin typeface="Times New Roman"/>
                <a:cs typeface="Times New Roman"/>
              </a:rPr>
              <a:t>oe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551859" y="5544615"/>
            <a:ext cx="38735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dirty="0">
                <a:latin typeface="Times New Roman"/>
                <a:cs typeface="Times New Roman"/>
              </a:rPr>
              <a:t>Y</a:t>
            </a:r>
            <a:r>
              <a:rPr sz="3400" i="1" spc="-465" dirty="0">
                <a:latin typeface="Times New Roman"/>
                <a:cs typeface="Times New Roman"/>
              </a:rPr>
              <a:t> </a:t>
            </a:r>
            <a:r>
              <a:rPr sz="1950" spc="-75" baseline="-4273" dirty="0">
                <a:latin typeface="Times New Roman"/>
                <a:cs typeface="Times New Roman"/>
              </a:rPr>
              <a:t>0</a:t>
            </a:r>
            <a:endParaRPr sz="1950" baseline="-4273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180656" y="5597519"/>
            <a:ext cx="977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351803" y="5597519"/>
            <a:ext cx="977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79401" y="5190413"/>
            <a:ext cx="15811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32706" y="5370801"/>
            <a:ext cx="172720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368889" y="5544615"/>
            <a:ext cx="88646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3400" i="1" dirty="0">
                <a:latin typeface="Times New Roman"/>
                <a:cs typeface="Times New Roman"/>
              </a:rPr>
              <a:t>R</a:t>
            </a:r>
            <a:r>
              <a:rPr sz="3400" i="1" spc="190" dirty="0">
                <a:latin typeface="Times New Roman"/>
                <a:cs typeface="Times New Roman"/>
              </a:rPr>
              <a:t> </a:t>
            </a:r>
            <a:r>
              <a:rPr sz="3375" baseline="18518" dirty="0">
                <a:latin typeface="Symbol"/>
                <a:cs typeface="Symbol"/>
              </a:rPr>
              <a:t></a:t>
            </a:r>
            <a:r>
              <a:rPr sz="3375" spc="-247" baseline="18518" dirty="0">
                <a:latin typeface="Times New Roman"/>
                <a:cs typeface="Times New Roman"/>
              </a:rPr>
              <a:t> </a:t>
            </a: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04020" y="5370801"/>
            <a:ext cx="82105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648335" algn="l"/>
              </a:tabLst>
            </a:pPr>
            <a:r>
              <a:rPr sz="2250" spc="-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Symbol"/>
                <a:cs typeface="Symbol"/>
              </a:rPr>
              <a:t>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034796" y="4988052"/>
            <a:ext cx="3977640" cy="1103630"/>
          </a:xfrm>
          <a:custGeom>
            <a:avLst/>
            <a:gdLst/>
            <a:ahLst/>
            <a:cxnLst/>
            <a:rect l="l" t="t" r="r" b="b"/>
            <a:pathLst>
              <a:path w="3977640" h="1103629">
                <a:moveTo>
                  <a:pt x="0" y="1103376"/>
                </a:moveTo>
                <a:lnTo>
                  <a:pt x="3977640" y="1103376"/>
                </a:lnTo>
                <a:lnTo>
                  <a:pt x="3977640" y="0"/>
                </a:lnTo>
                <a:lnTo>
                  <a:pt x="0" y="0"/>
                </a:lnTo>
                <a:lnTo>
                  <a:pt x="0" y="110337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F05684CD-8264-E4FB-4D70-E95E7B74CD7E}"/>
              </a:ext>
            </a:extLst>
          </p:cNvPr>
          <p:cNvGrpSpPr/>
          <p:nvPr/>
        </p:nvGrpSpPr>
        <p:grpSpPr>
          <a:xfrm>
            <a:off x="1585710" y="1174390"/>
            <a:ext cx="2651760" cy="1313815"/>
            <a:chOff x="1940051" y="1447800"/>
            <a:chExt cx="2651760" cy="1313815"/>
          </a:xfrm>
        </p:grpSpPr>
        <p:sp>
          <p:nvSpPr>
            <p:cNvPr id="2" name="object 29">
              <a:extLst>
                <a:ext uri="{FF2B5EF4-FFF2-40B4-BE49-F238E27FC236}">
                  <a16:creationId xmlns:a16="http://schemas.microsoft.com/office/drawing/2014/main" id="{BD114AFF-C3C9-28CE-2DD4-0BF523275112}"/>
                </a:ext>
              </a:extLst>
            </p:cNvPr>
            <p:cNvSpPr/>
            <p:nvPr/>
          </p:nvSpPr>
          <p:spPr>
            <a:xfrm>
              <a:off x="2922121" y="2063448"/>
              <a:ext cx="1503045" cy="0"/>
            </a:xfrm>
            <a:custGeom>
              <a:avLst/>
              <a:gdLst/>
              <a:ahLst/>
              <a:cxnLst/>
              <a:rect l="l" t="t" r="r" b="b"/>
              <a:pathLst>
                <a:path w="1503045">
                  <a:moveTo>
                    <a:pt x="0" y="0"/>
                  </a:moveTo>
                  <a:lnTo>
                    <a:pt x="1502496" y="0"/>
                  </a:lnTo>
                </a:path>
              </a:pathLst>
            </a:custGeom>
            <a:ln w="60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0">
              <a:extLst>
                <a:ext uri="{FF2B5EF4-FFF2-40B4-BE49-F238E27FC236}">
                  <a16:creationId xmlns:a16="http://schemas.microsoft.com/office/drawing/2014/main" id="{DA43B337-70E8-B5AE-90A6-FFDB52DEA63F}"/>
                </a:ext>
              </a:extLst>
            </p:cNvPr>
            <p:cNvSpPr txBox="1"/>
            <p:nvPr/>
          </p:nvSpPr>
          <p:spPr>
            <a:xfrm>
              <a:off x="3924607" y="2114742"/>
              <a:ext cx="294005" cy="5715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0"/>
                </a:spcBef>
              </a:pPr>
              <a:r>
                <a:rPr sz="3550" i="1" spc="-50" dirty="0">
                  <a:latin typeface="Times New Roman"/>
                  <a:cs typeface="Times New Roman"/>
                </a:rPr>
                <a:t>R</a:t>
              </a:r>
              <a:endParaRPr sz="3550">
                <a:latin typeface="Times New Roman"/>
                <a:cs typeface="Times New Roman"/>
              </a:endParaRPr>
            </a:p>
          </p:txBody>
        </p:sp>
        <p:sp>
          <p:nvSpPr>
            <p:cNvPr id="4" name="object 31">
              <a:extLst>
                <a:ext uri="{FF2B5EF4-FFF2-40B4-BE49-F238E27FC236}">
                  <a16:creationId xmlns:a16="http://schemas.microsoft.com/office/drawing/2014/main" id="{7B7C7AC9-C480-8BC9-EBE5-04965EA778B3}"/>
                </a:ext>
              </a:extLst>
            </p:cNvPr>
            <p:cNvSpPr txBox="1"/>
            <p:nvPr/>
          </p:nvSpPr>
          <p:spPr>
            <a:xfrm>
              <a:off x="4226690" y="2297255"/>
              <a:ext cx="183515" cy="3892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5"/>
                </a:spcBef>
              </a:pPr>
              <a:r>
                <a:rPr sz="2350" i="1" spc="-50" dirty="0">
                  <a:latin typeface="Times New Roman"/>
                  <a:cs typeface="Times New Roman"/>
                </a:rPr>
                <a:t>L</a:t>
              </a:r>
              <a:endParaRPr sz="2350">
                <a:latin typeface="Times New Roman"/>
                <a:cs typeface="Times New Roman"/>
              </a:endParaRPr>
            </a:p>
          </p:txBody>
        </p:sp>
        <p:sp>
          <p:nvSpPr>
            <p:cNvPr id="5" name="object 32">
              <a:extLst>
                <a:ext uri="{FF2B5EF4-FFF2-40B4-BE49-F238E27FC236}">
                  <a16:creationId xmlns:a16="http://schemas.microsoft.com/office/drawing/2014/main" id="{E229C07E-0619-0077-6B52-748AD1EA8091}"/>
                </a:ext>
              </a:extLst>
            </p:cNvPr>
            <p:cNvSpPr txBox="1"/>
            <p:nvPr/>
          </p:nvSpPr>
          <p:spPr>
            <a:xfrm>
              <a:off x="3606062" y="2300863"/>
              <a:ext cx="299085" cy="3892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5"/>
                </a:spcBef>
              </a:pPr>
              <a:r>
                <a:rPr sz="2350" i="1" spc="-25" dirty="0">
                  <a:latin typeface="Times New Roman"/>
                  <a:cs typeface="Times New Roman"/>
                </a:rPr>
                <a:t>oe</a:t>
              </a:r>
              <a:endParaRPr sz="2350">
                <a:latin typeface="Times New Roman"/>
                <a:cs typeface="Times New Roman"/>
              </a:endParaRPr>
            </a:p>
          </p:txBody>
        </p:sp>
        <p:sp>
          <p:nvSpPr>
            <p:cNvPr id="6" name="object 33">
              <a:extLst>
                <a:ext uri="{FF2B5EF4-FFF2-40B4-BE49-F238E27FC236}">
                  <a16:creationId xmlns:a16="http://schemas.microsoft.com/office/drawing/2014/main" id="{F83CFFFE-66EA-CA27-3E42-B4108373D198}"/>
                </a:ext>
              </a:extLst>
            </p:cNvPr>
            <p:cNvSpPr txBox="1"/>
            <p:nvPr/>
          </p:nvSpPr>
          <p:spPr>
            <a:xfrm>
              <a:off x="3420323" y="1486937"/>
              <a:ext cx="546100" cy="5715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0"/>
                </a:spcBef>
              </a:pPr>
              <a:r>
                <a:rPr sz="5325" i="1" baseline="4694" dirty="0">
                  <a:latin typeface="Times New Roman"/>
                  <a:cs typeface="Times New Roman"/>
                </a:rPr>
                <a:t>h</a:t>
              </a:r>
              <a:r>
                <a:rPr sz="5325" i="1" spc="-577" baseline="4694" dirty="0">
                  <a:latin typeface="Times New Roman"/>
                  <a:cs typeface="Times New Roman"/>
                </a:rPr>
                <a:t> </a:t>
              </a:r>
              <a:r>
                <a:rPr sz="2350" i="1" spc="75" dirty="0">
                  <a:latin typeface="Times New Roman"/>
                  <a:cs typeface="Times New Roman"/>
                </a:rPr>
                <a:t>fe</a:t>
              </a:r>
              <a:endParaRPr sz="2350">
                <a:latin typeface="Times New Roman"/>
                <a:cs typeface="Times New Roman"/>
              </a:endParaRPr>
            </a:p>
          </p:txBody>
        </p:sp>
        <p:sp>
          <p:nvSpPr>
            <p:cNvPr id="7" name="object 34">
              <a:extLst>
                <a:ext uri="{FF2B5EF4-FFF2-40B4-BE49-F238E27FC236}">
                  <a16:creationId xmlns:a16="http://schemas.microsoft.com/office/drawing/2014/main" id="{63F59DE0-D888-A8E3-CE37-A0F56981189C}"/>
                </a:ext>
              </a:extLst>
            </p:cNvPr>
            <p:cNvSpPr txBox="1"/>
            <p:nvPr/>
          </p:nvSpPr>
          <p:spPr>
            <a:xfrm>
              <a:off x="2291163" y="2065423"/>
              <a:ext cx="62865" cy="23749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</a:pPr>
              <a:r>
                <a:rPr sz="1400" i="1" spc="-50" dirty="0">
                  <a:latin typeface="Times New Roman"/>
                  <a:cs typeface="Times New Roman"/>
                </a:rPr>
                <a:t>i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8" name="object 35">
              <a:extLst>
                <a:ext uri="{FF2B5EF4-FFF2-40B4-BE49-F238E27FC236}">
                  <a16:creationId xmlns:a16="http://schemas.microsoft.com/office/drawing/2014/main" id="{1E059F67-17A2-98E3-B734-6C2056FC1383}"/>
                </a:ext>
              </a:extLst>
            </p:cNvPr>
            <p:cNvSpPr txBox="1"/>
            <p:nvPr/>
          </p:nvSpPr>
          <p:spPr>
            <a:xfrm>
              <a:off x="2006933" y="1674567"/>
              <a:ext cx="934719" cy="5715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30"/>
                </a:spcBef>
              </a:pPr>
              <a:r>
                <a:rPr sz="5325" i="1" baseline="-12519" dirty="0">
                  <a:latin typeface="Times New Roman"/>
                  <a:cs typeface="Times New Roman"/>
                </a:rPr>
                <a:t>A</a:t>
              </a:r>
              <a:r>
                <a:rPr sz="5325" i="1" spc="-37" baseline="-12519" dirty="0">
                  <a:latin typeface="Times New Roman"/>
                  <a:cs typeface="Times New Roman"/>
                </a:rPr>
                <a:t> </a:t>
              </a:r>
              <a:r>
                <a:rPr sz="2350" dirty="0">
                  <a:latin typeface="Symbol"/>
                  <a:cs typeface="Symbol"/>
                </a:rPr>
                <a:t></a:t>
              </a:r>
              <a:r>
                <a:rPr sz="2350" spc="-50" dirty="0">
                  <a:latin typeface="Times New Roman"/>
                  <a:cs typeface="Times New Roman"/>
                </a:rPr>
                <a:t> </a:t>
              </a:r>
              <a:r>
                <a:rPr sz="5325" spc="-75" baseline="-3912" dirty="0">
                  <a:latin typeface="Symbol"/>
                  <a:cs typeface="Symbol"/>
                </a:rPr>
                <a:t></a:t>
              </a:r>
              <a:endParaRPr sz="5325" baseline="-3912">
                <a:latin typeface="Symbol"/>
                <a:cs typeface="Symbol"/>
              </a:endParaRPr>
            </a:p>
          </p:txBody>
        </p:sp>
        <p:sp>
          <p:nvSpPr>
            <p:cNvPr id="9" name="object 36">
              <a:extLst>
                <a:ext uri="{FF2B5EF4-FFF2-40B4-BE49-F238E27FC236}">
                  <a16:creationId xmlns:a16="http://schemas.microsoft.com/office/drawing/2014/main" id="{CE7A1971-368D-6C2E-E200-A6EE6148FEE8}"/>
                </a:ext>
              </a:extLst>
            </p:cNvPr>
            <p:cNvSpPr txBox="1"/>
            <p:nvPr/>
          </p:nvSpPr>
          <p:spPr>
            <a:xfrm>
              <a:off x="2877846" y="2054006"/>
              <a:ext cx="765810" cy="5715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30"/>
                </a:spcBef>
              </a:pPr>
              <a:r>
                <a:rPr sz="3550" spc="-25" dirty="0">
                  <a:latin typeface="Times New Roman"/>
                  <a:cs typeface="Times New Roman"/>
                </a:rPr>
                <a:t>1</a:t>
              </a:r>
              <a:r>
                <a:rPr sz="3550" spc="-25" dirty="0">
                  <a:latin typeface="Symbol"/>
                  <a:cs typeface="Symbol"/>
                </a:rPr>
                <a:t></a:t>
              </a:r>
              <a:r>
                <a:rPr sz="5325" i="1" spc="-37" baseline="-7042" dirty="0">
                  <a:latin typeface="Times New Roman"/>
                  <a:cs typeface="Times New Roman"/>
                </a:rPr>
                <a:t>h</a:t>
              </a:r>
              <a:endParaRPr sz="5325" baseline="-7042">
                <a:latin typeface="Times New Roman"/>
                <a:cs typeface="Times New Roman"/>
              </a:endParaRPr>
            </a:p>
          </p:txBody>
        </p:sp>
        <p:sp>
          <p:nvSpPr>
            <p:cNvPr id="10" name="object 37">
              <a:extLst>
                <a:ext uri="{FF2B5EF4-FFF2-40B4-BE49-F238E27FC236}">
                  <a16:creationId xmlns:a16="http://schemas.microsoft.com/office/drawing/2014/main" id="{30027542-FF94-BAE6-D7B9-B777FA2716DF}"/>
                </a:ext>
              </a:extLst>
            </p:cNvPr>
            <p:cNvSpPr/>
            <p:nvPr/>
          </p:nvSpPr>
          <p:spPr>
            <a:xfrm>
              <a:off x="1940051" y="1447800"/>
              <a:ext cx="2651760" cy="1313815"/>
            </a:xfrm>
            <a:custGeom>
              <a:avLst/>
              <a:gdLst/>
              <a:ahLst/>
              <a:cxnLst/>
              <a:rect l="l" t="t" r="r" b="b"/>
              <a:pathLst>
                <a:path w="2651760" h="1313814">
                  <a:moveTo>
                    <a:pt x="0" y="1313688"/>
                  </a:moveTo>
                  <a:lnTo>
                    <a:pt x="2651760" y="1313688"/>
                  </a:lnTo>
                  <a:lnTo>
                    <a:pt x="2651760" y="0"/>
                  </a:lnTo>
                  <a:lnTo>
                    <a:pt x="0" y="0"/>
                  </a:lnTo>
                  <a:lnTo>
                    <a:pt x="0" y="1313688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861C081-07B3-0142-321E-193AFEF4339C}"/>
              </a:ext>
            </a:extLst>
          </p:cNvPr>
          <p:cNvGrpSpPr/>
          <p:nvPr/>
        </p:nvGrpSpPr>
        <p:grpSpPr>
          <a:xfrm>
            <a:off x="1367170" y="2884607"/>
            <a:ext cx="3078480" cy="991473"/>
            <a:chOff x="1580388" y="2770267"/>
            <a:chExt cx="3078480" cy="991473"/>
          </a:xfrm>
        </p:grpSpPr>
        <p:sp>
          <p:nvSpPr>
            <p:cNvPr id="11" name="object 38">
              <a:extLst>
                <a:ext uri="{FF2B5EF4-FFF2-40B4-BE49-F238E27FC236}">
                  <a16:creationId xmlns:a16="http://schemas.microsoft.com/office/drawing/2014/main" id="{182F7EE5-96B2-CB7B-36F0-77CF16317BA3}"/>
                </a:ext>
              </a:extLst>
            </p:cNvPr>
            <p:cNvSpPr txBox="1"/>
            <p:nvPr/>
          </p:nvSpPr>
          <p:spPr>
            <a:xfrm>
              <a:off x="2860357" y="2993205"/>
              <a:ext cx="1649095" cy="5416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5"/>
                </a:spcBef>
                <a:tabLst>
                  <a:tab pos="590550" algn="l"/>
                  <a:tab pos="1019810" algn="l"/>
                </a:tabLst>
              </a:pPr>
              <a:r>
                <a:rPr sz="3350" i="1" spc="-50" dirty="0">
                  <a:latin typeface="Times New Roman"/>
                  <a:cs typeface="Times New Roman"/>
                </a:rPr>
                <a:t>h</a:t>
              </a:r>
              <a:r>
                <a:rPr sz="3350" i="1" dirty="0">
                  <a:latin typeface="Times New Roman"/>
                  <a:cs typeface="Times New Roman"/>
                </a:rPr>
                <a:t>	</a:t>
              </a:r>
              <a:r>
                <a:rPr sz="3350" i="1" spc="-50" dirty="0">
                  <a:latin typeface="Times New Roman"/>
                  <a:cs typeface="Times New Roman"/>
                </a:rPr>
                <a:t>h</a:t>
              </a:r>
              <a:r>
                <a:rPr sz="3350" i="1" dirty="0">
                  <a:latin typeface="Times New Roman"/>
                  <a:cs typeface="Times New Roman"/>
                </a:rPr>
                <a:t>	A</a:t>
              </a:r>
              <a:r>
                <a:rPr sz="3350" i="1" spc="-150" dirty="0">
                  <a:latin typeface="Times New Roman"/>
                  <a:cs typeface="Times New Roman"/>
                </a:rPr>
                <a:t> </a:t>
              </a:r>
              <a:r>
                <a:rPr sz="3350" i="1" spc="-50" dirty="0">
                  <a:latin typeface="Times New Roman"/>
                  <a:cs typeface="Times New Roman"/>
                </a:rPr>
                <a:t>R</a:t>
              </a:r>
              <a:endParaRPr sz="3350">
                <a:latin typeface="Times New Roman"/>
                <a:cs typeface="Times New Roman"/>
              </a:endParaRPr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9907C288-74B2-9214-7EC3-DDF6F31BFEBA}"/>
                </a:ext>
              </a:extLst>
            </p:cNvPr>
            <p:cNvSpPr txBox="1"/>
            <p:nvPr/>
          </p:nvSpPr>
          <p:spPr>
            <a:xfrm>
              <a:off x="2301481" y="3212760"/>
              <a:ext cx="133985" cy="5416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5"/>
                </a:spcBef>
              </a:pPr>
              <a:r>
                <a:rPr sz="3350" i="1" spc="-50" dirty="0">
                  <a:latin typeface="Times New Roman"/>
                  <a:cs typeface="Times New Roman"/>
                </a:rPr>
                <a:t>i</a:t>
              </a:r>
              <a:endParaRPr sz="3350">
                <a:latin typeface="Times New Roman"/>
                <a:cs typeface="Times New Roman"/>
              </a:endParaRPr>
            </a:p>
          </p:txBody>
        </p:sp>
        <p:sp>
          <p:nvSpPr>
            <p:cNvPr id="13" name="object 40">
              <a:extLst>
                <a:ext uri="{FF2B5EF4-FFF2-40B4-BE49-F238E27FC236}">
                  <a16:creationId xmlns:a16="http://schemas.microsoft.com/office/drawing/2014/main" id="{A30DAF4E-57E4-BAA0-1696-EE53988621BA}"/>
                </a:ext>
              </a:extLst>
            </p:cNvPr>
            <p:cNvSpPr txBox="1"/>
            <p:nvPr/>
          </p:nvSpPr>
          <p:spPr>
            <a:xfrm>
              <a:off x="1648207" y="2993204"/>
              <a:ext cx="279400" cy="5416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5"/>
                </a:spcBef>
              </a:pPr>
              <a:r>
                <a:rPr sz="3350" i="1" spc="-50" dirty="0">
                  <a:latin typeface="Times New Roman"/>
                  <a:cs typeface="Times New Roman"/>
                </a:rPr>
                <a:t>R</a:t>
              </a:r>
              <a:endParaRPr sz="3350">
                <a:latin typeface="Times New Roman"/>
                <a:cs typeface="Times New Roman"/>
              </a:endParaRPr>
            </a:p>
          </p:txBody>
        </p:sp>
        <p:sp>
          <p:nvSpPr>
            <p:cNvPr id="14" name="object 41">
              <a:extLst>
                <a:ext uri="{FF2B5EF4-FFF2-40B4-BE49-F238E27FC236}">
                  <a16:creationId xmlns:a16="http://schemas.microsoft.com/office/drawing/2014/main" id="{1A359D92-2C66-7331-FB9B-4818D8BB81DE}"/>
                </a:ext>
              </a:extLst>
            </p:cNvPr>
            <p:cNvSpPr txBox="1"/>
            <p:nvPr/>
          </p:nvSpPr>
          <p:spPr>
            <a:xfrm>
              <a:off x="3667876" y="3271594"/>
              <a:ext cx="942975" cy="22669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  <a:tabLst>
                  <a:tab pos="457200" algn="l"/>
                  <a:tab pos="835025" algn="l"/>
                </a:tabLst>
              </a:pPr>
              <a:r>
                <a:rPr sz="1300" i="1" spc="-25" dirty="0">
                  <a:latin typeface="Times New Roman"/>
                  <a:cs typeface="Times New Roman"/>
                </a:rPr>
                <a:t>re</a:t>
              </a:r>
              <a:r>
                <a:rPr sz="1300" i="1" dirty="0">
                  <a:latin typeface="Times New Roman"/>
                  <a:cs typeface="Times New Roman"/>
                </a:rPr>
                <a:t>	</a:t>
              </a:r>
              <a:r>
                <a:rPr sz="1300" i="1" spc="-50" dirty="0">
                  <a:latin typeface="Times New Roman"/>
                  <a:cs typeface="Times New Roman"/>
                </a:rPr>
                <a:t>i</a:t>
              </a:r>
              <a:r>
                <a:rPr sz="1300" i="1" dirty="0">
                  <a:latin typeface="Times New Roman"/>
                  <a:cs typeface="Times New Roman"/>
                </a:rPr>
                <a:t>	</a:t>
              </a:r>
              <a:r>
                <a:rPr sz="1300" i="1" spc="-50" dirty="0">
                  <a:latin typeface="Times New Roman"/>
                  <a:cs typeface="Times New Roman"/>
                </a:rPr>
                <a:t>L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15" name="object 42">
              <a:extLst>
                <a:ext uri="{FF2B5EF4-FFF2-40B4-BE49-F238E27FC236}">
                  <a16:creationId xmlns:a16="http://schemas.microsoft.com/office/drawing/2014/main" id="{67F890C6-5ECC-2EFD-C28F-E0AD0C16BA6A}"/>
                </a:ext>
              </a:extLst>
            </p:cNvPr>
            <p:cNvSpPr txBox="1"/>
            <p:nvPr/>
          </p:nvSpPr>
          <p:spPr>
            <a:xfrm>
              <a:off x="3071589" y="3271594"/>
              <a:ext cx="147955" cy="22669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</a:pPr>
              <a:r>
                <a:rPr sz="1300" i="1" spc="25" dirty="0">
                  <a:latin typeface="Times New Roman"/>
                  <a:cs typeface="Times New Roman"/>
                </a:rPr>
                <a:t>ie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16" name="object 43">
              <a:extLst>
                <a:ext uri="{FF2B5EF4-FFF2-40B4-BE49-F238E27FC236}">
                  <a16:creationId xmlns:a16="http://schemas.microsoft.com/office/drawing/2014/main" id="{449DA1E3-712E-E71C-9CA3-AF8C9A14DD06}"/>
                </a:ext>
              </a:extLst>
            </p:cNvPr>
            <p:cNvSpPr txBox="1"/>
            <p:nvPr/>
          </p:nvSpPr>
          <p:spPr>
            <a:xfrm>
              <a:off x="2425232" y="3495112"/>
              <a:ext cx="97790" cy="22669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</a:pPr>
              <a:r>
                <a:rPr sz="1300" i="1" spc="-50" dirty="0">
                  <a:latin typeface="Times New Roman"/>
                  <a:cs typeface="Times New Roman"/>
                </a:rPr>
                <a:t>b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17" name="object 44">
              <a:extLst>
                <a:ext uri="{FF2B5EF4-FFF2-40B4-BE49-F238E27FC236}">
                  <a16:creationId xmlns:a16="http://schemas.microsoft.com/office/drawing/2014/main" id="{091E6BD1-8B02-463A-2FA1-7D88205FDE98}"/>
                </a:ext>
              </a:extLst>
            </p:cNvPr>
            <p:cNvSpPr txBox="1"/>
            <p:nvPr/>
          </p:nvSpPr>
          <p:spPr>
            <a:xfrm>
              <a:off x="2245559" y="2770267"/>
              <a:ext cx="339725" cy="54165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35"/>
                </a:spcBef>
              </a:pPr>
              <a:r>
                <a:rPr sz="3350" i="1" u="sng" spc="-25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v</a:t>
              </a:r>
              <a:r>
                <a:rPr sz="1950" i="1" u="sng" spc="-37" baseline="-641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b</a:t>
              </a:r>
              <a:endParaRPr sz="1950" baseline="-6410">
                <a:latin typeface="Times New Roman"/>
                <a:cs typeface="Times New Roman"/>
              </a:endParaRPr>
            </a:p>
          </p:txBody>
        </p:sp>
        <p:sp>
          <p:nvSpPr>
            <p:cNvPr id="18" name="object 45">
              <a:extLst>
                <a:ext uri="{FF2B5EF4-FFF2-40B4-BE49-F238E27FC236}">
                  <a16:creationId xmlns:a16="http://schemas.microsoft.com/office/drawing/2014/main" id="{74E017B2-E3B6-0B03-6181-0AC32641A580}"/>
                </a:ext>
              </a:extLst>
            </p:cNvPr>
            <p:cNvSpPr txBox="1"/>
            <p:nvPr/>
          </p:nvSpPr>
          <p:spPr>
            <a:xfrm>
              <a:off x="1912959" y="3268786"/>
              <a:ext cx="60325" cy="226695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</a:pPr>
              <a:r>
                <a:rPr sz="1300" i="1" spc="-50" dirty="0">
                  <a:latin typeface="Times New Roman"/>
                  <a:cs typeface="Times New Roman"/>
                </a:rPr>
                <a:t>i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19" name="object 46">
              <a:extLst>
                <a:ext uri="{FF2B5EF4-FFF2-40B4-BE49-F238E27FC236}">
                  <a16:creationId xmlns:a16="http://schemas.microsoft.com/office/drawing/2014/main" id="{A32226A1-E397-556C-317C-A66CABB4C483}"/>
                </a:ext>
              </a:extLst>
            </p:cNvPr>
            <p:cNvSpPr txBox="1"/>
            <p:nvPr/>
          </p:nvSpPr>
          <p:spPr>
            <a:xfrm>
              <a:off x="3244247" y="3042767"/>
              <a:ext cx="172720" cy="3702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spc="-50" dirty="0">
                  <a:latin typeface="Symbol"/>
                  <a:cs typeface="Symbol"/>
                </a:rPr>
                <a:t></a:t>
              </a:r>
              <a:endParaRPr sz="2250">
                <a:latin typeface="Symbol"/>
                <a:cs typeface="Symbol"/>
              </a:endParaRPr>
            </a:p>
          </p:txBody>
        </p:sp>
        <p:sp>
          <p:nvSpPr>
            <p:cNvPr id="20" name="object 47">
              <a:extLst>
                <a:ext uri="{FF2B5EF4-FFF2-40B4-BE49-F238E27FC236}">
                  <a16:creationId xmlns:a16="http://schemas.microsoft.com/office/drawing/2014/main" id="{7A91958D-5DE2-48A3-FB97-2664729C0B24}"/>
                </a:ext>
              </a:extLst>
            </p:cNvPr>
            <p:cNvSpPr txBox="1"/>
            <p:nvPr/>
          </p:nvSpPr>
          <p:spPr>
            <a:xfrm>
              <a:off x="2639339" y="3042767"/>
              <a:ext cx="172720" cy="3702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spc="-50" dirty="0">
                  <a:latin typeface="Symbol"/>
                  <a:cs typeface="Symbol"/>
                </a:rPr>
                <a:t></a:t>
              </a:r>
              <a:endParaRPr sz="2250">
                <a:latin typeface="Symbol"/>
                <a:cs typeface="Symbol"/>
              </a:endParaRPr>
            </a:p>
          </p:txBody>
        </p:sp>
        <p:sp>
          <p:nvSpPr>
            <p:cNvPr id="21" name="object 48">
              <a:extLst>
                <a:ext uri="{FF2B5EF4-FFF2-40B4-BE49-F238E27FC236}">
                  <a16:creationId xmlns:a16="http://schemas.microsoft.com/office/drawing/2014/main" id="{4E744AD5-9F17-C007-BDE6-51D9402A5E7E}"/>
                </a:ext>
              </a:extLst>
            </p:cNvPr>
            <p:cNvSpPr txBox="1"/>
            <p:nvPr/>
          </p:nvSpPr>
          <p:spPr>
            <a:xfrm>
              <a:off x="2032696" y="3042767"/>
              <a:ext cx="172720" cy="37020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spc="-50" dirty="0">
                  <a:latin typeface="Symbol"/>
                  <a:cs typeface="Symbol"/>
                </a:rPr>
                <a:t></a:t>
              </a:r>
              <a:endParaRPr sz="2250">
                <a:latin typeface="Symbol"/>
                <a:cs typeface="Symbol"/>
              </a:endParaRPr>
            </a:p>
          </p:txBody>
        </p:sp>
        <p:sp>
          <p:nvSpPr>
            <p:cNvPr id="22" name="object 49">
              <a:extLst>
                <a:ext uri="{FF2B5EF4-FFF2-40B4-BE49-F238E27FC236}">
                  <a16:creationId xmlns:a16="http://schemas.microsoft.com/office/drawing/2014/main" id="{96741C4D-C6E2-9145-4A01-78CC1A998640}"/>
                </a:ext>
              </a:extLst>
            </p:cNvPr>
            <p:cNvSpPr/>
            <p:nvPr/>
          </p:nvSpPr>
          <p:spPr>
            <a:xfrm>
              <a:off x="1580388" y="2804160"/>
              <a:ext cx="3078480" cy="957580"/>
            </a:xfrm>
            <a:custGeom>
              <a:avLst/>
              <a:gdLst/>
              <a:ahLst/>
              <a:cxnLst/>
              <a:rect l="l" t="t" r="r" b="b"/>
              <a:pathLst>
                <a:path w="3078479" h="957579">
                  <a:moveTo>
                    <a:pt x="0" y="957071"/>
                  </a:moveTo>
                  <a:lnTo>
                    <a:pt x="3078480" y="957071"/>
                  </a:lnTo>
                  <a:lnTo>
                    <a:pt x="3078480" y="0"/>
                  </a:lnTo>
                  <a:lnTo>
                    <a:pt x="0" y="0"/>
                  </a:lnTo>
                  <a:lnTo>
                    <a:pt x="0" y="957071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F06EF37-3DB1-91A2-E391-DF9B24A28337}"/>
              </a:ext>
            </a:extLst>
          </p:cNvPr>
          <p:cNvGrpSpPr/>
          <p:nvPr/>
        </p:nvGrpSpPr>
        <p:grpSpPr>
          <a:xfrm>
            <a:off x="2081010" y="4083522"/>
            <a:ext cx="1661160" cy="1022373"/>
            <a:chOff x="2223516" y="3753253"/>
            <a:chExt cx="1661160" cy="1022373"/>
          </a:xfrm>
        </p:grpSpPr>
        <p:sp>
          <p:nvSpPr>
            <p:cNvPr id="23" name="object 50">
              <a:extLst>
                <a:ext uri="{FF2B5EF4-FFF2-40B4-BE49-F238E27FC236}">
                  <a16:creationId xmlns:a16="http://schemas.microsoft.com/office/drawing/2014/main" id="{D1C5DE2E-0FA5-108E-3D58-A18C08AFA2B7}"/>
                </a:ext>
              </a:extLst>
            </p:cNvPr>
            <p:cNvSpPr txBox="1"/>
            <p:nvPr/>
          </p:nvSpPr>
          <p:spPr>
            <a:xfrm>
              <a:off x="3231398" y="4211746"/>
              <a:ext cx="287020" cy="5638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0"/>
                </a:spcBef>
              </a:pPr>
              <a:r>
                <a:rPr sz="3500" i="1" spc="-50" dirty="0">
                  <a:latin typeface="Times New Roman"/>
                  <a:cs typeface="Times New Roman"/>
                </a:rPr>
                <a:t>R</a:t>
              </a:r>
              <a:endParaRPr sz="3500">
                <a:latin typeface="Times New Roman"/>
                <a:cs typeface="Times New Roman"/>
              </a:endParaRPr>
            </a:p>
          </p:txBody>
        </p:sp>
        <p:sp>
          <p:nvSpPr>
            <p:cNvPr id="24" name="object 51">
              <a:extLst>
                <a:ext uri="{FF2B5EF4-FFF2-40B4-BE49-F238E27FC236}">
                  <a16:creationId xmlns:a16="http://schemas.microsoft.com/office/drawing/2014/main" id="{3DA3571D-7A2E-05F0-F3AD-EC80298F0F78}"/>
                </a:ext>
              </a:extLst>
            </p:cNvPr>
            <p:cNvSpPr txBox="1"/>
            <p:nvPr/>
          </p:nvSpPr>
          <p:spPr>
            <a:xfrm>
              <a:off x="2975052" y="3753253"/>
              <a:ext cx="711200" cy="5638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0"/>
                </a:spcBef>
              </a:pPr>
              <a:r>
                <a:rPr sz="3500" i="1" u="sng" spc="-465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3500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A</a:t>
              </a:r>
              <a:r>
                <a:rPr sz="3500" i="1" spc="-5" dirty="0">
                  <a:latin typeface="Times New Roman"/>
                  <a:cs typeface="Times New Roman"/>
                </a:rPr>
                <a:t> </a:t>
              </a:r>
              <a:r>
                <a:rPr sz="3500" i="1" u="sng" spc="-5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R</a:t>
              </a:r>
              <a:endParaRPr sz="3500">
                <a:latin typeface="Times New Roman"/>
                <a:cs typeface="Times New Roman"/>
              </a:endParaRPr>
            </a:p>
          </p:txBody>
        </p:sp>
        <p:sp>
          <p:nvSpPr>
            <p:cNvPr id="25" name="object 52">
              <a:extLst>
                <a:ext uri="{FF2B5EF4-FFF2-40B4-BE49-F238E27FC236}">
                  <a16:creationId xmlns:a16="http://schemas.microsoft.com/office/drawing/2014/main" id="{1A4612D7-05D7-4DFC-A22A-C97AFC63716B}"/>
                </a:ext>
              </a:extLst>
            </p:cNvPr>
            <p:cNvSpPr txBox="1"/>
            <p:nvPr/>
          </p:nvSpPr>
          <p:spPr>
            <a:xfrm>
              <a:off x="2316285" y="3978611"/>
              <a:ext cx="287020" cy="5638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30"/>
                </a:spcBef>
              </a:pPr>
              <a:r>
                <a:rPr sz="3500" i="1" spc="-50" dirty="0">
                  <a:latin typeface="Times New Roman"/>
                  <a:cs typeface="Times New Roman"/>
                </a:rPr>
                <a:t>A</a:t>
              </a:r>
              <a:endParaRPr sz="3500">
                <a:latin typeface="Times New Roman"/>
                <a:cs typeface="Times New Roman"/>
              </a:endParaRPr>
            </a:p>
          </p:txBody>
        </p:sp>
        <p:sp>
          <p:nvSpPr>
            <p:cNvPr id="26" name="object 53">
              <a:extLst>
                <a:ext uri="{FF2B5EF4-FFF2-40B4-BE49-F238E27FC236}">
                  <a16:creationId xmlns:a16="http://schemas.microsoft.com/office/drawing/2014/main" id="{217CC451-71CD-C2C8-D2FB-FED4A3879713}"/>
                </a:ext>
              </a:extLst>
            </p:cNvPr>
            <p:cNvSpPr txBox="1"/>
            <p:nvPr/>
          </p:nvSpPr>
          <p:spPr>
            <a:xfrm>
              <a:off x="3512854" y="4499864"/>
              <a:ext cx="61594" cy="2349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50" i="1" spc="-50" dirty="0">
                  <a:latin typeface="Times New Roman"/>
                  <a:cs typeface="Times New Roman"/>
                </a:rPr>
                <a:t>i</a:t>
              </a:r>
              <a:endParaRPr sz="1350">
                <a:latin typeface="Times New Roman"/>
                <a:cs typeface="Times New Roman"/>
              </a:endParaRPr>
            </a:p>
          </p:txBody>
        </p:sp>
        <p:sp>
          <p:nvSpPr>
            <p:cNvPr id="27" name="object 54">
              <a:extLst>
                <a:ext uri="{FF2B5EF4-FFF2-40B4-BE49-F238E27FC236}">
                  <a16:creationId xmlns:a16="http://schemas.microsoft.com/office/drawing/2014/main" id="{1E6615DC-D94B-D445-F3EF-CCA8F4FDDAD8}"/>
                </a:ext>
              </a:extLst>
            </p:cNvPr>
            <p:cNvSpPr txBox="1"/>
            <p:nvPr/>
          </p:nvSpPr>
          <p:spPr>
            <a:xfrm>
              <a:off x="3288292" y="4041368"/>
              <a:ext cx="511809" cy="2349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  <a:tabLst>
                  <a:tab pos="401320" algn="l"/>
                </a:tabLst>
              </a:pPr>
              <a:r>
                <a:rPr sz="1350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 </a:t>
              </a:r>
              <a:r>
                <a:rPr sz="1350" i="1" dirty="0">
                  <a:latin typeface="Times New Roman"/>
                  <a:cs typeface="Times New Roman"/>
                </a:rPr>
                <a:t>	</a:t>
              </a:r>
              <a:r>
                <a:rPr sz="1350" i="1" u="sng" spc="-50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L</a:t>
              </a:r>
              <a:endParaRPr sz="1350">
                <a:latin typeface="Times New Roman"/>
                <a:cs typeface="Times New Roman"/>
              </a:endParaRPr>
            </a:p>
          </p:txBody>
        </p:sp>
        <p:sp>
          <p:nvSpPr>
            <p:cNvPr id="28" name="object 55">
              <a:extLst>
                <a:ext uri="{FF2B5EF4-FFF2-40B4-BE49-F238E27FC236}">
                  <a16:creationId xmlns:a16="http://schemas.microsoft.com/office/drawing/2014/main" id="{DBA6E70A-FC9B-6DE3-408D-51B96F3EC738}"/>
                </a:ext>
              </a:extLst>
            </p:cNvPr>
            <p:cNvSpPr txBox="1"/>
            <p:nvPr/>
          </p:nvSpPr>
          <p:spPr>
            <a:xfrm>
              <a:off x="2578597" y="4266726"/>
              <a:ext cx="90170" cy="2349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50" i="1" spc="-50" dirty="0">
                  <a:latin typeface="Times New Roman"/>
                  <a:cs typeface="Times New Roman"/>
                </a:rPr>
                <a:t>v</a:t>
              </a:r>
              <a:endParaRPr sz="1350">
                <a:latin typeface="Times New Roman"/>
                <a:cs typeface="Times New Roman"/>
              </a:endParaRPr>
            </a:p>
          </p:txBody>
        </p:sp>
        <p:sp>
          <p:nvSpPr>
            <p:cNvPr id="29" name="object 56">
              <a:extLst>
                <a:ext uri="{FF2B5EF4-FFF2-40B4-BE49-F238E27FC236}">
                  <a16:creationId xmlns:a16="http://schemas.microsoft.com/office/drawing/2014/main" id="{5035CD5F-3EEA-4F0D-9F56-6CB642405AD5}"/>
                </a:ext>
              </a:extLst>
            </p:cNvPr>
            <p:cNvSpPr txBox="1"/>
            <p:nvPr/>
          </p:nvSpPr>
          <p:spPr>
            <a:xfrm>
              <a:off x="2733116" y="4031539"/>
              <a:ext cx="177165" cy="3841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2350" spc="-50" dirty="0">
                  <a:latin typeface="Symbol"/>
                  <a:cs typeface="Symbol"/>
                </a:rPr>
                <a:t></a:t>
              </a:r>
              <a:endParaRPr sz="2350">
                <a:latin typeface="Symbol"/>
                <a:cs typeface="Symbol"/>
              </a:endParaRPr>
            </a:p>
          </p:txBody>
        </p:sp>
        <p:sp>
          <p:nvSpPr>
            <p:cNvPr id="30" name="object 57">
              <a:extLst>
                <a:ext uri="{FF2B5EF4-FFF2-40B4-BE49-F238E27FC236}">
                  <a16:creationId xmlns:a16="http://schemas.microsoft.com/office/drawing/2014/main" id="{478F0EC3-C62D-78A4-4225-CEF68E22CCF3}"/>
                </a:ext>
              </a:extLst>
            </p:cNvPr>
            <p:cNvSpPr/>
            <p:nvPr/>
          </p:nvSpPr>
          <p:spPr>
            <a:xfrm>
              <a:off x="2223516" y="3806952"/>
              <a:ext cx="1661160" cy="954405"/>
            </a:xfrm>
            <a:custGeom>
              <a:avLst/>
              <a:gdLst/>
              <a:ahLst/>
              <a:cxnLst/>
              <a:rect l="l" t="t" r="r" b="b"/>
              <a:pathLst>
                <a:path w="1661160" h="954404">
                  <a:moveTo>
                    <a:pt x="0" y="954024"/>
                  </a:moveTo>
                  <a:lnTo>
                    <a:pt x="1661159" y="954024"/>
                  </a:lnTo>
                  <a:lnTo>
                    <a:pt x="1661159" y="0"/>
                  </a:lnTo>
                  <a:lnTo>
                    <a:pt x="0" y="0"/>
                  </a:lnTo>
                  <a:lnTo>
                    <a:pt x="0" y="954024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D2AA67-DCB5-D466-0987-DCB2A6F9B66F}"/>
              </a:ext>
            </a:extLst>
          </p:cNvPr>
          <p:cNvGrpSpPr/>
          <p:nvPr/>
        </p:nvGrpSpPr>
        <p:grpSpPr>
          <a:xfrm>
            <a:off x="922770" y="5260833"/>
            <a:ext cx="3977640" cy="1139967"/>
            <a:chOff x="1034796" y="4913615"/>
            <a:chExt cx="3977640" cy="1139967"/>
          </a:xfrm>
        </p:grpSpPr>
        <p:sp>
          <p:nvSpPr>
            <p:cNvPr id="31" name="object 58">
              <a:extLst>
                <a:ext uri="{FF2B5EF4-FFF2-40B4-BE49-F238E27FC236}">
                  <a16:creationId xmlns:a16="http://schemas.microsoft.com/office/drawing/2014/main" id="{30AD5C83-129E-B2FB-4301-D98033790CB5}"/>
                </a:ext>
              </a:extLst>
            </p:cNvPr>
            <p:cNvSpPr/>
            <p:nvPr/>
          </p:nvSpPr>
          <p:spPr>
            <a:xfrm>
              <a:off x="2363712" y="5561086"/>
              <a:ext cx="2577465" cy="0"/>
            </a:xfrm>
            <a:custGeom>
              <a:avLst/>
              <a:gdLst/>
              <a:ahLst/>
              <a:cxnLst/>
              <a:rect l="l" t="t" r="r" b="b"/>
              <a:pathLst>
                <a:path w="2577465">
                  <a:moveTo>
                    <a:pt x="0" y="0"/>
                  </a:moveTo>
                  <a:lnTo>
                    <a:pt x="987709" y="0"/>
                  </a:lnTo>
                </a:path>
                <a:path w="2577465">
                  <a:moveTo>
                    <a:pt x="2197902" y="0"/>
                  </a:moveTo>
                  <a:lnTo>
                    <a:pt x="2577433" y="0"/>
                  </a:lnTo>
                </a:path>
              </a:pathLst>
            </a:custGeom>
            <a:ln w="12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59">
              <a:extLst>
                <a:ext uri="{FF2B5EF4-FFF2-40B4-BE49-F238E27FC236}">
                  <a16:creationId xmlns:a16="http://schemas.microsoft.com/office/drawing/2014/main" id="{FF50AB54-C6B8-42A7-45BF-B779FC657A1C}"/>
                </a:ext>
              </a:extLst>
            </p:cNvPr>
            <p:cNvSpPr txBox="1"/>
            <p:nvPr/>
          </p:nvSpPr>
          <p:spPr>
            <a:xfrm>
              <a:off x="3911296" y="5282910"/>
              <a:ext cx="279400" cy="5429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3400" i="1" spc="-50" dirty="0">
                  <a:latin typeface="Times New Roman"/>
                  <a:cs typeface="Times New Roman"/>
                </a:rPr>
                <a:t>R</a:t>
              </a:r>
              <a:endParaRPr sz="3400">
                <a:latin typeface="Times New Roman"/>
                <a:cs typeface="Times New Roman"/>
              </a:endParaRPr>
            </a:p>
          </p:txBody>
        </p:sp>
        <p:sp>
          <p:nvSpPr>
            <p:cNvPr id="33" name="object 60">
              <a:extLst>
                <a:ext uri="{FF2B5EF4-FFF2-40B4-BE49-F238E27FC236}">
                  <a16:creationId xmlns:a16="http://schemas.microsoft.com/office/drawing/2014/main" id="{564C4575-7011-E0C8-B9C2-98FE849FFD0D}"/>
                </a:ext>
              </a:extLst>
            </p:cNvPr>
            <p:cNvSpPr txBox="1"/>
            <p:nvPr/>
          </p:nvSpPr>
          <p:spPr>
            <a:xfrm>
              <a:off x="2931677" y="4913615"/>
              <a:ext cx="231140" cy="5429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3400" i="1" spc="-50" dirty="0">
                  <a:latin typeface="Times New Roman"/>
                  <a:cs typeface="Times New Roman"/>
                </a:rPr>
                <a:t>h</a:t>
              </a:r>
              <a:endParaRPr sz="3400">
                <a:latin typeface="Times New Roman"/>
                <a:cs typeface="Times New Roman"/>
              </a:endParaRPr>
            </a:p>
          </p:txBody>
        </p:sp>
        <p:sp>
          <p:nvSpPr>
            <p:cNvPr id="34" name="object 61">
              <a:extLst>
                <a:ext uri="{FF2B5EF4-FFF2-40B4-BE49-F238E27FC236}">
                  <a16:creationId xmlns:a16="http://schemas.microsoft.com/office/drawing/2014/main" id="{A350C705-6824-0B94-563C-CD83B94E6578}"/>
                </a:ext>
              </a:extLst>
            </p:cNvPr>
            <p:cNvSpPr txBox="1"/>
            <p:nvPr/>
          </p:nvSpPr>
          <p:spPr>
            <a:xfrm>
              <a:off x="2425984" y="4967101"/>
              <a:ext cx="231140" cy="5429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3400" i="1" spc="-50" dirty="0">
                  <a:latin typeface="Times New Roman"/>
                  <a:cs typeface="Times New Roman"/>
                </a:rPr>
                <a:t>h</a:t>
              </a:r>
              <a:endParaRPr sz="3400">
                <a:latin typeface="Times New Roman"/>
                <a:cs typeface="Times New Roman"/>
              </a:endParaRPr>
            </a:p>
          </p:txBody>
        </p:sp>
        <p:sp>
          <p:nvSpPr>
            <p:cNvPr id="35" name="object 62">
              <a:extLst>
                <a:ext uri="{FF2B5EF4-FFF2-40B4-BE49-F238E27FC236}">
                  <a16:creationId xmlns:a16="http://schemas.microsoft.com/office/drawing/2014/main" id="{3057FE25-89B9-D95B-EEB9-AE13E8CE07D5}"/>
                </a:ext>
              </a:extLst>
            </p:cNvPr>
            <p:cNvSpPr txBox="1"/>
            <p:nvPr/>
          </p:nvSpPr>
          <p:spPr>
            <a:xfrm>
              <a:off x="1062926" y="5282910"/>
              <a:ext cx="894715" cy="5429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  <a:tabLst>
                  <a:tab pos="663575" algn="l"/>
                </a:tabLst>
              </a:pPr>
              <a:r>
                <a:rPr sz="3400" i="1" spc="-50" dirty="0">
                  <a:latin typeface="Times New Roman"/>
                  <a:cs typeface="Times New Roman"/>
                </a:rPr>
                <a:t>Y</a:t>
              </a:r>
              <a:r>
                <a:rPr sz="3400" i="1" dirty="0">
                  <a:latin typeface="Times New Roman"/>
                  <a:cs typeface="Times New Roman"/>
                </a:rPr>
                <a:t>	</a:t>
              </a:r>
              <a:r>
                <a:rPr sz="3400" i="1" spc="-50" dirty="0">
                  <a:latin typeface="Times New Roman"/>
                  <a:cs typeface="Times New Roman"/>
                </a:rPr>
                <a:t>h</a:t>
              </a:r>
              <a:endParaRPr sz="3400">
                <a:latin typeface="Times New Roman"/>
                <a:cs typeface="Times New Roman"/>
              </a:endParaRPr>
            </a:p>
          </p:txBody>
        </p:sp>
        <p:sp>
          <p:nvSpPr>
            <p:cNvPr id="36" name="object 63">
              <a:extLst>
                <a:ext uri="{FF2B5EF4-FFF2-40B4-BE49-F238E27FC236}">
                  <a16:creationId xmlns:a16="http://schemas.microsoft.com/office/drawing/2014/main" id="{7AB0544E-52E5-E34A-AAC9-1E08E9D5A968}"/>
                </a:ext>
              </a:extLst>
            </p:cNvPr>
            <p:cNvSpPr txBox="1"/>
            <p:nvPr/>
          </p:nvSpPr>
          <p:spPr>
            <a:xfrm>
              <a:off x="3401011" y="5332701"/>
              <a:ext cx="445770" cy="37084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i="1" spc="-25" dirty="0">
                  <a:latin typeface="Times New Roman"/>
                  <a:cs typeface="Times New Roman"/>
                </a:rPr>
                <a:t>and</a:t>
              </a:r>
              <a:endParaRPr sz="2250">
                <a:latin typeface="Times New Roman"/>
                <a:cs typeface="Times New Roman"/>
              </a:endParaRPr>
            </a:p>
          </p:txBody>
        </p:sp>
        <p:sp>
          <p:nvSpPr>
            <p:cNvPr id="37" name="object 64">
              <a:extLst>
                <a:ext uri="{FF2B5EF4-FFF2-40B4-BE49-F238E27FC236}">
                  <a16:creationId xmlns:a16="http://schemas.microsoft.com/office/drawing/2014/main" id="{38B670E3-B8C7-C21D-53A5-F580982B92BE}"/>
                </a:ext>
              </a:extLst>
            </p:cNvPr>
            <p:cNvSpPr txBox="1"/>
            <p:nvPr/>
          </p:nvSpPr>
          <p:spPr>
            <a:xfrm>
              <a:off x="2705076" y="5146642"/>
              <a:ext cx="241300" cy="37084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i="1" spc="50" dirty="0">
                  <a:latin typeface="Times New Roman"/>
                  <a:cs typeface="Times New Roman"/>
                </a:rPr>
                <a:t>fe</a:t>
              </a:r>
              <a:endParaRPr sz="2250">
                <a:latin typeface="Times New Roman"/>
                <a:cs typeface="Times New Roman"/>
              </a:endParaRPr>
            </a:p>
          </p:txBody>
        </p:sp>
        <p:sp>
          <p:nvSpPr>
            <p:cNvPr id="38" name="object 65">
              <a:extLst>
                <a:ext uri="{FF2B5EF4-FFF2-40B4-BE49-F238E27FC236}">
                  <a16:creationId xmlns:a16="http://schemas.microsoft.com/office/drawing/2014/main" id="{55636916-948D-FBA6-660E-6F27790306BA}"/>
                </a:ext>
              </a:extLst>
            </p:cNvPr>
            <p:cNvSpPr txBox="1"/>
            <p:nvPr/>
          </p:nvSpPr>
          <p:spPr>
            <a:xfrm>
              <a:off x="3211888" y="5786442"/>
              <a:ext cx="149225" cy="2266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00" i="1" spc="35" dirty="0">
                  <a:latin typeface="Times New Roman"/>
                  <a:cs typeface="Times New Roman"/>
                </a:rPr>
                <a:t>ie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39" name="object 66">
              <a:extLst>
                <a:ext uri="{FF2B5EF4-FFF2-40B4-BE49-F238E27FC236}">
                  <a16:creationId xmlns:a16="http://schemas.microsoft.com/office/drawing/2014/main" id="{A9B5AE0A-34B8-D133-55B4-E57BD158A0D0}"/>
                </a:ext>
              </a:extLst>
            </p:cNvPr>
            <p:cNvSpPr txBox="1"/>
            <p:nvPr/>
          </p:nvSpPr>
          <p:spPr>
            <a:xfrm>
              <a:off x="2668741" y="5783596"/>
              <a:ext cx="78740" cy="2266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00" i="1" spc="-50" dirty="0">
                  <a:latin typeface="Times New Roman"/>
                  <a:cs typeface="Times New Roman"/>
                </a:rPr>
                <a:t>s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40" name="object 67">
              <a:extLst>
                <a:ext uri="{FF2B5EF4-FFF2-40B4-BE49-F238E27FC236}">
                  <a16:creationId xmlns:a16="http://schemas.microsoft.com/office/drawing/2014/main" id="{C20FF51C-EADB-951D-EA95-BE2084DC4412}"/>
                </a:ext>
              </a:extLst>
            </p:cNvPr>
            <p:cNvSpPr txBox="1"/>
            <p:nvPr/>
          </p:nvSpPr>
          <p:spPr>
            <a:xfrm>
              <a:off x="3150187" y="5342629"/>
              <a:ext cx="166370" cy="2266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00" i="1" spc="35" dirty="0">
                  <a:latin typeface="Times New Roman"/>
                  <a:cs typeface="Times New Roman"/>
                </a:rPr>
                <a:t>re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41" name="object 68">
              <a:extLst>
                <a:ext uri="{FF2B5EF4-FFF2-40B4-BE49-F238E27FC236}">
                  <a16:creationId xmlns:a16="http://schemas.microsoft.com/office/drawing/2014/main" id="{2BBEDB59-C70F-4A4A-F73E-DC484EFDE4B5}"/>
                </a:ext>
              </a:extLst>
            </p:cNvPr>
            <p:cNvSpPr txBox="1"/>
            <p:nvPr/>
          </p:nvSpPr>
          <p:spPr>
            <a:xfrm>
              <a:off x="1941659" y="5562267"/>
              <a:ext cx="183515" cy="2266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00" i="1" spc="25" dirty="0">
                  <a:latin typeface="Times New Roman"/>
                  <a:cs typeface="Times New Roman"/>
                </a:rPr>
                <a:t>oe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42" name="object 69">
              <a:extLst>
                <a:ext uri="{FF2B5EF4-FFF2-40B4-BE49-F238E27FC236}">
                  <a16:creationId xmlns:a16="http://schemas.microsoft.com/office/drawing/2014/main" id="{FC847DC3-AB96-B979-B4E0-755D65EEB0C9}"/>
                </a:ext>
              </a:extLst>
            </p:cNvPr>
            <p:cNvSpPr txBox="1"/>
            <p:nvPr/>
          </p:nvSpPr>
          <p:spPr>
            <a:xfrm>
              <a:off x="4551859" y="5506515"/>
              <a:ext cx="387350" cy="5429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3400" i="1" dirty="0">
                  <a:latin typeface="Times New Roman"/>
                  <a:cs typeface="Times New Roman"/>
                </a:rPr>
                <a:t>Y</a:t>
              </a:r>
              <a:r>
                <a:rPr sz="3400" i="1" spc="-465" dirty="0">
                  <a:latin typeface="Times New Roman"/>
                  <a:cs typeface="Times New Roman"/>
                </a:rPr>
                <a:t> </a:t>
              </a:r>
              <a:r>
                <a:rPr sz="1950" spc="-75" baseline="-4273" dirty="0">
                  <a:latin typeface="Times New Roman"/>
                  <a:cs typeface="Times New Roman"/>
                </a:rPr>
                <a:t>0</a:t>
              </a:r>
              <a:endParaRPr sz="1950" baseline="-4273">
                <a:latin typeface="Times New Roman"/>
                <a:cs typeface="Times New Roman"/>
              </a:endParaRPr>
            </a:p>
          </p:txBody>
        </p:sp>
        <p:sp>
          <p:nvSpPr>
            <p:cNvPr id="43" name="object 70">
              <a:extLst>
                <a:ext uri="{FF2B5EF4-FFF2-40B4-BE49-F238E27FC236}">
                  <a16:creationId xmlns:a16="http://schemas.microsoft.com/office/drawing/2014/main" id="{38A70BB6-7938-A947-94E6-1D9E17DDB472}"/>
                </a:ext>
              </a:extLst>
            </p:cNvPr>
            <p:cNvSpPr txBox="1"/>
            <p:nvPr/>
          </p:nvSpPr>
          <p:spPr>
            <a:xfrm>
              <a:off x="4180656" y="5559419"/>
              <a:ext cx="97790" cy="2266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00" spc="-50" dirty="0">
                  <a:latin typeface="Times New Roman"/>
                  <a:cs typeface="Times New Roman"/>
                </a:rPr>
                <a:t>0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44" name="object 71">
              <a:extLst>
                <a:ext uri="{FF2B5EF4-FFF2-40B4-BE49-F238E27FC236}">
                  <a16:creationId xmlns:a16="http://schemas.microsoft.com/office/drawing/2014/main" id="{EB3EEDFE-CEF6-B8E8-D854-E070518AFA57}"/>
                </a:ext>
              </a:extLst>
            </p:cNvPr>
            <p:cNvSpPr txBox="1"/>
            <p:nvPr/>
          </p:nvSpPr>
          <p:spPr>
            <a:xfrm>
              <a:off x="1351803" y="5559419"/>
              <a:ext cx="97790" cy="2266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"/>
                </a:spcBef>
              </a:pPr>
              <a:r>
                <a:rPr sz="1300" spc="-50" dirty="0">
                  <a:latin typeface="Times New Roman"/>
                  <a:cs typeface="Times New Roman"/>
                </a:rPr>
                <a:t>0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45" name="object 72">
              <a:extLst>
                <a:ext uri="{FF2B5EF4-FFF2-40B4-BE49-F238E27FC236}">
                  <a16:creationId xmlns:a16="http://schemas.microsoft.com/office/drawing/2014/main" id="{8A4CA32F-971B-0023-AA26-00559332C8FB}"/>
                </a:ext>
              </a:extLst>
            </p:cNvPr>
            <p:cNvSpPr txBox="1"/>
            <p:nvPr/>
          </p:nvSpPr>
          <p:spPr>
            <a:xfrm>
              <a:off x="4679401" y="5152313"/>
              <a:ext cx="158115" cy="37084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spc="-50" dirty="0">
                  <a:latin typeface="Times New Roman"/>
                  <a:cs typeface="Times New Roman"/>
                </a:rPr>
                <a:t>1</a:t>
              </a:r>
              <a:endParaRPr sz="2250">
                <a:latin typeface="Times New Roman"/>
                <a:cs typeface="Times New Roman"/>
              </a:endParaRPr>
            </a:p>
          </p:txBody>
        </p:sp>
        <p:sp>
          <p:nvSpPr>
            <p:cNvPr id="46" name="object 73">
              <a:extLst>
                <a:ext uri="{FF2B5EF4-FFF2-40B4-BE49-F238E27FC236}">
                  <a16:creationId xmlns:a16="http://schemas.microsoft.com/office/drawing/2014/main" id="{D6B69356-9C86-7E23-ABE1-7DE764F90753}"/>
                </a:ext>
              </a:extLst>
            </p:cNvPr>
            <p:cNvSpPr txBox="1"/>
            <p:nvPr/>
          </p:nvSpPr>
          <p:spPr>
            <a:xfrm>
              <a:off x="4332706" y="5332701"/>
              <a:ext cx="172720" cy="37084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</a:pPr>
              <a:r>
                <a:rPr sz="2250" spc="-50" dirty="0">
                  <a:latin typeface="Symbol"/>
                  <a:cs typeface="Symbol"/>
                </a:rPr>
                <a:t></a:t>
              </a:r>
              <a:endParaRPr sz="2250">
                <a:latin typeface="Symbol"/>
                <a:cs typeface="Symbol"/>
              </a:endParaRPr>
            </a:p>
          </p:txBody>
        </p:sp>
        <p:sp>
          <p:nvSpPr>
            <p:cNvPr id="47" name="object 74">
              <a:extLst>
                <a:ext uri="{FF2B5EF4-FFF2-40B4-BE49-F238E27FC236}">
                  <a16:creationId xmlns:a16="http://schemas.microsoft.com/office/drawing/2014/main" id="{253DCC52-5739-FDBF-24AC-04F12A65EF32}"/>
                </a:ext>
              </a:extLst>
            </p:cNvPr>
            <p:cNvSpPr txBox="1"/>
            <p:nvPr/>
          </p:nvSpPr>
          <p:spPr>
            <a:xfrm>
              <a:off x="2368889" y="5506515"/>
              <a:ext cx="886460" cy="5429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95"/>
                </a:spcBef>
              </a:pPr>
              <a:r>
                <a:rPr sz="3400" i="1" dirty="0">
                  <a:latin typeface="Times New Roman"/>
                  <a:cs typeface="Times New Roman"/>
                </a:rPr>
                <a:t>R</a:t>
              </a:r>
              <a:r>
                <a:rPr sz="3400" i="1" spc="190" dirty="0">
                  <a:latin typeface="Times New Roman"/>
                  <a:cs typeface="Times New Roman"/>
                </a:rPr>
                <a:t> </a:t>
              </a:r>
              <a:r>
                <a:rPr sz="3375" baseline="18518" dirty="0">
                  <a:latin typeface="Symbol"/>
                  <a:cs typeface="Symbol"/>
                </a:rPr>
                <a:t></a:t>
              </a:r>
              <a:r>
                <a:rPr sz="3375" spc="-247" baseline="18518" dirty="0">
                  <a:latin typeface="Times New Roman"/>
                  <a:cs typeface="Times New Roman"/>
                </a:rPr>
                <a:t> </a:t>
              </a:r>
              <a:r>
                <a:rPr sz="3400" i="1" spc="-50" dirty="0">
                  <a:latin typeface="Times New Roman"/>
                  <a:cs typeface="Times New Roman"/>
                </a:rPr>
                <a:t>h</a:t>
              </a:r>
              <a:endParaRPr sz="3400">
                <a:latin typeface="Times New Roman"/>
                <a:cs typeface="Times New Roman"/>
              </a:endParaRPr>
            </a:p>
          </p:txBody>
        </p:sp>
        <p:sp>
          <p:nvSpPr>
            <p:cNvPr id="48" name="object 75">
              <a:extLst>
                <a:ext uri="{FF2B5EF4-FFF2-40B4-BE49-F238E27FC236}">
                  <a16:creationId xmlns:a16="http://schemas.microsoft.com/office/drawing/2014/main" id="{6B68BE22-2258-9FAD-C033-937B2B3C6AC8}"/>
                </a:ext>
              </a:extLst>
            </p:cNvPr>
            <p:cNvSpPr txBox="1"/>
            <p:nvPr/>
          </p:nvSpPr>
          <p:spPr>
            <a:xfrm>
              <a:off x="1504020" y="5332701"/>
              <a:ext cx="821055" cy="37084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"/>
                </a:spcBef>
                <a:tabLst>
                  <a:tab pos="648335" algn="l"/>
                </a:tabLst>
              </a:pPr>
              <a:r>
                <a:rPr sz="2250" spc="-50" dirty="0">
                  <a:latin typeface="Symbol"/>
                  <a:cs typeface="Symbol"/>
                </a:rPr>
                <a:t></a:t>
              </a:r>
              <a:r>
                <a:rPr sz="2250" dirty="0">
                  <a:latin typeface="Times New Roman"/>
                  <a:cs typeface="Times New Roman"/>
                </a:rPr>
                <a:t>	</a:t>
              </a:r>
              <a:r>
                <a:rPr sz="2250" spc="-50" dirty="0">
                  <a:latin typeface="Symbol"/>
                  <a:cs typeface="Symbol"/>
                </a:rPr>
                <a:t></a:t>
              </a:r>
              <a:endParaRPr sz="2250">
                <a:latin typeface="Symbol"/>
                <a:cs typeface="Symbol"/>
              </a:endParaRPr>
            </a:p>
          </p:txBody>
        </p:sp>
        <p:sp>
          <p:nvSpPr>
            <p:cNvPr id="49" name="object 76">
              <a:extLst>
                <a:ext uri="{FF2B5EF4-FFF2-40B4-BE49-F238E27FC236}">
                  <a16:creationId xmlns:a16="http://schemas.microsoft.com/office/drawing/2014/main" id="{BEAC9CBD-0C22-5B47-5F9D-2683015F8E9D}"/>
                </a:ext>
              </a:extLst>
            </p:cNvPr>
            <p:cNvSpPr/>
            <p:nvPr/>
          </p:nvSpPr>
          <p:spPr>
            <a:xfrm>
              <a:off x="1034796" y="4949952"/>
              <a:ext cx="3977640" cy="1103630"/>
            </a:xfrm>
            <a:custGeom>
              <a:avLst/>
              <a:gdLst/>
              <a:ahLst/>
              <a:cxnLst/>
              <a:rect l="l" t="t" r="r" b="b"/>
              <a:pathLst>
                <a:path w="3977640" h="1103629">
                  <a:moveTo>
                    <a:pt x="0" y="1103376"/>
                  </a:moveTo>
                  <a:lnTo>
                    <a:pt x="3977640" y="1103376"/>
                  </a:lnTo>
                  <a:lnTo>
                    <a:pt x="3977640" y="0"/>
                  </a:lnTo>
                  <a:lnTo>
                    <a:pt x="0" y="0"/>
                  </a:lnTo>
                  <a:lnTo>
                    <a:pt x="0" y="1103376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64">
            <a:extLst>
              <a:ext uri="{FF2B5EF4-FFF2-40B4-BE49-F238E27FC236}">
                <a16:creationId xmlns:a16="http://schemas.microsoft.com/office/drawing/2014/main" id="{C392202A-EAA3-48F8-4535-A9C70520FEDB}"/>
              </a:ext>
            </a:extLst>
          </p:cNvPr>
          <p:cNvSpPr txBox="1"/>
          <p:nvPr/>
        </p:nvSpPr>
        <p:spPr>
          <a:xfrm>
            <a:off x="8072205" y="1414836"/>
            <a:ext cx="1643380" cy="73152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575"/>
              </a:spcBef>
            </a:pPr>
            <a:r>
              <a:rPr sz="5325" i="1" baseline="1564" dirty="0">
                <a:latin typeface="Times New Roman"/>
                <a:cs typeface="Times New Roman"/>
              </a:rPr>
              <a:t>A</a:t>
            </a:r>
            <a:r>
              <a:rPr sz="1350" i="1" dirty="0">
                <a:latin typeface="Times New Roman"/>
                <a:cs typeface="Times New Roman"/>
              </a:rPr>
              <a:t>i</a:t>
            </a:r>
            <a:r>
              <a:rPr sz="1350" i="1" spc="200" dirty="0">
                <a:latin typeface="Times New Roman"/>
                <a:cs typeface="Times New Roman"/>
              </a:rPr>
              <a:t> </a:t>
            </a:r>
            <a:r>
              <a:rPr sz="3525" baseline="21276" dirty="0">
                <a:latin typeface="Symbol"/>
                <a:cs typeface="Symbol"/>
              </a:rPr>
              <a:t></a:t>
            </a:r>
            <a:r>
              <a:rPr sz="3525" spc="-135" baseline="21276" dirty="0">
                <a:latin typeface="Times New Roman"/>
                <a:cs typeface="Times New Roman"/>
              </a:rPr>
              <a:t> </a:t>
            </a:r>
            <a:r>
              <a:rPr sz="5325" spc="82" baseline="11737" dirty="0">
                <a:latin typeface="Symbol"/>
                <a:cs typeface="Symbol"/>
              </a:rPr>
              <a:t></a:t>
            </a:r>
            <a:r>
              <a:rPr sz="5325" i="1" spc="82" baseline="4694" dirty="0">
                <a:latin typeface="Times New Roman"/>
                <a:cs typeface="Times New Roman"/>
              </a:rPr>
              <a:t>h</a:t>
            </a:r>
            <a:r>
              <a:rPr sz="5325" i="1" spc="-562" baseline="4694" dirty="0">
                <a:latin typeface="Times New Roman"/>
                <a:cs typeface="Times New Roman"/>
              </a:rPr>
              <a:t> </a:t>
            </a:r>
            <a:r>
              <a:rPr sz="2350" i="1" spc="65" dirty="0">
                <a:latin typeface="Times New Roman"/>
                <a:cs typeface="Times New Roman"/>
              </a:rPr>
              <a:t>fe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6067223-98F3-96DA-C46C-0F19A3EA9AE2}"/>
              </a:ext>
            </a:extLst>
          </p:cNvPr>
          <p:cNvGrpSpPr/>
          <p:nvPr/>
        </p:nvGrpSpPr>
        <p:grpSpPr>
          <a:xfrm>
            <a:off x="7581668" y="3009206"/>
            <a:ext cx="2624455" cy="663518"/>
            <a:chOff x="6868668" y="2517197"/>
            <a:chExt cx="2624455" cy="663518"/>
          </a:xfrm>
        </p:grpSpPr>
        <p:sp>
          <p:nvSpPr>
            <p:cNvPr id="55" name="object 65">
              <a:extLst>
                <a:ext uri="{FF2B5EF4-FFF2-40B4-BE49-F238E27FC236}">
                  <a16:creationId xmlns:a16="http://schemas.microsoft.com/office/drawing/2014/main" id="{A57C2C85-313F-A88E-8F2C-908B2F3F9740}"/>
                </a:ext>
              </a:extLst>
            </p:cNvPr>
            <p:cNvSpPr txBox="1"/>
            <p:nvPr/>
          </p:nvSpPr>
          <p:spPr>
            <a:xfrm>
              <a:off x="6898791" y="2517197"/>
              <a:ext cx="2567940" cy="6578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5025" i="1" baseline="2487" dirty="0">
                  <a:latin typeface="Times New Roman"/>
                  <a:cs typeface="Times New Roman"/>
                </a:rPr>
                <a:t>R</a:t>
              </a:r>
              <a:r>
                <a:rPr sz="1300" i="1" dirty="0">
                  <a:latin typeface="Times New Roman"/>
                  <a:cs typeface="Times New Roman"/>
                </a:rPr>
                <a:t>i</a:t>
              </a:r>
              <a:r>
                <a:rPr sz="1300" i="1" spc="285" dirty="0">
                  <a:latin typeface="Times New Roman"/>
                  <a:cs typeface="Times New Roman"/>
                </a:rPr>
                <a:t> </a:t>
              </a:r>
              <a:r>
                <a:rPr sz="3300" baseline="21464" dirty="0">
                  <a:latin typeface="Symbol"/>
                  <a:cs typeface="Symbol"/>
                </a:rPr>
                <a:t></a:t>
              </a:r>
              <a:r>
                <a:rPr sz="3300" spc="-30" baseline="21464" dirty="0">
                  <a:latin typeface="Times New Roman"/>
                  <a:cs typeface="Times New Roman"/>
                </a:rPr>
                <a:t> </a:t>
              </a:r>
              <a:r>
                <a:rPr sz="5025" i="1" baseline="2487" dirty="0">
                  <a:latin typeface="Times New Roman"/>
                  <a:cs typeface="Times New Roman"/>
                </a:rPr>
                <a:t>h</a:t>
              </a:r>
              <a:r>
                <a:rPr sz="1300" i="1" dirty="0">
                  <a:latin typeface="Times New Roman"/>
                  <a:cs typeface="Times New Roman"/>
                </a:rPr>
                <a:t>ie</a:t>
              </a:r>
              <a:r>
                <a:rPr sz="1300" i="1" spc="40" dirty="0">
                  <a:latin typeface="Times New Roman"/>
                  <a:cs typeface="Times New Roman"/>
                </a:rPr>
                <a:t> </a:t>
              </a:r>
              <a:r>
                <a:rPr sz="3300" baseline="21464" dirty="0">
                  <a:latin typeface="Symbol"/>
                  <a:cs typeface="Symbol"/>
                </a:rPr>
                <a:t></a:t>
              </a:r>
              <a:r>
                <a:rPr sz="3300" spc="-202" baseline="21464" dirty="0">
                  <a:latin typeface="Times New Roman"/>
                  <a:cs typeface="Times New Roman"/>
                </a:rPr>
                <a:t> </a:t>
              </a:r>
              <a:r>
                <a:rPr sz="6225" spc="-179" baseline="11378" dirty="0">
                  <a:latin typeface="Symbol"/>
                  <a:cs typeface="Symbol"/>
                </a:rPr>
                <a:t></a:t>
              </a:r>
              <a:r>
                <a:rPr sz="5025" spc="-179" baseline="2487" dirty="0">
                  <a:latin typeface="Times New Roman"/>
                  <a:cs typeface="Times New Roman"/>
                </a:rPr>
                <a:t>1</a:t>
              </a:r>
              <a:r>
                <a:rPr sz="5025" spc="-179" baseline="2487" dirty="0">
                  <a:latin typeface="Symbol"/>
                  <a:cs typeface="Symbol"/>
                </a:rPr>
                <a:t></a:t>
              </a:r>
              <a:r>
                <a:rPr sz="5025" i="1" spc="-179" baseline="2487" dirty="0">
                  <a:latin typeface="Times New Roman"/>
                  <a:cs typeface="Times New Roman"/>
                </a:rPr>
                <a:t>h</a:t>
              </a:r>
              <a:r>
                <a:rPr sz="1300" i="1" spc="-120" dirty="0">
                  <a:latin typeface="Times New Roman"/>
                  <a:cs typeface="Times New Roman"/>
                </a:rPr>
                <a:t>fe</a:t>
              </a:r>
              <a:r>
                <a:rPr sz="6225" spc="-179" baseline="11378" dirty="0">
                  <a:latin typeface="Symbol"/>
                  <a:cs typeface="Symbol"/>
                </a:rPr>
                <a:t></a:t>
              </a:r>
              <a:r>
                <a:rPr sz="5025" i="1" spc="-179" baseline="2487" dirty="0">
                  <a:latin typeface="Times New Roman"/>
                  <a:cs typeface="Times New Roman"/>
                </a:rPr>
                <a:t>R</a:t>
              </a:r>
              <a:r>
                <a:rPr sz="1300" i="1" spc="-120" dirty="0">
                  <a:latin typeface="Times New Roman"/>
                  <a:cs typeface="Times New Roman"/>
                </a:rPr>
                <a:t>e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56" name="object 66">
              <a:extLst>
                <a:ext uri="{FF2B5EF4-FFF2-40B4-BE49-F238E27FC236}">
                  <a16:creationId xmlns:a16="http://schemas.microsoft.com/office/drawing/2014/main" id="{D2BD5FDA-86C7-A805-D17B-FB3B56B4665A}"/>
                </a:ext>
              </a:extLst>
            </p:cNvPr>
            <p:cNvSpPr/>
            <p:nvPr/>
          </p:nvSpPr>
          <p:spPr>
            <a:xfrm>
              <a:off x="6868668" y="2628900"/>
              <a:ext cx="2624455" cy="551815"/>
            </a:xfrm>
            <a:custGeom>
              <a:avLst/>
              <a:gdLst/>
              <a:ahLst/>
              <a:cxnLst/>
              <a:rect l="l" t="t" r="r" b="b"/>
              <a:pathLst>
                <a:path w="2624454" h="551814">
                  <a:moveTo>
                    <a:pt x="0" y="551688"/>
                  </a:moveTo>
                  <a:lnTo>
                    <a:pt x="2624328" y="551688"/>
                  </a:lnTo>
                  <a:lnTo>
                    <a:pt x="2624328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6A43C53-CF80-4B21-B070-11D005839DC2}"/>
              </a:ext>
            </a:extLst>
          </p:cNvPr>
          <p:cNvGrpSpPr/>
          <p:nvPr/>
        </p:nvGrpSpPr>
        <p:grpSpPr>
          <a:xfrm>
            <a:off x="6895868" y="4048817"/>
            <a:ext cx="3996054" cy="1084005"/>
            <a:chOff x="6469379" y="3352613"/>
            <a:chExt cx="3996054" cy="1084005"/>
          </a:xfrm>
        </p:grpSpPr>
        <p:sp>
          <p:nvSpPr>
            <p:cNvPr id="57" name="object 67">
              <a:extLst>
                <a:ext uri="{FF2B5EF4-FFF2-40B4-BE49-F238E27FC236}">
                  <a16:creationId xmlns:a16="http://schemas.microsoft.com/office/drawing/2014/main" id="{E437231A-0477-9DDA-9DBB-C1D51D082979}"/>
                </a:ext>
              </a:extLst>
            </p:cNvPr>
            <p:cNvSpPr/>
            <p:nvPr/>
          </p:nvSpPr>
          <p:spPr>
            <a:xfrm>
              <a:off x="7215404" y="3898017"/>
              <a:ext cx="3170555" cy="0"/>
            </a:xfrm>
            <a:custGeom>
              <a:avLst/>
              <a:gdLst/>
              <a:ahLst/>
              <a:cxnLst/>
              <a:rect l="l" t="t" r="r" b="b"/>
              <a:pathLst>
                <a:path w="3170554">
                  <a:moveTo>
                    <a:pt x="0" y="0"/>
                  </a:moveTo>
                  <a:lnTo>
                    <a:pt x="828153" y="0"/>
                  </a:lnTo>
                </a:path>
                <a:path w="3170554">
                  <a:moveTo>
                    <a:pt x="1147887" y="0"/>
                  </a:moveTo>
                  <a:lnTo>
                    <a:pt x="3170098" y="0"/>
                  </a:lnTo>
                </a:path>
              </a:pathLst>
            </a:custGeom>
            <a:ln w="12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68">
              <a:extLst>
                <a:ext uri="{FF2B5EF4-FFF2-40B4-BE49-F238E27FC236}">
                  <a16:creationId xmlns:a16="http://schemas.microsoft.com/office/drawing/2014/main" id="{9B2E2476-DC28-2A7E-413E-1B7246229C1E}"/>
                </a:ext>
              </a:extLst>
            </p:cNvPr>
            <p:cNvSpPr txBox="1"/>
            <p:nvPr/>
          </p:nvSpPr>
          <p:spPr>
            <a:xfrm>
              <a:off x="7268184" y="3374554"/>
              <a:ext cx="664845" cy="57340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</a:pPr>
              <a:r>
                <a:rPr sz="3600" i="1" dirty="0">
                  <a:latin typeface="Times New Roman"/>
                  <a:cs typeface="Times New Roman"/>
                </a:rPr>
                <a:t>A</a:t>
              </a:r>
              <a:r>
                <a:rPr sz="3600" i="1" spc="-225" dirty="0">
                  <a:latin typeface="Times New Roman"/>
                  <a:cs typeface="Times New Roman"/>
                </a:rPr>
                <a:t> </a:t>
              </a:r>
              <a:r>
                <a:rPr sz="3600" i="1" spc="-50" dirty="0">
                  <a:latin typeface="Times New Roman"/>
                  <a:cs typeface="Times New Roman"/>
                </a:rPr>
                <a:t>R</a:t>
              </a:r>
              <a:endParaRPr sz="3600">
                <a:latin typeface="Times New Roman"/>
                <a:cs typeface="Times New Roman"/>
              </a:endParaRPr>
            </a:p>
          </p:txBody>
        </p:sp>
        <p:sp>
          <p:nvSpPr>
            <p:cNvPr id="59" name="object 69">
              <a:extLst>
                <a:ext uri="{FF2B5EF4-FFF2-40B4-BE49-F238E27FC236}">
                  <a16:creationId xmlns:a16="http://schemas.microsoft.com/office/drawing/2014/main" id="{D128B92C-CF48-03D6-F290-CF1A9818DF5C}"/>
                </a:ext>
              </a:extLst>
            </p:cNvPr>
            <p:cNvSpPr txBox="1"/>
            <p:nvPr/>
          </p:nvSpPr>
          <p:spPr>
            <a:xfrm>
              <a:off x="6561362" y="3603638"/>
              <a:ext cx="297180" cy="57340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</a:pPr>
              <a:r>
                <a:rPr sz="3600" i="1" spc="-50" dirty="0">
                  <a:latin typeface="Times New Roman"/>
                  <a:cs typeface="Times New Roman"/>
                </a:rPr>
                <a:t>A</a:t>
              </a:r>
              <a:endParaRPr sz="3600">
                <a:latin typeface="Times New Roman"/>
                <a:cs typeface="Times New Roman"/>
              </a:endParaRPr>
            </a:p>
          </p:txBody>
        </p:sp>
        <p:sp>
          <p:nvSpPr>
            <p:cNvPr id="60" name="object 70">
              <a:extLst>
                <a:ext uri="{FF2B5EF4-FFF2-40B4-BE49-F238E27FC236}">
                  <a16:creationId xmlns:a16="http://schemas.microsoft.com/office/drawing/2014/main" id="{E7091603-1956-21AE-A7DB-E3059039AB15}"/>
                </a:ext>
              </a:extLst>
            </p:cNvPr>
            <p:cNvSpPr txBox="1"/>
            <p:nvPr/>
          </p:nvSpPr>
          <p:spPr>
            <a:xfrm>
              <a:off x="7748686" y="4136581"/>
              <a:ext cx="2633980" cy="2381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  <a:tabLst>
                  <a:tab pos="855344" algn="l"/>
                  <a:tab pos="2005330" algn="l"/>
                  <a:tab pos="2540000" algn="l"/>
                </a:tabLst>
              </a:pPr>
              <a:r>
                <a:rPr sz="1400" i="1" spc="-50" dirty="0">
                  <a:latin typeface="Times New Roman"/>
                  <a:cs typeface="Times New Roman"/>
                </a:rPr>
                <a:t>i</a:t>
              </a:r>
              <a:r>
                <a:rPr sz="1400" i="1" dirty="0">
                  <a:latin typeface="Times New Roman"/>
                  <a:cs typeface="Times New Roman"/>
                </a:rPr>
                <a:t>	</a:t>
              </a:r>
              <a:r>
                <a:rPr sz="1400" i="1" spc="-25" dirty="0">
                  <a:latin typeface="Times New Roman"/>
                  <a:cs typeface="Times New Roman"/>
                </a:rPr>
                <a:t>ie</a:t>
              </a:r>
              <a:r>
                <a:rPr sz="1400" i="1" dirty="0">
                  <a:latin typeface="Times New Roman"/>
                  <a:cs typeface="Times New Roman"/>
                </a:rPr>
                <a:t>	</a:t>
              </a:r>
              <a:r>
                <a:rPr sz="1400" i="1" spc="-25" dirty="0">
                  <a:latin typeface="Times New Roman"/>
                  <a:cs typeface="Times New Roman"/>
                </a:rPr>
                <a:t>fe</a:t>
              </a:r>
              <a:r>
                <a:rPr sz="1400" i="1" dirty="0">
                  <a:latin typeface="Times New Roman"/>
                  <a:cs typeface="Times New Roman"/>
                </a:rPr>
                <a:t>	</a:t>
              </a:r>
              <a:r>
                <a:rPr sz="1400" i="1" spc="-50" dirty="0">
                  <a:latin typeface="Times New Roman"/>
                  <a:cs typeface="Times New Roman"/>
                </a:rPr>
                <a:t>e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61" name="object 71">
              <a:extLst>
                <a:ext uri="{FF2B5EF4-FFF2-40B4-BE49-F238E27FC236}">
                  <a16:creationId xmlns:a16="http://schemas.microsoft.com/office/drawing/2014/main" id="{1F7D98F3-D54A-49E7-0A69-82E72908C483}"/>
                </a:ext>
              </a:extLst>
            </p:cNvPr>
            <p:cNvSpPr txBox="1"/>
            <p:nvPr/>
          </p:nvSpPr>
          <p:spPr>
            <a:xfrm>
              <a:off x="7526025" y="3667744"/>
              <a:ext cx="513080" cy="2381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  <a:tabLst>
                  <a:tab pos="398780" algn="l"/>
                </a:tabLst>
              </a:pPr>
              <a:r>
                <a:rPr sz="1400" i="1" spc="-50" dirty="0">
                  <a:latin typeface="Times New Roman"/>
                  <a:cs typeface="Times New Roman"/>
                </a:rPr>
                <a:t>i</a:t>
              </a:r>
              <a:r>
                <a:rPr sz="1400" i="1" dirty="0">
                  <a:latin typeface="Times New Roman"/>
                  <a:cs typeface="Times New Roman"/>
                </a:rPr>
                <a:t>	</a:t>
              </a:r>
              <a:r>
                <a:rPr sz="1400" i="1" spc="-50" dirty="0">
                  <a:latin typeface="Times New Roman"/>
                  <a:cs typeface="Times New Roman"/>
                </a:rPr>
                <a:t>L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62" name="object 72">
              <a:extLst>
                <a:ext uri="{FF2B5EF4-FFF2-40B4-BE49-F238E27FC236}">
                  <a16:creationId xmlns:a16="http://schemas.microsoft.com/office/drawing/2014/main" id="{755B80C2-FE2E-2E98-3C88-03B481607515}"/>
                </a:ext>
              </a:extLst>
            </p:cNvPr>
            <p:cNvSpPr txBox="1"/>
            <p:nvPr/>
          </p:nvSpPr>
          <p:spPr>
            <a:xfrm>
              <a:off x="6821633" y="3896828"/>
              <a:ext cx="93345" cy="2381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1400" i="1" spc="-50" dirty="0">
                  <a:latin typeface="Times New Roman"/>
                  <a:cs typeface="Times New Roman"/>
                </a:rPr>
                <a:t>v</a:t>
              </a:r>
              <a:endParaRPr sz="1400">
                <a:latin typeface="Times New Roman"/>
                <a:cs typeface="Times New Roman"/>
              </a:endParaRPr>
            </a:p>
          </p:txBody>
        </p:sp>
        <p:sp>
          <p:nvSpPr>
            <p:cNvPr id="63" name="object 73">
              <a:extLst>
                <a:ext uri="{FF2B5EF4-FFF2-40B4-BE49-F238E27FC236}">
                  <a16:creationId xmlns:a16="http://schemas.microsoft.com/office/drawing/2014/main" id="{C82FF91B-4E9F-608F-6F5F-CC8B7FB7622A}"/>
                </a:ext>
              </a:extLst>
            </p:cNvPr>
            <p:cNvSpPr txBox="1"/>
            <p:nvPr/>
          </p:nvSpPr>
          <p:spPr>
            <a:xfrm>
              <a:off x="8825592" y="3352613"/>
              <a:ext cx="1111250" cy="57340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</a:pPr>
              <a:r>
                <a:rPr sz="5400" spc="135" baseline="2314" dirty="0">
                  <a:latin typeface="Symbol"/>
                  <a:cs typeface="Symbol"/>
                </a:rPr>
                <a:t></a:t>
              </a:r>
              <a:r>
                <a:rPr sz="5400" i="1" spc="135" baseline="2314" dirty="0">
                  <a:latin typeface="Times New Roman"/>
                  <a:cs typeface="Times New Roman"/>
                </a:rPr>
                <a:t>h</a:t>
              </a:r>
              <a:r>
                <a:rPr sz="1400" i="1" spc="90" dirty="0">
                  <a:latin typeface="Times New Roman"/>
                  <a:cs typeface="Times New Roman"/>
                </a:rPr>
                <a:t>fe</a:t>
              </a:r>
              <a:r>
                <a:rPr sz="1400" i="1" spc="30" dirty="0">
                  <a:latin typeface="Times New Roman"/>
                  <a:cs typeface="Times New Roman"/>
                </a:rPr>
                <a:t> </a:t>
              </a:r>
              <a:r>
                <a:rPr sz="5400" i="1" spc="-37" baseline="2314" dirty="0">
                  <a:latin typeface="Times New Roman"/>
                  <a:cs typeface="Times New Roman"/>
                </a:rPr>
                <a:t>R</a:t>
              </a:r>
              <a:r>
                <a:rPr sz="2100" i="1" spc="-37" baseline="1984" dirty="0">
                  <a:latin typeface="Times New Roman"/>
                  <a:cs typeface="Times New Roman"/>
                </a:rPr>
                <a:t>L</a:t>
              </a:r>
              <a:endParaRPr sz="2100" baseline="1984">
                <a:latin typeface="Times New Roman"/>
                <a:cs typeface="Times New Roman"/>
              </a:endParaRPr>
            </a:p>
          </p:txBody>
        </p:sp>
        <p:sp>
          <p:nvSpPr>
            <p:cNvPr id="64" name="object 74">
              <a:extLst>
                <a:ext uri="{FF2B5EF4-FFF2-40B4-BE49-F238E27FC236}">
                  <a16:creationId xmlns:a16="http://schemas.microsoft.com/office/drawing/2014/main" id="{6901903C-90F3-CF92-6A62-0AA7FEA6D69D}"/>
                </a:ext>
              </a:extLst>
            </p:cNvPr>
            <p:cNvSpPr txBox="1"/>
            <p:nvPr/>
          </p:nvSpPr>
          <p:spPr>
            <a:xfrm>
              <a:off x="8785556" y="3631897"/>
              <a:ext cx="1228090" cy="7048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  <a:tabLst>
                  <a:tab pos="1112520" algn="l"/>
                </a:tabLst>
              </a:pPr>
              <a:r>
                <a:rPr sz="2400" dirty="0">
                  <a:latin typeface="Symbol"/>
                  <a:cs typeface="Symbol"/>
                </a:rPr>
                <a:t></a:t>
              </a:r>
              <a:r>
                <a:rPr sz="2400" spc="-190" dirty="0">
                  <a:latin typeface="Times New Roman"/>
                  <a:cs typeface="Times New Roman"/>
                </a:rPr>
                <a:t> </a:t>
              </a:r>
              <a:r>
                <a:rPr sz="4450" spc="-750" dirty="0">
                  <a:latin typeface="Symbol"/>
                  <a:cs typeface="Symbol"/>
                </a:rPr>
                <a:t></a:t>
              </a:r>
              <a:r>
                <a:rPr sz="4450" dirty="0">
                  <a:latin typeface="Times New Roman"/>
                  <a:cs typeface="Times New Roman"/>
                </a:rPr>
                <a:t>	</a:t>
              </a:r>
              <a:r>
                <a:rPr sz="4450" spc="-750" dirty="0">
                  <a:latin typeface="Symbol"/>
                  <a:cs typeface="Symbol"/>
                </a:rPr>
                <a:t></a:t>
              </a:r>
              <a:endParaRPr sz="4450">
                <a:latin typeface="Symbol"/>
                <a:cs typeface="Symbol"/>
              </a:endParaRPr>
            </a:p>
          </p:txBody>
        </p:sp>
        <p:sp>
          <p:nvSpPr>
            <p:cNvPr id="65" name="object 75">
              <a:extLst>
                <a:ext uri="{FF2B5EF4-FFF2-40B4-BE49-F238E27FC236}">
                  <a16:creationId xmlns:a16="http://schemas.microsoft.com/office/drawing/2014/main" id="{A98CE312-012A-EC14-FA0A-CD38FA4395A8}"/>
                </a:ext>
              </a:extLst>
            </p:cNvPr>
            <p:cNvSpPr txBox="1"/>
            <p:nvPr/>
          </p:nvSpPr>
          <p:spPr>
            <a:xfrm>
              <a:off x="8123629" y="3657387"/>
              <a:ext cx="182880" cy="39052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</a:pPr>
              <a:r>
                <a:rPr sz="2400" spc="-50" dirty="0">
                  <a:latin typeface="Symbol"/>
                  <a:cs typeface="Symbol"/>
                </a:rPr>
                <a:t></a:t>
              </a:r>
              <a:endParaRPr sz="2400">
                <a:latin typeface="Symbol"/>
                <a:cs typeface="Symbol"/>
              </a:endParaRPr>
            </a:p>
          </p:txBody>
        </p:sp>
        <p:sp>
          <p:nvSpPr>
            <p:cNvPr id="66" name="object 76">
              <a:extLst>
                <a:ext uri="{FF2B5EF4-FFF2-40B4-BE49-F238E27FC236}">
                  <a16:creationId xmlns:a16="http://schemas.microsoft.com/office/drawing/2014/main" id="{6012F7A1-3425-D9E2-E4C6-825E3C56F42E}"/>
                </a:ext>
              </a:extLst>
            </p:cNvPr>
            <p:cNvSpPr txBox="1"/>
            <p:nvPr/>
          </p:nvSpPr>
          <p:spPr>
            <a:xfrm>
              <a:off x="6975140" y="3657387"/>
              <a:ext cx="182880" cy="39052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</a:pPr>
              <a:r>
                <a:rPr sz="2400" spc="-50" dirty="0">
                  <a:latin typeface="Symbol"/>
                  <a:cs typeface="Symbol"/>
                </a:rPr>
                <a:t></a:t>
              </a:r>
              <a:endParaRPr sz="2400">
                <a:latin typeface="Symbol"/>
                <a:cs typeface="Symbol"/>
              </a:endParaRPr>
            </a:p>
          </p:txBody>
        </p:sp>
        <p:sp>
          <p:nvSpPr>
            <p:cNvPr id="67" name="object 77">
              <a:extLst>
                <a:ext uri="{FF2B5EF4-FFF2-40B4-BE49-F238E27FC236}">
                  <a16:creationId xmlns:a16="http://schemas.microsoft.com/office/drawing/2014/main" id="{670BAFFE-B1CD-E872-8D8D-3A1E8E812DFE}"/>
                </a:ext>
              </a:extLst>
            </p:cNvPr>
            <p:cNvSpPr txBox="1"/>
            <p:nvPr/>
          </p:nvSpPr>
          <p:spPr>
            <a:xfrm>
              <a:off x="7469614" y="3840441"/>
              <a:ext cx="2835275" cy="57340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0"/>
                </a:spcBef>
                <a:tabLst>
                  <a:tab pos="911225" algn="l"/>
                  <a:tab pos="1553845" algn="l"/>
                  <a:tab pos="2537460" algn="l"/>
                </a:tabLst>
              </a:pPr>
              <a:r>
                <a:rPr sz="3600" i="1" spc="-50" dirty="0">
                  <a:latin typeface="Times New Roman"/>
                  <a:cs typeface="Times New Roman"/>
                </a:rPr>
                <a:t>R</a:t>
              </a:r>
              <a:r>
                <a:rPr sz="3600" i="1" dirty="0">
                  <a:latin typeface="Times New Roman"/>
                  <a:cs typeface="Times New Roman"/>
                </a:rPr>
                <a:t>	</a:t>
              </a:r>
              <a:r>
                <a:rPr sz="3600" i="1" spc="-50" dirty="0">
                  <a:latin typeface="Times New Roman"/>
                  <a:cs typeface="Times New Roman"/>
                </a:rPr>
                <a:t>h</a:t>
              </a:r>
              <a:r>
                <a:rPr sz="3600" i="1" dirty="0">
                  <a:latin typeface="Times New Roman"/>
                  <a:cs typeface="Times New Roman"/>
                </a:rPr>
                <a:t>	</a:t>
              </a:r>
              <a:r>
                <a:rPr sz="3600" spc="-25" dirty="0">
                  <a:latin typeface="Times New Roman"/>
                  <a:cs typeface="Times New Roman"/>
                </a:rPr>
                <a:t>1</a:t>
              </a:r>
              <a:r>
                <a:rPr sz="3600" spc="-25" dirty="0">
                  <a:latin typeface="Symbol"/>
                  <a:cs typeface="Symbol"/>
                </a:rPr>
                <a:t></a:t>
              </a:r>
              <a:r>
                <a:rPr sz="3600" i="1" spc="-25" dirty="0">
                  <a:latin typeface="Times New Roman"/>
                  <a:cs typeface="Times New Roman"/>
                </a:rPr>
                <a:t>h</a:t>
              </a:r>
              <a:r>
                <a:rPr sz="3600" i="1" dirty="0">
                  <a:latin typeface="Times New Roman"/>
                  <a:cs typeface="Times New Roman"/>
                </a:rPr>
                <a:t>	</a:t>
              </a:r>
              <a:r>
                <a:rPr sz="3600" i="1" spc="-50" dirty="0">
                  <a:latin typeface="Times New Roman"/>
                  <a:cs typeface="Times New Roman"/>
                </a:rPr>
                <a:t>R</a:t>
              </a:r>
              <a:endParaRPr sz="3600">
                <a:latin typeface="Times New Roman"/>
                <a:cs typeface="Times New Roman"/>
              </a:endParaRPr>
            </a:p>
          </p:txBody>
        </p:sp>
        <p:sp>
          <p:nvSpPr>
            <p:cNvPr id="68" name="object 78">
              <a:extLst>
                <a:ext uri="{FF2B5EF4-FFF2-40B4-BE49-F238E27FC236}">
                  <a16:creationId xmlns:a16="http://schemas.microsoft.com/office/drawing/2014/main" id="{884CB0BC-7209-F983-E053-30981FCCFEB6}"/>
                </a:ext>
              </a:extLst>
            </p:cNvPr>
            <p:cNvSpPr/>
            <p:nvPr/>
          </p:nvSpPr>
          <p:spPr>
            <a:xfrm>
              <a:off x="6469379" y="3378708"/>
              <a:ext cx="3996054" cy="1057910"/>
            </a:xfrm>
            <a:custGeom>
              <a:avLst/>
              <a:gdLst/>
              <a:ahLst/>
              <a:cxnLst/>
              <a:rect l="l" t="t" r="r" b="b"/>
              <a:pathLst>
                <a:path w="3996054" h="1057910">
                  <a:moveTo>
                    <a:pt x="0" y="1057656"/>
                  </a:moveTo>
                  <a:lnTo>
                    <a:pt x="3995928" y="1057656"/>
                  </a:lnTo>
                  <a:lnTo>
                    <a:pt x="3995928" y="0"/>
                  </a:lnTo>
                  <a:lnTo>
                    <a:pt x="0" y="0"/>
                  </a:lnTo>
                  <a:lnTo>
                    <a:pt x="0" y="1057656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79">
            <a:extLst>
              <a:ext uri="{FF2B5EF4-FFF2-40B4-BE49-F238E27FC236}">
                <a16:creationId xmlns:a16="http://schemas.microsoft.com/office/drawing/2014/main" id="{29D292AF-BA03-F2E3-C1D3-3E018DF41C0C}"/>
              </a:ext>
            </a:extLst>
          </p:cNvPr>
          <p:cNvSpPr txBox="1"/>
          <p:nvPr/>
        </p:nvSpPr>
        <p:spPr>
          <a:xfrm>
            <a:off x="7558808" y="5571783"/>
            <a:ext cx="2670175" cy="54292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ts val="3400"/>
              </a:lnSpc>
            </a:pPr>
            <a:r>
              <a:rPr sz="5700" i="1" baseline="-12426" dirty="0">
                <a:latin typeface="Times New Roman"/>
                <a:cs typeface="Times New Roman"/>
              </a:rPr>
              <a:t>Y</a:t>
            </a:r>
            <a:r>
              <a:rPr sz="5700" i="1" spc="-750" baseline="-12426" dirty="0">
                <a:latin typeface="Times New Roman"/>
                <a:cs typeface="Times New Roman"/>
              </a:rPr>
              <a:t> </a:t>
            </a:r>
            <a:r>
              <a:rPr sz="2175" baseline="-36398" dirty="0">
                <a:latin typeface="Times New Roman"/>
                <a:cs typeface="Times New Roman"/>
              </a:rPr>
              <a:t>0</a:t>
            </a:r>
            <a:r>
              <a:rPr sz="2175" spc="442" baseline="-36398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0,</a:t>
            </a:r>
            <a:r>
              <a:rPr sz="2500" spc="-28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and</a:t>
            </a:r>
            <a:r>
              <a:rPr sz="2500" i="1" spc="120" dirty="0">
                <a:latin typeface="Times New Roman"/>
                <a:cs typeface="Times New Roman"/>
              </a:rPr>
              <a:t> </a:t>
            </a:r>
            <a:r>
              <a:rPr sz="5700" i="1" baseline="-12426" dirty="0">
                <a:latin typeface="Times New Roman"/>
                <a:cs typeface="Times New Roman"/>
              </a:rPr>
              <a:t>R</a:t>
            </a:r>
            <a:r>
              <a:rPr sz="2175" baseline="-36398" dirty="0">
                <a:latin typeface="Times New Roman"/>
                <a:cs typeface="Times New Roman"/>
              </a:rPr>
              <a:t>0</a:t>
            </a:r>
            <a:r>
              <a:rPr sz="2175" spc="434" baseline="-36398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096482-4409-C7E4-1C23-D718FD2858AB}"/>
              </a:ext>
            </a:extLst>
          </p:cNvPr>
          <p:cNvSpPr txBox="1"/>
          <p:nvPr/>
        </p:nvSpPr>
        <p:spPr>
          <a:xfrm>
            <a:off x="1746848" y="346620"/>
            <a:ext cx="2329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A68695-E128-88D8-A2A7-ED6F034BB32D}"/>
              </a:ext>
            </a:extLst>
          </p:cNvPr>
          <p:cNvSpPr txBox="1"/>
          <p:nvPr/>
        </p:nvSpPr>
        <p:spPr>
          <a:xfrm>
            <a:off x="6666362" y="400390"/>
            <a:ext cx="4455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Hybrid model</a:t>
            </a:r>
          </a:p>
        </p:txBody>
      </p:sp>
    </p:spTree>
    <p:extLst>
      <p:ext uri="{BB962C8B-B14F-4D97-AF65-F5344CB8AC3E}">
        <p14:creationId xmlns:p14="http://schemas.microsoft.com/office/powerpoint/2010/main" val="127604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016" y="321386"/>
            <a:ext cx="60928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CE</a:t>
            </a:r>
            <a:r>
              <a:rPr sz="3200" spc="-65" dirty="0"/>
              <a:t> </a:t>
            </a:r>
            <a:r>
              <a:rPr sz="3200" dirty="0"/>
              <a:t>Amplifier</a:t>
            </a:r>
            <a:r>
              <a:rPr sz="3200" spc="-90" dirty="0"/>
              <a:t> </a:t>
            </a:r>
            <a:r>
              <a:rPr sz="3200" dirty="0"/>
              <a:t>With</a:t>
            </a:r>
            <a:r>
              <a:rPr sz="3200" spc="-70" dirty="0"/>
              <a:t> </a:t>
            </a:r>
            <a:r>
              <a:rPr sz="3200" dirty="0"/>
              <a:t>Emitter</a:t>
            </a:r>
            <a:r>
              <a:rPr sz="3200" spc="-85" dirty="0"/>
              <a:t> </a:t>
            </a:r>
            <a:r>
              <a:rPr sz="3200" spc="-10" dirty="0"/>
              <a:t>Resistance</a:t>
            </a:r>
            <a:endParaRPr sz="3200"/>
          </a:p>
          <a:p>
            <a:pPr marL="109855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(Using</a:t>
            </a:r>
            <a:r>
              <a:rPr sz="3200" b="1" spc="-1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Approximate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Hybrid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Model)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2" y="1499616"/>
            <a:ext cx="7975658" cy="4072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9810" y="-13004"/>
            <a:ext cx="7607300" cy="1246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latin typeface="Calibri"/>
                <a:cs typeface="Calibri"/>
              </a:rPr>
              <a:t>CE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Amplifier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With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Emitter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Resistance</a:t>
            </a:r>
            <a:endParaRPr sz="4000">
              <a:latin typeface="Calibri"/>
              <a:cs typeface="Calibri"/>
            </a:endParaRPr>
          </a:p>
          <a:p>
            <a:pPr marL="125095">
              <a:lnSpc>
                <a:spcPct val="100000"/>
              </a:lnSpc>
            </a:pPr>
            <a:r>
              <a:rPr sz="4000" b="1" dirty="0">
                <a:latin typeface="Calibri"/>
                <a:cs typeface="Calibri"/>
              </a:rPr>
              <a:t>(Using</a:t>
            </a:r>
            <a:r>
              <a:rPr sz="4000" b="1" spc="-7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Approximate</a:t>
            </a:r>
            <a:r>
              <a:rPr sz="4000" b="1" spc="-10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7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2269" y="1939778"/>
            <a:ext cx="2518410" cy="0"/>
          </a:xfrm>
          <a:custGeom>
            <a:avLst/>
            <a:gdLst/>
            <a:ahLst/>
            <a:cxnLst/>
            <a:rect l="l" t="t" r="r" b="b"/>
            <a:pathLst>
              <a:path w="2518410">
                <a:moveTo>
                  <a:pt x="0" y="0"/>
                </a:moveTo>
                <a:lnTo>
                  <a:pt x="2518303" y="0"/>
                </a:lnTo>
              </a:path>
            </a:pathLst>
          </a:custGeom>
          <a:ln w="6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37788" y="1991011"/>
            <a:ext cx="293370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550" i="1" spc="-50" dirty="0">
                <a:latin typeface="Times New Roman"/>
                <a:cs typeface="Times New Roman"/>
              </a:rPr>
              <a:t>R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5480" y="1987406"/>
            <a:ext cx="242570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550" i="1" spc="-50" dirty="0">
                <a:latin typeface="Times New Roman"/>
                <a:cs typeface="Times New Roman"/>
              </a:rPr>
              <a:t>h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046" y="1647388"/>
            <a:ext cx="280670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550" i="1" spc="-50" dirty="0">
                <a:latin typeface="Times New Roman"/>
                <a:cs typeface="Times New Roman"/>
              </a:rPr>
              <a:t>A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5884" y="2172749"/>
            <a:ext cx="14922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-50" dirty="0">
                <a:latin typeface="Times New Roman"/>
                <a:cs typeface="Times New Roman"/>
              </a:rPr>
              <a:t>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1474" y="2222610"/>
            <a:ext cx="18351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-50" dirty="0">
                <a:latin typeface="Times New Roman"/>
                <a:cs typeface="Times New Roman"/>
              </a:rPr>
              <a:t>L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6963" y="2176353"/>
            <a:ext cx="29908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-25" dirty="0">
                <a:latin typeface="Times New Roman"/>
                <a:cs typeface="Times New Roman"/>
              </a:rPr>
              <a:t>oe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4933" y="1939329"/>
            <a:ext cx="6286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350" i="1" spc="-50" dirty="0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93389" y="1941751"/>
            <a:ext cx="2530475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1000760" algn="l"/>
                <a:tab pos="1659255" algn="l"/>
                <a:tab pos="2364105" algn="l"/>
              </a:tabLst>
            </a:pPr>
            <a:r>
              <a:rPr sz="5325" spc="-37" baseline="1564" dirty="0">
                <a:latin typeface="Times New Roman"/>
                <a:cs typeface="Times New Roman"/>
              </a:rPr>
              <a:t>1</a:t>
            </a:r>
            <a:r>
              <a:rPr sz="5325" spc="-37" baseline="1564" dirty="0">
                <a:latin typeface="Symbol"/>
                <a:cs typeface="Symbol"/>
              </a:rPr>
              <a:t></a:t>
            </a:r>
            <a:r>
              <a:rPr sz="5325" baseline="1564" dirty="0">
                <a:latin typeface="Times New Roman"/>
                <a:cs typeface="Times New Roman"/>
              </a:rPr>
              <a:t>	</a:t>
            </a:r>
            <a:r>
              <a:rPr sz="3550" spc="50" dirty="0">
                <a:latin typeface="Times New Roman"/>
                <a:cs typeface="Times New Roman"/>
              </a:rPr>
              <a:t>(</a:t>
            </a:r>
            <a:r>
              <a:rPr sz="3550" i="1" spc="50" dirty="0">
                <a:latin typeface="Times New Roman"/>
                <a:cs typeface="Times New Roman"/>
              </a:rPr>
              <a:t>R</a:t>
            </a:r>
            <a:r>
              <a:rPr sz="3550" i="1" dirty="0">
                <a:latin typeface="Times New Roman"/>
                <a:cs typeface="Times New Roman"/>
              </a:rPr>
              <a:t>	</a:t>
            </a:r>
            <a:r>
              <a:rPr sz="5325" spc="-75" baseline="1564" dirty="0">
                <a:latin typeface="Symbol"/>
                <a:cs typeface="Symbol"/>
              </a:rPr>
              <a:t></a:t>
            </a:r>
            <a:r>
              <a:rPr sz="5325" baseline="1564" dirty="0">
                <a:latin typeface="Times New Roman"/>
                <a:cs typeface="Times New Roman"/>
              </a:rPr>
              <a:t>	</a:t>
            </a:r>
            <a:r>
              <a:rPr sz="5325" spc="-75" baseline="1564" dirty="0">
                <a:latin typeface="Times New Roman"/>
                <a:cs typeface="Times New Roman"/>
              </a:rPr>
              <a:t>)</a:t>
            </a:r>
            <a:endParaRPr sz="5325" baseline="1564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4561" y="1328991"/>
            <a:ext cx="1851025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2350" i="1" dirty="0">
                <a:latin typeface="Times New Roman"/>
                <a:cs typeface="Times New Roman"/>
              </a:rPr>
              <a:t>oe</a:t>
            </a:r>
            <a:r>
              <a:rPr sz="2350" i="1" spc="-325" dirty="0">
                <a:latin typeface="Times New Roman"/>
                <a:cs typeface="Times New Roman"/>
              </a:rPr>
              <a:t> </a:t>
            </a:r>
            <a:r>
              <a:rPr sz="5325" i="1" spc="142" baseline="3912" dirty="0">
                <a:latin typeface="Times New Roman"/>
                <a:cs typeface="Times New Roman"/>
              </a:rPr>
              <a:t>R</a:t>
            </a:r>
            <a:r>
              <a:rPr sz="2350" i="1" spc="95" dirty="0">
                <a:latin typeface="Times New Roman"/>
                <a:cs typeface="Times New Roman"/>
              </a:rPr>
              <a:t>e</a:t>
            </a:r>
            <a:r>
              <a:rPr sz="5325" spc="142" baseline="11737" dirty="0">
                <a:latin typeface="Symbol"/>
                <a:cs typeface="Symbol"/>
              </a:rPr>
              <a:t></a:t>
            </a:r>
            <a:r>
              <a:rPr sz="5325" i="1" spc="142" baseline="11737" dirty="0">
                <a:latin typeface="Times New Roman"/>
                <a:cs typeface="Times New Roman"/>
              </a:rPr>
              <a:t>h</a:t>
            </a:r>
            <a:r>
              <a:rPr sz="5325" i="1" spc="-525" baseline="11737" dirty="0">
                <a:latin typeface="Times New Roman"/>
                <a:cs typeface="Times New Roman"/>
              </a:rPr>
              <a:t> </a:t>
            </a:r>
            <a:r>
              <a:rPr sz="3525" i="1" spc="104" baseline="-7092" dirty="0">
                <a:latin typeface="Times New Roman"/>
                <a:cs typeface="Times New Roman"/>
              </a:rPr>
              <a:t>fe</a:t>
            </a:r>
            <a:endParaRPr sz="3525" baseline="-7092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1660" y="1700553"/>
            <a:ext cx="1809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93748" y="1272539"/>
            <a:ext cx="3408045" cy="1386840"/>
          </a:xfrm>
          <a:custGeom>
            <a:avLst/>
            <a:gdLst/>
            <a:ahLst/>
            <a:cxnLst/>
            <a:rect l="l" t="t" r="r" b="b"/>
            <a:pathLst>
              <a:path w="3408045" h="1386839">
                <a:moveTo>
                  <a:pt x="0" y="1386839"/>
                </a:moveTo>
                <a:lnTo>
                  <a:pt x="3407664" y="1386839"/>
                </a:lnTo>
                <a:lnTo>
                  <a:pt x="3407664" y="0"/>
                </a:lnTo>
                <a:lnTo>
                  <a:pt x="0" y="0"/>
                </a:lnTo>
                <a:lnTo>
                  <a:pt x="0" y="1386839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11182" y="2654299"/>
            <a:ext cx="22352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i="1" spc="-9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5539" y="2699948"/>
            <a:ext cx="392874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1655" algn="l"/>
                <a:tab pos="1057910" algn="l"/>
                <a:tab pos="1433195" algn="l"/>
                <a:tab pos="2362835" algn="l"/>
                <a:tab pos="2963545" algn="l"/>
                <a:tab pos="3686810" algn="l"/>
              </a:tabLst>
            </a:pPr>
            <a:r>
              <a:rPr sz="3400" i="1" spc="-50" dirty="0">
                <a:latin typeface="Times New Roman"/>
                <a:cs typeface="Times New Roman"/>
              </a:rPr>
              <a:t>R</a:t>
            </a:r>
            <a:r>
              <a:rPr sz="3400" i="1" dirty="0">
                <a:latin typeface="Times New Roman"/>
                <a:cs typeface="Times New Roman"/>
              </a:rPr>
              <a:t>	</a:t>
            </a:r>
            <a:r>
              <a:rPr sz="3400" i="1" spc="-50" dirty="0">
                <a:latin typeface="Times New Roman"/>
                <a:cs typeface="Times New Roman"/>
              </a:rPr>
              <a:t>h</a:t>
            </a:r>
            <a:r>
              <a:rPr sz="3400" i="1" dirty="0">
                <a:latin typeface="Times New Roman"/>
                <a:cs typeface="Times New Roman"/>
              </a:rPr>
              <a:t>	</a:t>
            </a:r>
            <a:r>
              <a:rPr sz="3400" i="1" spc="-50" dirty="0">
                <a:latin typeface="Times New Roman"/>
                <a:cs typeface="Times New Roman"/>
              </a:rPr>
              <a:t>h</a:t>
            </a:r>
            <a:r>
              <a:rPr sz="3400" i="1" dirty="0">
                <a:latin typeface="Times New Roman"/>
                <a:cs typeface="Times New Roman"/>
              </a:rPr>
              <a:t>	A</a:t>
            </a:r>
            <a:r>
              <a:rPr sz="3400" i="1" spc="-40" dirty="0">
                <a:latin typeface="Times New Roman"/>
                <a:cs typeface="Times New Roman"/>
              </a:rPr>
              <a:t> </a:t>
            </a:r>
            <a:r>
              <a:rPr sz="3400" i="1" spc="-50" dirty="0">
                <a:latin typeface="Times New Roman"/>
                <a:cs typeface="Times New Roman"/>
              </a:rPr>
              <a:t>R</a:t>
            </a:r>
            <a:r>
              <a:rPr sz="3400" i="1" dirty="0">
                <a:latin typeface="Times New Roman"/>
                <a:cs typeface="Times New Roman"/>
              </a:rPr>
              <a:t>	</a:t>
            </a:r>
            <a:r>
              <a:rPr sz="3400" i="1" spc="-50" dirty="0">
                <a:latin typeface="Times New Roman"/>
                <a:cs typeface="Times New Roman"/>
              </a:rPr>
              <a:t>R</a:t>
            </a:r>
            <a:r>
              <a:rPr sz="3400" i="1" dirty="0">
                <a:latin typeface="Times New Roman"/>
                <a:cs typeface="Times New Roman"/>
              </a:rPr>
              <a:t>	</a:t>
            </a:r>
            <a:r>
              <a:rPr sz="3400" i="1" spc="-50" dirty="0">
                <a:latin typeface="Times New Roman"/>
                <a:cs typeface="Times New Roman"/>
              </a:rPr>
              <a:t>R</a:t>
            </a:r>
            <a:r>
              <a:rPr sz="3400" i="1" dirty="0">
                <a:latin typeface="Times New Roman"/>
                <a:cs typeface="Times New Roman"/>
              </a:rPr>
              <a:t>	</a:t>
            </a:r>
            <a:r>
              <a:rPr sz="3400" i="1" spc="-459" dirty="0">
                <a:latin typeface="Times New Roman"/>
                <a:cs typeface="Times New Roman"/>
              </a:rPr>
              <a:t>A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4745" y="2885609"/>
            <a:ext cx="142875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i="1" spc="-50" dirty="0">
                <a:latin typeface="Times New Roman"/>
                <a:cs typeface="Times New Roman"/>
              </a:rPr>
              <a:t>e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0213" y="3023357"/>
            <a:ext cx="15938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25" dirty="0">
                <a:latin typeface="Times New Roman"/>
                <a:cs typeface="Times New Roman"/>
              </a:rPr>
              <a:t>re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04135" y="2713150"/>
            <a:ext cx="61023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300" i="1" spc="-50" dirty="0">
                <a:latin typeface="Times New Roman"/>
                <a:cs typeface="Times New Roman"/>
              </a:rPr>
              <a:t>i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3400" i="1" spc="-114" dirty="0">
                <a:latin typeface="Times New Roman"/>
                <a:cs typeface="Times New Roman"/>
              </a:rPr>
              <a:t>R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99634" y="2977707"/>
            <a:ext cx="6946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12775" algn="l"/>
              </a:tabLst>
            </a:pPr>
            <a:r>
              <a:rPr sz="1300" i="1" spc="-50" dirty="0">
                <a:latin typeface="Times New Roman"/>
                <a:cs typeface="Times New Roman"/>
              </a:rPr>
              <a:t>e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50630" y="2981007"/>
            <a:ext cx="9061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2115" algn="l"/>
                <a:tab pos="807085" algn="l"/>
              </a:tabLst>
            </a:pPr>
            <a:r>
              <a:rPr sz="1300" i="1" spc="-25" dirty="0">
                <a:latin typeface="Times New Roman"/>
                <a:cs typeface="Times New Roman"/>
              </a:rPr>
              <a:t>re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950" i="1" spc="-75" baseline="2136" dirty="0">
                <a:latin typeface="Times New Roman"/>
                <a:cs typeface="Times New Roman"/>
              </a:rPr>
              <a:t>i</a:t>
            </a:r>
            <a:r>
              <a:rPr sz="1950" i="1" baseline="2136" dirty="0">
                <a:latin typeface="Times New Roman"/>
                <a:cs typeface="Times New Roman"/>
              </a:rPr>
              <a:t>	</a:t>
            </a:r>
            <a:r>
              <a:rPr sz="1950" i="1" spc="-75" baseline="2136" dirty="0">
                <a:latin typeface="Times New Roman"/>
                <a:cs typeface="Times New Roman"/>
              </a:rPr>
              <a:t>L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9079" y="2981007"/>
            <a:ext cx="1447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25" dirty="0">
                <a:latin typeface="Times New Roman"/>
                <a:cs typeface="Times New Roman"/>
              </a:rPr>
              <a:t>ie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6831" y="2977707"/>
            <a:ext cx="6858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i="1" spc="-50" dirty="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1640" y="2584951"/>
            <a:ext cx="3876040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1020" algn="l"/>
                <a:tab pos="1388745" algn="l"/>
                <a:tab pos="1833880" algn="l"/>
                <a:tab pos="2338705" algn="l"/>
                <a:tab pos="2959735" algn="l"/>
                <a:tab pos="3622675" algn="l"/>
              </a:tabLst>
            </a:pPr>
            <a:r>
              <a:rPr sz="2250" spc="-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Symbol"/>
                <a:cs typeface="Symbol"/>
              </a:rPr>
              <a:t>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550" spc="-565" dirty="0">
                <a:latin typeface="Symbol"/>
                <a:cs typeface="Symbol"/>
              </a:rPr>
              <a:t></a:t>
            </a:r>
            <a:r>
              <a:rPr sz="35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Symbol"/>
                <a:cs typeface="Symbol"/>
              </a:rPr>
              <a:t>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550" spc="-295" dirty="0">
                <a:latin typeface="Symbol"/>
                <a:cs typeface="Symbol"/>
              </a:rPr>
              <a:t></a:t>
            </a:r>
            <a:r>
              <a:rPr sz="2250" spc="-295" dirty="0">
                <a:latin typeface="Symbol"/>
                <a:cs typeface="Symbol"/>
              </a:rPr>
              <a:t>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550" spc="-350" dirty="0">
                <a:latin typeface="Symbol"/>
                <a:cs typeface="Symbol"/>
              </a:rPr>
              <a:t></a:t>
            </a:r>
            <a:r>
              <a:rPr sz="2250" spc="-350" dirty="0">
                <a:latin typeface="Times New Roman"/>
                <a:cs typeface="Times New Roman"/>
              </a:rPr>
              <a:t>1</a:t>
            </a:r>
            <a:r>
              <a:rPr sz="2250" spc="-350" dirty="0">
                <a:latin typeface="Symbol"/>
                <a:cs typeface="Symbol"/>
              </a:rPr>
              <a:t>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550" spc="-300" dirty="0">
                <a:latin typeface="Symbol"/>
                <a:cs typeface="Symbol"/>
              </a:rPr>
              <a:t></a:t>
            </a:r>
            <a:r>
              <a:rPr sz="2250" spc="-300" dirty="0">
                <a:latin typeface="Symbol"/>
                <a:cs typeface="Symbol"/>
              </a:rPr>
              <a:t>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67155" y="2702051"/>
            <a:ext cx="5026660" cy="573405"/>
          </a:xfrm>
          <a:custGeom>
            <a:avLst/>
            <a:gdLst/>
            <a:ahLst/>
            <a:cxnLst/>
            <a:rect l="l" t="t" r="r" b="b"/>
            <a:pathLst>
              <a:path w="5026660" h="573404">
                <a:moveTo>
                  <a:pt x="0" y="573024"/>
                </a:moveTo>
                <a:lnTo>
                  <a:pt x="5026152" y="573024"/>
                </a:lnTo>
                <a:lnTo>
                  <a:pt x="5026152" y="0"/>
                </a:lnTo>
                <a:lnTo>
                  <a:pt x="0" y="0"/>
                </a:lnTo>
                <a:lnTo>
                  <a:pt x="0" y="57302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65982" y="3985743"/>
            <a:ext cx="1036319" cy="0"/>
          </a:xfrm>
          <a:custGeom>
            <a:avLst/>
            <a:gdLst/>
            <a:ahLst/>
            <a:cxnLst/>
            <a:rect l="l" t="t" r="r" b="b"/>
            <a:pathLst>
              <a:path w="1036320">
                <a:moveTo>
                  <a:pt x="0" y="0"/>
                </a:moveTo>
                <a:lnTo>
                  <a:pt x="1035774" y="0"/>
                </a:lnTo>
              </a:path>
            </a:pathLst>
          </a:custGeom>
          <a:ln w="15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32122" y="3348226"/>
            <a:ext cx="81280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400" i="1" dirty="0">
                <a:latin typeface="Times New Roman"/>
                <a:cs typeface="Times New Roman"/>
              </a:rPr>
              <a:t>A</a:t>
            </a:r>
            <a:r>
              <a:rPr sz="4400" i="1" spc="-190" dirty="0">
                <a:latin typeface="Times New Roman"/>
                <a:cs typeface="Times New Roman"/>
              </a:rPr>
              <a:t> </a:t>
            </a:r>
            <a:r>
              <a:rPr sz="4400" i="1" spc="-50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48671" y="3628450"/>
            <a:ext cx="3530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400" i="1" spc="-50" dirty="0">
                <a:latin typeface="Times New Roman"/>
                <a:cs typeface="Times New Roman"/>
              </a:rPr>
              <a:t>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84021" y="3918345"/>
            <a:ext cx="42227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400" i="1" spc="-25" dirty="0">
                <a:latin typeface="Times New Roman"/>
                <a:cs typeface="Times New Roman"/>
              </a:rPr>
              <a:t>R</a:t>
            </a:r>
            <a:r>
              <a:rPr sz="2550" i="1" spc="-37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53162" y="3706486"/>
            <a:ext cx="1333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54608" y="3706486"/>
            <a:ext cx="730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74112" y="3986710"/>
            <a:ext cx="10922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700" i="1" spc="-50" dirty="0">
                <a:latin typeface="Times New Roman"/>
                <a:cs typeface="Times New Roman"/>
              </a:rPr>
              <a:t>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65819" y="3694264"/>
            <a:ext cx="21653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900" spc="-50" dirty="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436876" y="3415284"/>
            <a:ext cx="2054860" cy="1179830"/>
          </a:xfrm>
          <a:custGeom>
            <a:avLst/>
            <a:gdLst/>
            <a:ahLst/>
            <a:cxnLst/>
            <a:rect l="l" t="t" r="r" b="b"/>
            <a:pathLst>
              <a:path w="2054860" h="1179829">
                <a:moveTo>
                  <a:pt x="0" y="1179576"/>
                </a:moveTo>
                <a:lnTo>
                  <a:pt x="2054352" y="1179576"/>
                </a:lnTo>
                <a:lnTo>
                  <a:pt x="2054352" y="0"/>
                </a:lnTo>
                <a:lnTo>
                  <a:pt x="0" y="0"/>
                </a:lnTo>
                <a:lnTo>
                  <a:pt x="0" y="117957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42538" y="5333616"/>
            <a:ext cx="807720" cy="0"/>
          </a:xfrm>
          <a:custGeom>
            <a:avLst/>
            <a:gdLst/>
            <a:ahLst/>
            <a:cxnLst/>
            <a:rect l="l" t="t" r="r" b="b"/>
            <a:pathLst>
              <a:path w="807719">
                <a:moveTo>
                  <a:pt x="0" y="0"/>
                </a:moveTo>
                <a:lnTo>
                  <a:pt x="807156" y="0"/>
                </a:lnTo>
              </a:path>
            </a:pathLst>
          </a:custGeom>
          <a:ln w="120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26662" y="4717345"/>
            <a:ext cx="1215390" cy="572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55370" algn="l"/>
              </a:tabLst>
            </a:pPr>
            <a:r>
              <a:rPr sz="3600" spc="-509" dirty="0">
                <a:latin typeface="Symbol"/>
                <a:cs typeface="Symbol"/>
              </a:rPr>
              <a:t>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795" dirty="0">
                <a:latin typeface="Symbol"/>
                <a:cs typeface="Symbol"/>
              </a:rPr>
              <a:t>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42191" y="4717345"/>
            <a:ext cx="120014" cy="572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spc="-509" dirty="0">
                <a:latin typeface="Symbol"/>
                <a:cs typeface="Symbol"/>
              </a:rPr>
              <a:t>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23757" y="5333616"/>
            <a:ext cx="3993515" cy="0"/>
          </a:xfrm>
          <a:custGeom>
            <a:avLst/>
            <a:gdLst/>
            <a:ahLst/>
            <a:cxnLst/>
            <a:rect l="l" t="t" r="r" b="b"/>
            <a:pathLst>
              <a:path w="3993515">
                <a:moveTo>
                  <a:pt x="0" y="0"/>
                </a:moveTo>
                <a:lnTo>
                  <a:pt x="2405339" y="0"/>
                </a:lnTo>
              </a:path>
              <a:path w="3993515">
                <a:moveTo>
                  <a:pt x="3594552" y="0"/>
                </a:moveTo>
                <a:lnTo>
                  <a:pt x="3993501" y="0"/>
                </a:lnTo>
              </a:path>
            </a:pathLst>
          </a:custGeom>
          <a:ln w="12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636152" y="5279420"/>
            <a:ext cx="2901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34888" y="5057020"/>
            <a:ext cx="26606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1" spc="-50" dirty="0">
                <a:latin typeface="Times New Roman"/>
                <a:cs typeface="Times New Roman"/>
              </a:rPr>
              <a:t>Y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7997" y="5279420"/>
            <a:ext cx="7169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9420" algn="l"/>
              </a:tabLst>
            </a:pPr>
            <a:r>
              <a:rPr sz="3350" i="1" spc="-50" dirty="0">
                <a:latin typeface="Times New Roman"/>
                <a:cs typeface="Times New Roman"/>
              </a:rPr>
              <a:t>h</a:t>
            </a:r>
            <a:r>
              <a:rPr sz="3350" i="1" dirty="0">
                <a:latin typeface="Times New Roman"/>
                <a:cs typeface="Times New Roman"/>
              </a:rPr>
              <a:t>	</a:t>
            </a: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15114" y="4838617"/>
            <a:ext cx="21570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16585" algn="l"/>
                <a:tab pos="1452245" algn="l"/>
                <a:tab pos="1879600" algn="l"/>
              </a:tabLst>
            </a:pPr>
            <a:r>
              <a:rPr sz="3350" i="1" spc="-50" dirty="0">
                <a:latin typeface="Times New Roman"/>
                <a:cs typeface="Times New Roman"/>
              </a:rPr>
              <a:t>R</a:t>
            </a:r>
            <a:r>
              <a:rPr sz="3350" i="1" dirty="0">
                <a:latin typeface="Times New Roman"/>
                <a:cs typeface="Times New Roman"/>
              </a:rPr>
              <a:t>	</a:t>
            </a:r>
            <a:r>
              <a:rPr sz="3350" i="1" spc="-50" dirty="0">
                <a:latin typeface="Times New Roman"/>
                <a:cs typeface="Times New Roman"/>
              </a:rPr>
              <a:t>h</a:t>
            </a:r>
            <a:r>
              <a:rPr sz="3350" i="1" dirty="0">
                <a:latin typeface="Times New Roman"/>
                <a:cs typeface="Times New Roman"/>
              </a:rPr>
              <a:t>	</a:t>
            </a:r>
            <a:r>
              <a:rPr sz="3350" i="1" spc="-50" dirty="0">
                <a:latin typeface="Times New Roman"/>
                <a:cs typeface="Times New Roman"/>
              </a:rPr>
              <a:t>h</a:t>
            </a:r>
            <a:r>
              <a:rPr sz="3350" i="1" dirty="0">
                <a:latin typeface="Times New Roman"/>
                <a:cs typeface="Times New Roman"/>
              </a:rPr>
              <a:t>	</a:t>
            </a: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46659" y="5275989"/>
            <a:ext cx="24193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1" spc="-50" dirty="0">
                <a:latin typeface="Times New Roman"/>
                <a:cs typeface="Times New Roman"/>
              </a:rPr>
              <a:t>h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9971" y="5057020"/>
            <a:ext cx="2901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65311" y="5106461"/>
            <a:ext cx="457834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i="1" spc="-25" dirty="0">
                <a:latin typeface="Times New Roman"/>
                <a:cs typeface="Times New Roman"/>
              </a:rPr>
              <a:t>and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43220" y="5557828"/>
            <a:ext cx="58166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93395" algn="l"/>
              </a:tabLst>
            </a:pPr>
            <a:r>
              <a:rPr sz="1300" i="1" spc="-25" dirty="0">
                <a:latin typeface="Times New Roman"/>
                <a:cs typeface="Times New Roman"/>
              </a:rPr>
              <a:t>oe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69775" y="5116453"/>
            <a:ext cx="58229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94030" algn="l"/>
              </a:tabLst>
            </a:pPr>
            <a:r>
              <a:rPr sz="1300" i="1" spc="-25" dirty="0">
                <a:latin typeface="Times New Roman"/>
                <a:cs typeface="Times New Roman"/>
              </a:rPr>
              <a:t>oe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-5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32029" y="5116453"/>
            <a:ext cx="16129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i="1" spc="30" dirty="0">
                <a:latin typeface="Times New Roman"/>
                <a:cs typeface="Times New Roman"/>
              </a:rPr>
              <a:t>ie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89177" y="5113592"/>
            <a:ext cx="9144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i="1" spc="-5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61739" y="5557828"/>
            <a:ext cx="19558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i="1" spc="25" dirty="0">
                <a:latin typeface="Times New Roman"/>
                <a:cs typeface="Times New Roman"/>
              </a:rPr>
              <a:t>oe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97649" y="5082145"/>
            <a:ext cx="16129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i="1" spc="30" dirty="0">
                <a:latin typeface="Times New Roman"/>
                <a:cs typeface="Times New Roman"/>
              </a:rPr>
              <a:t>fe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05060" y="5554969"/>
            <a:ext cx="10985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24079" y="5331996"/>
            <a:ext cx="10985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8832" y="5331995"/>
            <a:ext cx="10985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732787" y="4926929"/>
            <a:ext cx="17018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76071" y="5106461"/>
            <a:ext cx="18415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510603" y="4888057"/>
            <a:ext cx="101917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1990" algn="l"/>
              </a:tabLst>
            </a:pPr>
            <a:r>
              <a:rPr sz="2250" spc="-50" dirty="0">
                <a:latin typeface="Symbol"/>
                <a:cs typeface="Symbol"/>
              </a:rPr>
              <a:t>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55" dirty="0">
                <a:latin typeface="Times New Roman"/>
                <a:cs typeface="Times New Roman"/>
              </a:rPr>
              <a:t>1</a:t>
            </a:r>
            <a:r>
              <a:rPr sz="2250" spc="55" dirty="0">
                <a:latin typeface="Symbol"/>
                <a:cs typeface="Symbol"/>
              </a:rPr>
              <a:t>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95381" y="5106461"/>
            <a:ext cx="18415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latin typeface="Symbol"/>
                <a:cs typeface="Symbol"/>
              </a:rPr>
              <a:t>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299" y="5106461"/>
            <a:ext cx="18415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99774" y="4800289"/>
            <a:ext cx="6908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-25" dirty="0">
                <a:latin typeface="Times New Roman"/>
                <a:cs typeface="Times New Roman"/>
              </a:rPr>
              <a:t>1</a:t>
            </a:r>
            <a:r>
              <a:rPr sz="3350" spc="-25" dirty="0">
                <a:latin typeface="Symbol"/>
                <a:cs typeface="Symbol"/>
              </a:rPr>
              <a:t></a:t>
            </a:r>
            <a:r>
              <a:rPr sz="3350" i="1" spc="-25" dirty="0">
                <a:latin typeface="Times New Roman"/>
                <a:cs typeface="Times New Roman"/>
              </a:rPr>
              <a:t>h</a:t>
            </a:r>
            <a:endParaRPr sz="335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10311" y="1115567"/>
            <a:ext cx="6059805" cy="4916170"/>
            <a:chOff x="210311" y="1115567"/>
            <a:chExt cx="6059805" cy="4916170"/>
          </a:xfrm>
        </p:grpSpPr>
        <p:sp>
          <p:nvSpPr>
            <p:cNvPr id="62" name="object 62"/>
            <p:cNvSpPr/>
            <p:nvPr/>
          </p:nvSpPr>
          <p:spPr>
            <a:xfrm>
              <a:off x="224027" y="4844796"/>
              <a:ext cx="5870575" cy="984885"/>
            </a:xfrm>
            <a:custGeom>
              <a:avLst/>
              <a:gdLst/>
              <a:ahLst/>
              <a:cxnLst/>
              <a:rect l="l" t="t" r="r" b="b"/>
              <a:pathLst>
                <a:path w="5870575" h="984885">
                  <a:moveTo>
                    <a:pt x="0" y="984503"/>
                  </a:moveTo>
                  <a:lnTo>
                    <a:pt x="5870448" y="984503"/>
                  </a:lnTo>
                  <a:lnTo>
                    <a:pt x="5870448" y="0"/>
                  </a:lnTo>
                  <a:lnTo>
                    <a:pt x="0" y="0"/>
                  </a:lnTo>
                  <a:lnTo>
                    <a:pt x="0" y="984503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67627" y="1144523"/>
              <a:ext cx="73025" cy="4858385"/>
            </a:xfrm>
            <a:custGeom>
              <a:avLst/>
              <a:gdLst/>
              <a:ahLst/>
              <a:cxnLst/>
              <a:rect l="l" t="t" r="r" b="b"/>
              <a:pathLst>
                <a:path w="73025" h="4858385">
                  <a:moveTo>
                    <a:pt x="73025" y="0"/>
                  </a:moveTo>
                  <a:lnTo>
                    <a:pt x="0" y="4857788"/>
                  </a:lnTo>
                </a:path>
              </a:pathLst>
            </a:custGeom>
            <a:ln w="57912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298435" y="1488947"/>
            <a:ext cx="1643380" cy="73152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575"/>
              </a:spcBef>
            </a:pPr>
            <a:r>
              <a:rPr sz="5325" i="1" baseline="1564" dirty="0">
                <a:latin typeface="Times New Roman"/>
                <a:cs typeface="Times New Roman"/>
              </a:rPr>
              <a:t>A</a:t>
            </a:r>
            <a:r>
              <a:rPr sz="1350" i="1" dirty="0">
                <a:latin typeface="Times New Roman"/>
                <a:cs typeface="Times New Roman"/>
              </a:rPr>
              <a:t>i</a:t>
            </a:r>
            <a:r>
              <a:rPr sz="1350" i="1" spc="200" dirty="0">
                <a:latin typeface="Times New Roman"/>
                <a:cs typeface="Times New Roman"/>
              </a:rPr>
              <a:t> </a:t>
            </a:r>
            <a:r>
              <a:rPr sz="3525" baseline="21276" dirty="0">
                <a:latin typeface="Symbol"/>
                <a:cs typeface="Symbol"/>
              </a:rPr>
              <a:t></a:t>
            </a:r>
            <a:r>
              <a:rPr sz="3525" spc="-135" baseline="21276" dirty="0">
                <a:latin typeface="Times New Roman"/>
                <a:cs typeface="Times New Roman"/>
              </a:rPr>
              <a:t> </a:t>
            </a:r>
            <a:r>
              <a:rPr sz="5325" spc="82" baseline="11737" dirty="0">
                <a:latin typeface="Symbol"/>
                <a:cs typeface="Symbol"/>
              </a:rPr>
              <a:t></a:t>
            </a:r>
            <a:r>
              <a:rPr sz="5325" i="1" spc="82" baseline="4694" dirty="0">
                <a:latin typeface="Times New Roman"/>
                <a:cs typeface="Times New Roman"/>
              </a:rPr>
              <a:t>h</a:t>
            </a:r>
            <a:r>
              <a:rPr sz="5325" i="1" spc="-562" baseline="4694" dirty="0">
                <a:latin typeface="Times New Roman"/>
                <a:cs typeface="Times New Roman"/>
              </a:rPr>
              <a:t> </a:t>
            </a:r>
            <a:r>
              <a:rPr sz="2350" i="1" spc="65" dirty="0">
                <a:latin typeface="Times New Roman"/>
                <a:cs typeface="Times New Roman"/>
              </a:rPr>
              <a:t>fe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98791" y="2517197"/>
            <a:ext cx="256794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025" i="1" baseline="2487" dirty="0">
                <a:latin typeface="Times New Roman"/>
                <a:cs typeface="Times New Roman"/>
              </a:rPr>
              <a:t>R</a:t>
            </a:r>
            <a:r>
              <a:rPr sz="1300" i="1" dirty="0">
                <a:latin typeface="Times New Roman"/>
                <a:cs typeface="Times New Roman"/>
              </a:rPr>
              <a:t>i</a:t>
            </a:r>
            <a:r>
              <a:rPr sz="1300" i="1" spc="285" dirty="0">
                <a:latin typeface="Times New Roman"/>
                <a:cs typeface="Times New Roman"/>
              </a:rPr>
              <a:t> </a:t>
            </a:r>
            <a:r>
              <a:rPr sz="3300" baseline="21464" dirty="0">
                <a:latin typeface="Symbol"/>
                <a:cs typeface="Symbol"/>
              </a:rPr>
              <a:t></a:t>
            </a:r>
            <a:r>
              <a:rPr sz="3300" spc="-30" baseline="21464" dirty="0">
                <a:latin typeface="Times New Roman"/>
                <a:cs typeface="Times New Roman"/>
              </a:rPr>
              <a:t> </a:t>
            </a:r>
            <a:r>
              <a:rPr sz="5025" i="1" baseline="2487" dirty="0">
                <a:latin typeface="Times New Roman"/>
                <a:cs typeface="Times New Roman"/>
              </a:rPr>
              <a:t>h</a:t>
            </a:r>
            <a:r>
              <a:rPr sz="1300" i="1" dirty="0">
                <a:latin typeface="Times New Roman"/>
                <a:cs typeface="Times New Roman"/>
              </a:rPr>
              <a:t>ie</a:t>
            </a:r>
            <a:r>
              <a:rPr sz="1300" i="1" spc="40" dirty="0">
                <a:latin typeface="Times New Roman"/>
                <a:cs typeface="Times New Roman"/>
              </a:rPr>
              <a:t> </a:t>
            </a:r>
            <a:r>
              <a:rPr sz="3300" baseline="21464" dirty="0">
                <a:latin typeface="Symbol"/>
                <a:cs typeface="Symbol"/>
              </a:rPr>
              <a:t></a:t>
            </a:r>
            <a:r>
              <a:rPr sz="3300" spc="-202" baseline="21464" dirty="0">
                <a:latin typeface="Times New Roman"/>
                <a:cs typeface="Times New Roman"/>
              </a:rPr>
              <a:t> </a:t>
            </a:r>
            <a:r>
              <a:rPr sz="6225" spc="-179" baseline="11378" dirty="0">
                <a:latin typeface="Symbol"/>
                <a:cs typeface="Symbol"/>
              </a:rPr>
              <a:t></a:t>
            </a:r>
            <a:r>
              <a:rPr sz="5025" spc="-179" baseline="2487" dirty="0">
                <a:latin typeface="Times New Roman"/>
                <a:cs typeface="Times New Roman"/>
              </a:rPr>
              <a:t>1</a:t>
            </a:r>
            <a:r>
              <a:rPr sz="5025" spc="-179" baseline="2487" dirty="0">
                <a:latin typeface="Symbol"/>
                <a:cs typeface="Symbol"/>
              </a:rPr>
              <a:t></a:t>
            </a:r>
            <a:r>
              <a:rPr sz="5025" i="1" spc="-179" baseline="2487" dirty="0">
                <a:latin typeface="Times New Roman"/>
                <a:cs typeface="Times New Roman"/>
              </a:rPr>
              <a:t>h</a:t>
            </a:r>
            <a:r>
              <a:rPr sz="1300" i="1" spc="-120" dirty="0">
                <a:latin typeface="Times New Roman"/>
                <a:cs typeface="Times New Roman"/>
              </a:rPr>
              <a:t>fe</a:t>
            </a:r>
            <a:r>
              <a:rPr sz="6225" spc="-179" baseline="11378" dirty="0">
                <a:latin typeface="Symbol"/>
                <a:cs typeface="Symbol"/>
              </a:rPr>
              <a:t></a:t>
            </a:r>
            <a:r>
              <a:rPr sz="5025" i="1" spc="-179" baseline="2487" dirty="0">
                <a:latin typeface="Times New Roman"/>
                <a:cs typeface="Times New Roman"/>
              </a:rPr>
              <a:t>R</a:t>
            </a:r>
            <a:r>
              <a:rPr sz="1300" i="1" spc="-12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68668" y="2628900"/>
            <a:ext cx="2624455" cy="551815"/>
          </a:xfrm>
          <a:custGeom>
            <a:avLst/>
            <a:gdLst/>
            <a:ahLst/>
            <a:cxnLst/>
            <a:rect l="l" t="t" r="r" b="b"/>
            <a:pathLst>
              <a:path w="2624454" h="551814">
                <a:moveTo>
                  <a:pt x="0" y="551688"/>
                </a:moveTo>
                <a:lnTo>
                  <a:pt x="2624328" y="551688"/>
                </a:lnTo>
                <a:lnTo>
                  <a:pt x="2624328" y="0"/>
                </a:lnTo>
                <a:lnTo>
                  <a:pt x="0" y="0"/>
                </a:lnTo>
                <a:lnTo>
                  <a:pt x="0" y="5516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15404" y="3898017"/>
            <a:ext cx="3170555" cy="0"/>
          </a:xfrm>
          <a:custGeom>
            <a:avLst/>
            <a:gdLst/>
            <a:ahLst/>
            <a:cxnLst/>
            <a:rect l="l" t="t" r="r" b="b"/>
            <a:pathLst>
              <a:path w="3170554">
                <a:moveTo>
                  <a:pt x="0" y="0"/>
                </a:moveTo>
                <a:lnTo>
                  <a:pt x="828153" y="0"/>
                </a:lnTo>
              </a:path>
              <a:path w="3170554">
                <a:moveTo>
                  <a:pt x="1147887" y="0"/>
                </a:moveTo>
                <a:lnTo>
                  <a:pt x="3170098" y="0"/>
                </a:lnTo>
              </a:path>
            </a:pathLst>
          </a:custGeom>
          <a:ln w="12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268184" y="3374554"/>
            <a:ext cx="664845" cy="573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-225" dirty="0">
                <a:latin typeface="Times New Roman"/>
                <a:cs typeface="Times New Roman"/>
              </a:rPr>
              <a:t> </a:t>
            </a:r>
            <a:r>
              <a:rPr sz="3600" i="1" spc="-5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561362" y="3603638"/>
            <a:ext cx="297180" cy="573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600" i="1" spc="-50" dirty="0">
                <a:latin typeface="Times New Roman"/>
                <a:cs typeface="Times New Roman"/>
              </a:rPr>
              <a:t>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748686" y="4136581"/>
            <a:ext cx="26339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55344" algn="l"/>
                <a:tab pos="2005330" algn="l"/>
                <a:tab pos="2540000" algn="l"/>
              </a:tabLst>
            </a:pPr>
            <a:r>
              <a:rPr sz="1400" i="1" spc="-50" dirty="0">
                <a:latin typeface="Times New Roman"/>
                <a:cs typeface="Times New Roman"/>
              </a:rPr>
              <a:t>i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ie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fe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26025" y="3667744"/>
            <a:ext cx="5130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98780" algn="l"/>
              </a:tabLst>
            </a:pPr>
            <a:r>
              <a:rPr sz="1400" i="1" spc="-50" dirty="0">
                <a:latin typeface="Times New Roman"/>
                <a:cs typeface="Times New Roman"/>
              </a:rPr>
              <a:t>i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21633" y="3896828"/>
            <a:ext cx="9334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825592" y="3352613"/>
            <a:ext cx="1111250" cy="573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400" spc="135" baseline="2314" dirty="0">
                <a:latin typeface="Symbol"/>
                <a:cs typeface="Symbol"/>
              </a:rPr>
              <a:t></a:t>
            </a:r>
            <a:r>
              <a:rPr sz="5400" i="1" spc="135" baseline="2314" dirty="0">
                <a:latin typeface="Times New Roman"/>
                <a:cs typeface="Times New Roman"/>
              </a:rPr>
              <a:t>h</a:t>
            </a:r>
            <a:r>
              <a:rPr sz="1400" i="1" spc="90" dirty="0">
                <a:latin typeface="Times New Roman"/>
                <a:cs typeface="Times New Roman"/>
              </a:rPr>
              <a:t>fe</a:t>
            </a:r>
            <a:r>
              <a:rPr sz="1400" i="1" spc="30" dirty="0">
                <a:latin typeface="Times New Roman"/>
                <a:cs typeface="Times New Roman"/>
              </a:rPr>
              <a:t> </a:t>
            </a:r>
            <a:r>
              <a:rPr sz="5400" i="1" spc="-37" baseline="2314" dirty="0">
                <a:latin typeface="Times New Roman"/>
                <a:cs typeface="Times New Roman"/>
              </a:rPr>
              <a:t>R</a:t>
            </a:r>
            <a:r>
              <a:rPr sz="2100" i="1" spc="-37" baseline="1984" dirty="0">
                <a:latin typeface="Times New Roman"/>
                <a:cs typeface="Times New Roman"/>
              </a:rPr>
              <a:t>L</a:t>
            </a:r>
            <a:endParaRPr sz="2100" baseline="1984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785556" y="3631897"/>
            <a:ext cx="122809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112520" algn="l"/>
              </a:tabLst>
            </a:pPr>
            <a:r>
              <a:rPr sz="2400" dirty="0">
                <a:latin typeface="Symbol"/>
                <a:cs typeface="Symbol"/>
              </a:rPr>
              <a:t>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4450" spc="-750" dirty="0">
                <a:latin typeface="Symbol"/>
                <a:cs typeface="Symbol"/>
              </a:rPr>
              <a:t></a:t>
            </a:r>
            <a:r>
              <a:rPr sz="4450" dirty="0">
                <a:latin typeface="Times New Roman"/>
                <a:cs typeface="Times New Roman"/>
              </a:rPr>
              <a:t>	</a:t>
            </a:r>
            <a:r>
              <a:rPr sz="4450" spc="-750" dirty="0">
                <a:latin typeface="Symbol"/>
                <a:cs typeface="Symbol"/>
              </a:rPr>
              <a:t></a:t>
            </a:r>
            <a:endParaRPr sz="4450">
              <a:latin typeface="Symbol"/>
              <a:cs typeface="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123629" y="3657387"/>
            <a:ext cx="18288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75140" y="3657387"/>
            <a:ext cx="18288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469614" y="3840441"/>
            <a:ext cx="2835275" cy="573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911225" algn="l"/>
                <a:tab pos="1553845" algn="l"/>
                <a:tab pos="2537460" algn="l"/>
              </a:tabLst>
            </a:pPr>
            <a:r>
              <a:rPr sz="3600" i="1" spc="-50" dirty="0">
                <a:latin typeface="Times New Roman"/>
                <a:cs typeface="Times New Roman"/>
              </a:rPr>
              <a:t>R</a:t>
            </a:r>
            <a:r>
              <a:rPr sz="3600" i="1" dirty="0">
                <a:latin typeface="Times New Roman"/>
                <a:cs typeface="Times New Roman"/>
              </a:rPr>
              <a:t>	</a:t>
            </a:r>
            <a:r>
              <a:rPr sz="3600" i="1" spc="-50" dirty="0">
                <a:latin typeface="Times New Roman"/>
                <a:cs typeface="Times New Roman"/>
              </a:rPr>
              <a:t>h</a:t>
            </a:r>
            <a:r>
              <a:rPr sz="3600" i="1" dirty="0">
                <a:latin typeface="Times New Roman"/>
                <a:cs typeface="Times New Roman"/>
              </a:rPr>
              <a:t>	</a:t>
            </a:r>
            <a:r>
              <a:rPr sz="3600" spc="-25" dirty="0">
                <a:latin typeface="Times New Roman"/>
                <a:cs typeface="Times New Roman"/>
              </a:rPr>
              <a:t>1</a:t>
            </a:r>
            <a:r>
              <a:rPr sz="3600" spc="-25" dirty="0">
                <a:latin typeface="Symbol"/>
                <a:cs typeface="Symbol"/>
              </a:rPr>
              <a:t></a:t>
            </a:r>
            <a:r>
              <a:rPr sz="3600" i="1" spc="-25" dirty="0">
                <a:latin typeface="Times New Roman"/>
                <a:cs typeface="Times New Roman"/>
              </a:rPr>
              <a:t>h</a:t>
            </a:r>
            <a:r>
              <a:rPr sz="3600" i="1" dirty="0">
                <a:latin typeface="Times New Roman"/>
                <a:cs typeface="Times New Roman"/>
              </a:rPr>
              <a:t>	</a:t>
            </a:r>
            <a:r>
              <a:rPr sz="3600" i="1" spc="-50" dirty="0">
                <a:latin typeface="Times New Roman"/>
                <a:cs typeface="Times New Roman"/>
              </a:rPr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469379" y="3378708"/>
            <a:ext cx="3996054" cy="1057910"/>
          </a:xfrm>
          <a:custGeom>
            <a:avLst/>
            <a:gdLst/>
            <a:ahLst/>
            <a:cxnLst/>
            <a:rect l="l" t="t" r="r" b="b"/>
            <a:pathLst>
              <a:path w="3996054" h="1057910">
                <a:moveTo>
                  <a:pt x="0" y="1057656"/>
                </a:moveTo>
                <a:lnTo>
                  <a:pt x="3995928" y="1057656"/>
                </a:lnTo>
                <a:lnTo>
                  <a:pt x="3995928" y="0"/>
                </a:lnTo>
                <a:lnTo>
                  <a:pt x="0" y="0"/>
                </a:lnTo>
                <a:lnTo>
                  <a:pt x="0" y="105765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6868668" y="4844796"/>
            <a:ext cx="2670175" cy="54292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845">
              <a:lnSpc>
                <a:spcPts val="3400"/>
              </a:lnSpc>
            </a:pPr>
            <a:r>
              <a:rPr sz="5700" i="1" baseline="-12426" dirty="0">
                <a:latin typeface="Times New Roman"/>
                <a:cs typeface="Times New Roman"/>
              </a:rPr>
              <a:t>Y</a:t>
            </a:r>
            <a:r>
              <a:rPr sz="5700" i="1" spc="-750" baseline="-12426" dirty="0">
                <a:latin typeface="Times New Roman"/>
                <a:cs typeface="Times New Roman"/>
              </a:rPr>
              <a:t> </a:t>
            </a:r>
            <a:r>
              <a:rPr sz="2175" baseline="-36398" dirty="0">
                <a:latin typeface="Times New Roman"/>
                <a:cs typeface="Times New Roman"/>
              </a:rPr>
              <a:t>0</a:t>
            </a:r>
            <a:r>
              <a:rPr sz="2175" spc="442" baseline="-36398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0,</a:t>
            </a:r>
            <a:r>
              <a:rPr sz="2500" spc="-28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and</a:t>
            </a:r>
            <a:r>
              <a:rPr sz="2500" i="1" spc="120" dirty="0">
                <a:latin typeface="Times New Roman"/>
                <a:cs typeface="Times New Roman"/>
              </a:rPr>
              <a:t> </a:t>
            </a:r>
            <a:r>
              <a:rPr sz="5700" i="1" baseline="-12426" dirty="0">
                <a:latin typeface="Times New Roman"/>
                <a:cs typeface="Times New Roman"/>
              </a:rPr>
              <a:t>R</a:t>
            </a:r>
            <a:r>
              <a:rPr sz="2175" baseline="-36398" dirty="0">
                <a:latin typeface="Times New Roman"/>
                <a:cs typeface="Times New Roman"/>
              </a:rPr>
              <a:t>0</a:t>
            </a:r>
            <a:r>
              <a:rPr sz="2175" spc="434" baseline="-36398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</a:t>
            </a:r>
            <a:endParaRPr sz="2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90"/>
              </a:spcBef>
            </a:pPr>
            <a:r>
              <a:rPr dirty="0"/>
              <a:t>CB</a:t>
            </a:r>
            <a:r>
              <a:rPr spc="-100" dirty="0"/>
              <a:t> </a:t>
            </a:r>
            <a:r>
              <a:rPr spc="-10" dirty="0"/>
              <a:t>Amplifier</a:t>
            </a:r>
            <a:r>
              <a:rPr b="1" spc="-10" dirty="0">
                <a:latin typeface="Calibri"/>
                <a:cs typeface="Calibri"/>
              </a:rPr>
              <a:t>(Using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Hybrid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143000"/>
            <a:ext cx="5141976" cy="43037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2847" y="3642359"/>
            <a:ext cx="5145024" cy="2289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0247" y="1363762"/>
            <a:ext cx="3921693" cy="19319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90"/>
              </a:spcBef>
            </a:pPr>
            <a:r>
              <a:rPr dirty="0"/>
              <a:t>CB</a:t>
            </a:r>
            <a:r>
              <a:rPr spc="-100" dirty="0"/>
              <a:t> </a:t>
            </a:r>
            <a:r>
              <a:rPr spc="-10" dirty="0"/>
              <a:t>Amplifier</a:t>
            </a:r>
            <a:r>
              <a:rPr b="1" spc="-10" dirty="0">
                <a:latin typeface="Calibri"/>
                <a:cs typeface="Calibri"/>
              </a:rPr>
              <a:t>(Using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Hybrid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499616"/>
            <a:ext cx="10421112" cy="35570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361" y="261874"/>
            <a:ext cx="79209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999744"/>
            <a:ext cx="5928360" cy="27249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82492" y="1018426"/>
            <a:ext cx="1211580" cy="1250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4800"/>
              </a:lnSpc>
              <a:spcBef>
                <a:spcPts val="135"/>
              </a:spcBef>
              <a:tabLst>
                <a:tab pos="1032510" algn="l"/>
              </a:tabLst>
            </a:pPr>
            <a:r>
              <a:rPr sz="4300" i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4300" i="1" dirty="0">
                <a:latin typeface="Times New Roman"/>
                <a:cs typeface="Times New Roman"/>
              </a:rPr>
              <a:t>	</a:t>
            </a:r>
            <a:r>
              <a:rPr sz="4300" i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4300">
              <a:latin typeface="Times New Roman"/>
              <a:cs typeface="Times New Roman"/>
            </a:endParaRPr>
          </a:p>
          <a:p>
            <a:pPr marL="31750">
              <a:lnSpc>
                <a:spcPts val="4800"/>
              </a:lnSpc>
              <a:tabLst>
                <a:tab pos="1033780" algn="l"/>
              </a:tabLst>
            </a:pPr>
            <a:r>
              <a:rPr sz="4300" i="1" spc="30" dirty="0">
                <a:latin typeface="Times New Roman"/>
                <a:cs typeface="Times New Roman"/>
              </a:rPr>
              <a:t>i</a:t>
            </a:r>
            <a:r>
              <a:rPr sz="4300" i="1" dirty="0">
                <a:latin typeface="Times New Roman"/>
                <a:cs typeface="Times New Roman"/>
              </a:rPr>
              <a:t>	</a:t>
            </a:r>
            <a:r>
              <a:rPr sz="4300" i="1" spc="30" dirty="0">
                <a:latin typeface="Times New Roman"/>
                <a:cs typeface="Times New Roman"/>
              </a:rPr>
              <a:t>i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5535" y="1944689"/>
            <a:ext cx="1276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5" dirty="0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4763" y="1377451"/>
            <a:ext cx="1276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3390" y="1944689"/>
            <a:ext cx="1276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5" dirty="0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64835" y="1380361"/>
            <a:ext cx="15367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20436" y="1364832"/>
            <a:ext cx="54610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110" dirty="0">
                <a:latin typeface="Symbol"/>
                <a:cs typeface="Symbol"/>
              </a:rPr>
              <a:t>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60" dirty="0">
                <a:latin typeface="Symbol"/>
                <a:cs typeface="Symbol"/>
              </a:rPr>
              <a:t>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1290" y="1609568"/>
            <a:ext cx="895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5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71258" y="1364832"/>
            <a:ext cx="73850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8634" algn="l"/>
              </a:tabLst>
            </a:pPr>
            <a:r>
              <a:rPr sz="2900" spc="75" dirty="0">
                <a:latin typeface="Times New Roman"/>
                <a:cs typeface="Times New Roman"/>
              </a:rPr>
              <a:t>A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60" dirty="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04871" y="2174646"/>
            <a:ext cx="2964815" cy="14624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6150" i="1" baseline="2710" dirty="0">
                <a:latin typeface="Times New Roman"/>
                <a:cs typeface="Times New Roman"/>
              </a:rPr>
              <a:t>i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340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</a:t>
            </a:r>
            <a:r>
              <a:rPr sz="4050" spc="-37" baseline="21604" dirty="0">
                <a:latin typeface="Times New Roman"/>
                <a:cs typeface="Times New Roman"/>
              </a:rPr>
              <a:t> </a:t>
            </a:r>
            <a:r>
              <a:rPr sz="6150" i="1" spc="195" baseline="2710" dirty="0">
                <a:latin typeface="Times New Roman"/>
                <a:cs typeface="Times New Roman"/>
              </a:rPr>
              <a:t>h</a:t>
            </a:r>
            <a:r>
              <a:rPr sz="1600" i="1" spc="130" dirty="0">
                <a:latin typeface="Times New Roman"/>
                <a:cs typeface="Times New Roman"/>
              </a:rPr>
              <a:t>fb</a:t>
            </a:r>
            <a:r>
              <a:rPr sz="6150" i="1" spc="195" baseline="2710" dirty="0">
                <a:latin typeface="Times New Roman"/>
                <a:cs typeface="Times New Roman"/>
              </a:rPr>
              <a:t>i</a:t>
            </a:r>
            <a:r>
              <a:rPr sz="1600" i="1" spc="130" dirty="0">
                <a:latin typeface="Times New Roman"/>
                <a:cs typeface="Times New Roman"/>
              </a:rPr>
              <a:t>e </a:t>
            </a:r>
            <a:r>
              <a:rPr sz="4050" baseline="21604" dirty="0">
                <a:latin typeface="Symbol"/>
                <a:cs typeface="Symbol"/>
              </a:rPr>
              <a:t></a:t>
            </a:r>
            <a:r>
              <a:rPr sz="4050" spc="-247" baseline="21604" dirty="0">
                <a:latin typeface="Times New Roman"/>
                <a:cs typeface="Times New Roman"/>
              </a:rPr>
              <a:t> </a:t>
            </a:r>
            <a:r>
              <a:rPr sz="6150" i="1" baseline="2710" dirty="0">
                <a:latin typeface="Times New Roman"/>
                <a:cs typeface="Times New Roman"/>
              </a:rPr>
              <a:t>h</a:t>
            </a:r>
            <a:r>
              <a:rPr sz="1600" i="1" dirty="0">
                <a:latin typeface="Times New Roman"/>
                <a:cs typeface="Times New Roman"/>
              </a:rPr>
              <a:t>ob</a:t>
            </a:r>
            <a:r>
              <a:rPr sz="1600" i="1" spc="-110" dirty="0">
                <a:latin typeface="Times New Roman"/>
                <a:cs typeface="Times New Roman"/>
              </a:rPr>
              <a:t> </a:t>
            </a:r>
            <a:r>
              <a:rPr sz="6150" i="1" spc="-37" baseline="2710" dirty="0">
                <a:latin typeface="Times New Roman"/>
                <a:cs typeface="Times New Roman"/>
              </a:rPr>
              <a:t>v</a:t>
            </a:r>
            <a:r>
              <a:rPr sz="1600" i="1" spc="-25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730"/>
              </a:spcBef>
            </a:pPr>
            <a:r>
              <a:rPr sz="6225" i="1" baseline="2677" dirty="0">
                <a:latin typeface="Times New Roman"/>
                <a:cs typeface="Times New Roman"/>
              </a:rPr>
              <a:t>v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254" dirty="0">
                <a:latin typeface="Times New Roman"/>
                <a:cs typeface="Times New Roman"/>
              </a:rPr>
              <a:t> </a:t>
            </a:r>
            <a:r>
              <a:rPr sz="4125" spc="112" baseline="21212" dirty="0">
                <a:latin typeface="Symbol"/>
                <a:cs typeface="Symbol"/>
              </a:rPr>
              <a:t></a:t>
            </a:r>
            <a:r>
              <a:rPr sz="4125" spc="-419" baseline="21212" dirty="0">
                <a:latin typeface="Times New Roman"/>
                <a:cs typeface="Times New Roman"/>
              </a:rPr>
              <a:t> </a:t>
            </a:r>
            <a:r>
              <a:rPr sz="6225" i="1" spc="135" baseline="2677" dirty="0">
                <a:latin typeface="Times New Roman"/>
                <a:cs typeface="Times New Roman"/>
              </a:rPr>
              <a:t>i</a:t>
            </a:r>
            <a:r>
              <a:rPr sz="1600" i="1" spc="90" dirty="0">
                <a:latin typeface="Times New Roman"/>
                <a:cs typeface="Times New Roman"/>
              </a:rPr>
              <a:t>L</a:t>
            </a:r>
            <a:r>
              <a:rPr sz="1600" i="1" spc="95" dirty="0">
                <a:latin typeface="Times New Roman"/>
                <a:cs typeface="Times New Roman"/>
              </a:rPr>
              <a:t> </a:t>
            </a:r>
            <a:r>
              <a:rPr sz="6225" i="1" spc="89" baseline="2008" dirty="0">
                <a:latin typeface="Times New Roman"/>
                <a:cs typeface="Times New Roman"/>
              </a:rPr>
              <a:t>R</a:t>
            </a:r>
            <a:r>
              <a:rPr sz="2400" i="1" spc="89" baseline="1736" dirty="0">
                <a:latin typeface="Times New Roman"/>
                <a:cs typeface="Times New Roman"/>
              </a:rPr>
              <a:t>L</a:t>
            </a:r>
            <a:r>
              <a:rPr sz="2400" i="1" spc="375" baseline="1736" dirty="0">
                <a:latin typeface="Times New Roman"/>
                <a:cs typeface="Times New Roman"/>
              </a:rPr>
              <a:t> </a:t>
            </a:r>
            <a:r>
              <a:rPr sz="4125" spc="112" baseline="21212" dirty="0">
                <a:latin typeface="Symbol"/>
                <a:cs typeface="Symbol"/>
              </a:rPr>
              <a:t></a:t>
            </a:r>
            <a:r>
              <a:rPr sz="4125" spc="-187" baseline="21212" dirty="0">
                <a:latin typeface="Times New Roman"/>
                <a:cs typeface="Times New Roman"/>
              </a:rPr>
              <a:t> </a:t>
            </a:r>
            <a:r>
              <a:rPr sz="4125" spc="150" baseline="21212" dirty="0">
                <a:latin typeface="Symbol"/>
                <a:cs typeface="Symbol"/>
              </a:rPr>
              <a:t></a:t>
            </a:r>
            <a:r>
              <a:rPr sz="6225" i="1" spc="150" baseline="2677" dirty="0">
                <a:latin typeface="Times New Roman"/>
                <a:cs typeface="Times New Roman"/>
              </a:rPr>
              <a:t>i</a:t>
            </a:r>
            <a:r>
              <a:rPr sz="1600" i="1" spc="100" dirty="0">
                <a:latin typeface="Times New Roman"/>
                <a:cs typeface="Times New Roman"/>
              </a:rPr>
              <a:t>c</a:t>
            </a:r>
            <a:r>
              <a:rPr sz="1600" i="1" spc="105" dirty="0">
                <a:latin typeface="Times New Roman"/>
                <a:cs typeface="Times New Roman"/>
              </a:rPr>
              <a:t> </a:t>
            </a:r>
            <a:r>
              <a:rPr sz="6225" i="1" spc="52" baseline="2008" dirty="0">
                <a:latin typeface="Times New Roman"/>
                <a:cs typeface="Times New Roman"/>
              </a:rPr>
              <a:t>R</a:t>
            </a:r>
            <a:r>
              <a:rPr sz="2400" i="1" spc="52" baseline="1736" dirty="0">
                <a:latin typeface="Times New Roman"/>
                <a:cs typeface="Times New Roman"/>
              </a:rPr>
              <a:t>L</a:t>
            </a:r>
            <a:endParaRPr sz="2400" baseline="17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9994" y="3651677"/>
            <a:ext cx="3858895" cy="763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6825" i="1" spc="75" baseline="2442" dirty="0">
                <a:latin typeface="Times New Roman"/>
                <a:cs typeface="Times New Roman"/>
              </a:rPr>
              <a:t>i</a:t>
            </a:r>
            <a:r>
              <a:rPr sz="1750" i="1" spc="50" dirty="0">
                <a:latin typeface="Times New Roman"/>
                <a:cs typeface="Times New Roman"/>
              </a:rPr>
              <a:t>c</a:t>
            </a:r>
            <a:r>
              <a:rPr sz="1750" i="1" spc="355" dirty="0">
                <a:latin typeface="Times New Roman"/>
                <a:cs typeface="Times New Roman"/>
              </a:rPr>
              <a:t> </a:t>
            </a:r>
            <a:r>
              <a:rPr sz="4500" baseline="21296" dirty="0">
                <a:latin typeface="Symbol"/>
                <a:cs typeface="Symbol"/>
              </a:rPr>
              <a:t></a:t>
            </a:r>
            <a:r>
              <a:rPr sz="4500" spc="-67" baseline="21296" dirty="0">
                <a:latin typeface="Times New Roman"/>
                <a:cs typeface="Times New Roman"/>
              </a:rPr>
              <a:t> </a:t>
            </a:r>
            <a:r>
              <a:rPr sz="6825" i="1" spc="225" baseline="2442" dirty="0">
                <a:latin typeface="Times New Roman"/>
                <a:cs typeface="Times New Roman"/>
              </a:rPr>
              <a:t>h</a:t>
            </a:r>
            <a:r>
              <a:rPr sz="1750" i="1" spc="150" dirty="0">
                <a:latin typeface="Times New Roman"/>
                <a:cs typeface="Times New Roman"/>
              </a:rPr>
              <a:t>fb</a:t>
            </a:r>
            <a:r>
              <a:rPr sz="6825" i="1" spc="225" baseline="2442" dirty="0">
                <a:latin typeface="Times New Roman"/>
                <a:cs typeface="Times New Roman"/>
              </a:rPr>
              <a:t>i</a:t>
            </a:r>
            <a:r>
              <a:rPr sz="1750" i="1" spc="150" dirty="0">
                <a:latin typeface="Times New Roman"/>
                <a:cs typeface="Times New Roman"/>
              </a:rPr>
              <a:t>e</a:t>
            </a:r>
            <a:r>
              <a:rPr sz="1750" i="1" spc="130" dirty="0">
                <a:latin typeface="Times New Roman"/>
                <a:cs typeface="Times New Roman"/>
              </a:rPr>
              <a:t> </a:t>
            </a:r>
            <a:r>
              <a:rPr sz="4500" baseline="21296" dirty="0">
                <a:latin typeface="Symbol"/>
                <a:cs typeface="Symbol"/>
              </a:rPr>
              <a:t></a:t>
            </a:r>
            <a:r>
              <a:rPr sz="4500" spc="-300" baseline="21296" dirty="0">
                <a:latin typeface="Times New Roman"/>
                <a:cs typeface="Times New Roman"/>
              </a:rPr>
              <a:t> </a:t>
            </a:r>
            <a:r>
              <a:rPr sz="6825" i="1" baseline="2442" dirty="0">
                <a:latin typeface="Times New Roman"/>
                <a:cs typeface="Times New Roman"/>
              </a:rPr>
              <a:t>h</a:t>
            </a:r>
            <a:r>
              <a:rPr sz="1750" i="1" dirty="0">
                <a:latin typeface="Times New Roman"/>
                <a:cs typeface="Times New Roman"/>
              </a:rPr>
              <a:t>ob</a:t>
            </a:r>
            <a:r>
              <a:rPr sz="1750" i="1" spc="-75" dirty="0">
                <a:latin typeface="Times New Roman"/>
                <a:cs typeface="Times New Roman"/>
              </a:rPr>
              <a:t> </a:t>
            </a:r>
            <a:r>
              <a:rPr sz="7275" spc="-585" baseline="13172" dirty="0">
                <a:latin typeface="Symbol"/>
                <a:cs typeface="Symbol"/>
              </a:rPr>
              <a:t></a:t>
            </a:r>
            <a:r>
              <a:rPr sz="4500" spc="-585" baseline="21296" dirty="0">
                <a:latin typeface="Symbol"/>
                <a:cs typeface="Symbol"/>
              </a:rPr>
              <a:t></a:t>
            </a:r>
            <a:r>
              <a:rPr sz="4500" spc="-600" baseline="21296" dirty="0">
                <a:latin typeface="Times New Roman"/>
                <a:cs typeface="Times New Roman"/>
              </a:rPr>
              <a:t> </a:t>
            </a:r>
            <a:r>
              <a:rPr sz="6825" i="1" spc="75" baseline="2442" dirty="0">
                <a:latin typeface="Times New Roman"/>
                <a:cs typeface="Times New Roman"/>
              </a:rPr>
              <a:t>i</a:t>
            </a:r>
            <a:r>
              <a:rPr sz="1750" i="1" spc="50" dirty="0">
                <a:latin typeface="Times New Roman"/>
                <a:cs typeface="Times New Roman"/>
              </a:rPr>
              <a:t>c</a:t>
            </a:r>
            <a:r>
              <a:rPr sz="1750" i="1" spc="185" dirty="0">
                <a:latin typeface="Times New Roman"/>
                <a:cs typeface="Times New Roman"/>
              </a:rPr>
              <a:t> </a:t>
            </a:r>
            <a:r>
              <a:rPr sz="6825" i="1" spc="127" baseline="2442" dirty="0">
                <a:latin typeface="Times New Roman"/>
                <a:cs typeface="Times New Roman"/>
              </a:rPr>
              <a:t>R</a:t>
            </a:r>
            <a:r>
              <a:rPr sz="2625" i="1" spc="127" baseline="1587" dirty="0">
                <a:latin typeface="Times New Roman"/>
                <a:cs typeface="Times New Roman"/>
              </a:rPr>
              <a:t>L</a:t>
            </a:r>
            <a:r>
              <a:rPr sz="2625" i="1" spc="-367" baseline="1587" dirty="0">
                <a:latin typeface="Times New Roman"/>
                <a:cs typeface="Times New Roman"/>
              </a:rPr>
              <a:t> </a:t>
            </a:r>
            <a:r>
              <a:rPr sz="7275" spc="-997" baseline="13172" dirty="0">
                <a:latin typeface="Symbol"/>
                <a:cs typeface="Symbol"/>
              </a:rPr>
              <a:t></a:t>
            </a:r>
            <a:endParaRPr sz="7275" baseline="13172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4179" y="4615097"/>
            <a:ext cx="2442210" cy="721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03375" algn="l"/>
              </a:tabLst>
            </a:pPr>
            <a:r>
              <a:rPr sz="6825" i="1" baseline="2442" dirty="0">
                <a:latin typeface="Times New Roman"/>
                <a:cs typeface="Times New Roman"/>
              </a:rPr>
              <a:t>h</a:t>
            </a:r>
            <a:r>
              <a:rPr sz="1750" i="1" dirty="0">
                <a:latin typeface="Times New Roman"/>
                <a:cs typeface="Times New Roman"/>
              </a:rPr>
              <a:t>ob</a:t>
            </a:r>
            <a:r>
              <a:rPr sz="1750" i="1" spc="170" dirty="0">
                <a:latin typeface="Times New Roman"/>
                <a:cs typeface="Times New Roman"/>
              </a:rPr>
              <a:t> </a:t>
            </a:r>
            <a:r>
              <a:rPr sz="6825" i="1" spc="82" baseline="2442" dirty="0">
                <a:latin typeface="Times New Roman"/>
                <a:cs typeface="Times New Roman"/>
              </a:rPr>
              <a:t>R</a:t>
            </a:r>
            <a:r>
              <a:rPr sz="2625" i="1" spc="82" baseline="1587" dirty="0">
                <a:latin typeface="Times New Roman"/>
                <a:cs typeface="Times New Roman"/>
              </a:rPr>
              <a:t>L</a:t>
            </a:r>
            <a:r>
              <a:rPr sz="2625" i="1" baseline="1587" dirty="0">
                <a:latin typeface="Times New Roman"/>
                <a:cs typeface="Times New Roman"/>
              </a:rPr>
              <a:t>	</a:t>
            </a:r>
            <a:r>
              <a:rPr sz="6825" i="1" spc="195" baseline="2442" dirty="0">
                <a:latin typeface="Times New Roman"/>
                <a:cs typeface="Times New Roman"/>
              </a:rPr>
              <a:t>h</a:t>
            </a:r>
            <a:r>
              <a:rPr sz="1750" i="1" spc="130" dirty="0">
                <a:latin typeface="Times New Roman"/>
                <a:cs typeface="Times New Roman"/>
              </a:rPr>
              <a:t>fb</a:t>
            </a:r>
            <a:r>
              <a:rPr sz="6825" i="1" spc="195" baseline="2442" dirty="0">
                <a:latin typeface="Times New Roman"/>
                <a:cs typeface="Times New Roman"/>
              </a:rPr>
              <a:t>i</a:t>
            </a:r>
            <a:r>
              <a:rPr sz="1750" i="1" spc="130" dirty="0"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7081" y="4430178"/>
            <a:ext cx="2493010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2068195" algn="l"/>
              </a:tabLst>
            </a:pPr>
            <a:r>
              <a:rPr sz="6825" i="1" baseline="-11599" dirty="0">
                <a:latin typeface="Times New Roman"/>
                <a:cs typeface="Times New Roman"/>
              </a:rPr>
              <a:t>i</a:t>
            </a:r>
            <a:r>
              <a:rPr sz="2625" i="1" baseline="-36507" dirty="0">
                <a:latin typeface="Times New Roman"/>
                <a:cs typeface="Times New Roman"/>
              </a:rPr>
              <a:t>c</a:t>
            </a:r>
            <a:r>
              <a:rPr sz="2625" i="1" spc="142" baseline="-36507" dirty="0">
                <a:latin typeface="Times New Roman"/>
                <a:cs typeface="Times New Roman"/>
              </a:rPr>
              <a:t> </a:t>
            </a:r>
            <a:r>
              <a:rPr sz="4850" spc="-320" dirty="0">
                <a:latin typeface="Symbol"/>
                <a:cs typeface="Symbol"/>
              </a:rPr>
              <a:t></a:t>
            </a:r>
            <a:r>
              <a:rPr sz="3050" spc="-320" dirty="0">
                <a:latin typeface="Times New Roman"/>
                <a:cs typeface="Times New Roman"/>
              </a:rPr>
              <a:t>1</a:t>
            </a:r>
            <a:r>
              <a:rPr sz="3050" spc="-320" dirty="0">
                <a:latin typeface="Symbol"/>
                <a:cs typeface="Symbol"/>
              </a:rPr>
              <a:t></a:t>
            </a:r>
            <a:r>
              <a:rPr sz="3050" dirty="0">
                <a:latin typeface="Times New Roman"/>
                <a:cs typeface="Times New Roman"/>
              </a:rPr>
              <a:t>	</a:t>
            </a:r>
            <a:r>
              <a:rPr sz="4850" spc="-25" dirty="0">
                <a:latin typeface="Symbol"/>
                <a:cs typeface="Symbol"/>
              </a:rPr>
              <a:t></a:t>
            </a:r>
            <a:r>
              <a:rPr sz="3050" spc="-25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51975" y="4744164"/>
            <a:ext cx="1525270" cy="0"/>
          </a:xfrm>
          <a:custGeom>
            <a:avLst/>
            <a:gdLst/>
            <a:ahLst/>
            <a:cxnLst/>
            <a:rect l="l" t="t" r="r" b="b"/>
            <a:pathLst>
              <a:path w="1525270">
                <a:moveTo>
                  <a:pt x="0" y="0"/>
                </a:moveTo>
                <a:lnTo>
                  <a:pt x="1525018" y="0"/>
                </a:lnTo>
              </a:path>
            </a:pathLst>
          </a:custGeom>
          <a:ln w="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32584" y="4218185"/>
            <a:ext cx="140970" cy="103949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R="5080" indent="-635">
              <a:lnSpc>
                <a:spcPts val="3679"/>
              </a:lnSpc>
              <a:spcBef>
                <a:spcPts val="735"/>
              </a:spcBef>
            </a:pPr>
            <a:r>
              <a:rPr sz="355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550" i="1" spc="-50" dirty="0">
                <a:latin typeface="Times New Roman"/>
                <a:cs typeface="Times New Roman"/>
              </a:rPr>
              <a:t> 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67519" y="4986067"/>
            <a:ext cx="9207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66315" y="4517625"/>
            <a:ext cx="9207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01613" y="4453910"/>
            <a:ext cx="32131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35" dirty="0">
                <a:latin typeface="Times New Roman"/>
                <a:cs typeface="Times New Roman"/>
              </a:rPr>
              <a:t>A</a:t>
            </a:r>
            <a:r>
              <a:rPr sz="2100" i="1" spc="-52" baseline="-3968" dirty="0">
                <a:latin typeface="Times New Roman"/>
                <a:cs typeface="Times New Roman"/>
              </a:rPr>
              <a:t>i</a:t>
            </a:r>
            <a:endParaRPr sz="2100" baseline="-3968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15222" y="4390148"/>
            <a:ext cx="53022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spc="40" dirty="0">
                <a:latin typeface="Symbol"/>
                <a:cs typeface="Symbol"/>
              </a:rPr>
              <a:t>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87600" y="4507128"/>
            <a:ext cx="1809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07736" y="4051528"/>
            <a:ext cx="1579245" cy="135001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57785" algn="ctr">
              <a:lnSpc>
                <a:spcPct val="100000"/>
              </a:lnSpc>
              <a:spcBef>
                <a:spcPts val="1045"/>
              </a:spcBef>
            </a:pP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5325" i="1" spc="-562" baseline="4694" dirty="0">
                <a:latin typeface="Times New Roman"/>
                <a:cs typeface="Times New Roman"/>
              </a:rPr>
              <a:t> </a:t>
            </a:r>
            <a:r>
              <a:rPr sz="2350" i="1" spc="55" dirty="0">
                <a:latin typeface="Times New Roman"/>
                <a:cs typeface="Times New Roman"/>
              </a:rPr>
              <a:t>fb</a:t>
            </a:r>
            <a:endParaRPr sz="23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955"/>
              </a:spcBef>
            </a:pPr>
            <a:r>
              <a:rPr sz="5325" baseline="11737" dirty="0">
                <a:latin typeface="Times New Roman"/>
                <a:cs typeface="Times New Roman"/>
              </a:rPr>
              <a:t>1</a:t>
            </a:r>
            <a:r>
              <a:rPr sz="5325" baseline="11737" dirty="0">
                <a:latin typeface="Symbol"/>
                <a:cs typeface="Symbol"/>
              </a:rPr>
              <a:t></a:t>
            </a: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2350" i="1" dirty="0">
                <a:latin typeface="Times New Roman"/>
                <a:cs typeface="Times New Roman"/>
              </a:rPr>
              <a:t>ob</a:t>
            </a:r>
            <a:r>
              <a:rPr sz="2350" i="1" spc="-295" dirty="0">
                <a:latin typeface="Times New Roman"/>
                <a:cs typeface="Times New Roman"/>
              </a:rPr>
              <a:t> </a:t>
            </a:r>
            <a:r>
              <a:rPr sz="5325" i="1" spc="142" baseline="3912" dirty="0">
                <a:latin typeface="Times New Roman"/>
                <a:cs typeface="Times New Roman"/>
              </a:rPr>
              <a:t>R</a:t>
            </a:r>
            <a:r>
              <a:rPr sz="3525" i="1" spc="142" baseline="1182" dirty="0">
                <a:latin typeface="Times New Roman"/>
                <a:cs typeface="Times New Roman"/>
              </a:rPr>
              <a:t>L</a:t>
            </a:r>
            <a:endParaRPr sz="3525" baseline="1182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08876" y="4128515"/>
            <a:ext cx="3230880" cy="1313815"/>
          </a:xfrm>
          <a:custGeom>
            <a:avLst/>
            <a:gdLst/>
            <a:ahLst/>
            <a:cxnLst/>
            <a:rect l="l" t="t" r="r" b="b"/>
            <a:pathLst>
              <a:path w="3230879" h="1313814">
                <a:moveTo>
                  <a:pt x="0" y="1313688"/>
                </a:moveTo>
                <a:lnTo>
                  <a:pt x="3230879" y="1313688"/>
                </a:lnTo>
                <a:lnTo>
                  <a:pt x="3230879" y="0"/>
                </a:lnTo>
                <a:lnTo>
                  <a:pt x="0" y="0"/>
                </a:lnTo>
                <a:lnTo>
                  <a:pt x="0" y="13136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361" y="261874"/>
            <a:ext cx="79209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999744"/>
            <a:ext cx="5928360" cy="27249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58702" y="1945039"/>
            <a:ext cx="200660" cy="786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000" i="1" spc="30" dirty="0">
                <a:latin typeface="Times New Roman"/>
                <a:cs typeface="Times New Roman"/>
              </a:rPr>
              <a:t>i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10614" y="1292202"/>
            <a:ext cx="312420" cy="786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000" i="1" u="sng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0751" y="2361610"/>
            <a:ext cx="129539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i="1" dirty="0">
                <a:latin typeface="Times New Roman"/>
                <a:cs typeface="Times New Roman"/>
              </a:rPr>
              <a:t>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9528" y="1708762"/>
            <a:ext cx="129539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9951" y="1975911"/>
            <a:ext cx="8572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spc="-50" dirty="0">
                <a:latin typeface="Times New Roman"/>
                <a:cs typeface="Times New Roman"/>
              </a:rPr>
              <a:t>i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469" y="1694237"/>
            <a:ext cx="83502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74675" algn="l"/>
              </a:tabLst>
            </a:pPr>
            <a:r>
              <a:rPr sz="3300" spc="100" dirty="0">
                <a:latin typeface="Times New Roman"/>
                <a:cs typeface="Times New Roman"/>
              </a:rPr>
              <a:t>R</a:t>
            </a:r>
            <a:r>
              <a:rPr sz="3300" dirty="0">
                <a:latin typeface="Times New Roman"/>
                <a:cs typeface="Times New Roman"/>
              </a:rPr>
              <a:t>	</a:t>
            </a:r>
            <a:r>
              <a:rPr sz="3300" spc="75" dirty="0">
                <a:latin typeface="Symbol"/>
                <a:cs typeface="Symbol"/>
              </a:rPr>
              <a:t>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73211" y="1342644"/>
            <a:ext cx="1572895" cy="1399540"/>
          </a:xfrm>
          <a:custGeom>
            <a:avLst/>
            <a:gdLst/>
            <a:ahLst/>
            <a:cxnLst/>
            <a:rect l="l" t="t" r="r" b="b"/>
            <a:pathLst>
              <a:path w="1572895" h="1399539">
                <a:moveTo>
                  <a:pt x="0" y="1399031"/>
                </a:moveTo>
                <a:lnTo>
                  <a:pt x="1572768" y="1399031"/>
                </a:lnTo>
                <a:lnTo>
                  <a:pt x="1572768" y="0"/>
                </a:lnTo>
                <a:lnTo>
                  <a:pt x="0" y="0"/>
                </a:lnTo>
                <a:lnTo>
                  <a:pt x="0" y="1399031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23203" y="3726179"/>
            <a:ext cx="4788535" cy="64643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5090"/>
              </a:lnSpc>
            </a:pPr>
            <a:r>
              <a:rPr sz="4450" i="1" dirty="0">
                <a:latin typeface="Times New Roman"/>
                <a:cs typeface="Times New Roman"/>
              </a:rPr>
              <a:t>v</a:t>
            </a:r>
            <a:r>
              <a:rPr sz="2550" i="1" baseline="-4901" dirty="0">
                <a:latin typeface="Times New Roman"/>
                <a:cs typeface="Times New Roman"/>
              </a:rPr>
              <a:t>c</a:t>
            </a:r>
            <a:r>
              <a:rPr sz="2550" i="1" spc="397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465" baseline="17890" dirty="0">
                <a:latin typeface="Times New Roman"/>
                <a:cs typeface="Times New Roman"/>
              </a:rPr>
              <a:t> </a:t>
            </a:r>
            <a:r>
              <a:rPr sz="4450" i="1" spc="85" dirty="0">
                <a:latin typeface="Times New Roman"/>
                <a:cs typeface="Times New Roman"/>
              </a:rPr>
              <a:t>i</a:t>
            </a:r>
            <a:r>
              <a:rPr sz="2550" i="1" spc="127" baseline="-4901" dirty="0">
                <a:latin typeface="Times New Roman"/>
                <a:cs typeface="Times New Roman"/>
              </a:rPr>
              <a:t>L</a:t>
            </a:r>
            <a:r>
              <a:rPr sz="2550" i="1" spc="142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82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225" baseline="17890" dirty="0">
                <a:latin typeface="Times New Roman"/>
                <a:cs typeface="Times New Roman"/>
              </a:rPr>
              <a:t> </a:t>
            </a:r>
            <a:r>
              <a:rPr sz="4425" spc="157" baseline="17890" dirty="0">
                <a:latin typeface="Symbol"/>
                <a:cs typeface="Symbol"/>
              </a:rPr>
              <a:t></a:t>
            </a:r>
            <a:r>
              <a:rPr sz="4450" i="1" spc="105" dirty="0">
                <a:latin typeface="Times New Roman"/>
                <a:cs typeface="Times New Roman"/>
              </a:rPr>
              <a:t>i</a:t>
            </a:r>
            <a:r>
              <a:rPr sz="2550" i="1" spc="157" baseline="-4901" dirty="0">
                <a:latin typeface="Times New Roman"/>
                <a:cs typeface="Times New Roman"/>
              </a:rPr>
              <a:t>c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75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277" baseline="17890" dirty="0">
                <a:latin typeface="Times New Roman"/>
                <a:cs typeface="Times New Roman"/>
              </a:rPr>
              <a:t> </a:t>
            </a:r>
            <a:r>
              <a:rPr sz="4450" i="1" spc="-110" dirty="0">
                <a:latin typeface="Times New Roman"/>
                <a:cs typeface="Times New Roman"/>
              </a:rPr>
              <a:t>A</a:t>
            </a:r>
            <a:r>
              <a:rPr sz="2550" i="1" spc="-165" baseline="-4901" dirty="0">
                <a:latin typeface="Times New Roman"/>
                <a:cs typeface="Times New Roman"/>
              </a:rPr>
              <a:t>i</a:t>
            </a:r>
            <a:r>
              <a:rPr sz="2550" i="1" spc="-202" baseline="-4901" dirty="0">
                <a:latin typeface="Times New Roman"/>
                <a:cs typeface="Times New Roman"/>
              </a:rPr>
              <a:t> </a:t>
            </a:r>
            <a:r>
              <a:rPr sz="4450" i="1" spc="50" dirty="0">
                <a:latin typeface="Times New Roman"/>
                <a:cs typeface="Times New Roman"/>
              </a:rPr>
              <a:t>i</a:t>
            </a:r>
            <a:r>
              <a:rPr sz="2550" i="1" spc="75" baseline="-4901" dirty="0">
                <a:latin typeface="Times New Roman"/>
                <a:cs typeface="Times New Roman"/>
              </a:rPr>
              <a:t>e</a:t>
            </a:r>
            <a:r>
              <a:rPr sz="2550" i="1" spc="127" baseline="-4901" dirty="0">
                <a:latin typeface="Times New Roman"/>
                <a:cs typeface="Times New Roman"/>
              </a:rPr>
              <a:t> </a:t>
            </a:r>
            <a:r>
              <a:rPr sz="4450" i="1" spc="40" dirty="0">
                <a:latin typeface="Times New Roman"/>
                <a:cs typeface="Times New Roman"/>
              </a:rPr>
              <a:t>R</a:t>
            </a:r>
            <a:r>
              <a:rPr sz="2550" i="1" spc="60" baseline="-4901" dirty="0">
                <a:latin typeface="Times New Roman"/>
                <a:cs typeface="Times New Roman"/>
              </a:rPr>
              <a:t>L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8643" y="2915411"/>
            <a:ext cx="3243580" cy="74104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4769">
              <a:lnSpc>
                <a:spcPts val="5825"/>
              </a:lnSpc>
              <a:spcBef>
                <a:spcPts val="10"/>
              </a:spcBef>
            </a:pPr>
            <a:r>
              <a:rPr sz="7650" i="1" baseline="2723" dirty="0">
                <a:latin typeface="Times New Roman"/>
                <a:cs typeface="Times New Roman"/>
              </a:rPr>
              <a:t>v</a:t>
            </a:r>
            <a:r>
              <a:rPr sz="2000" i="1" dirty="0">
                <a:latin typeface="Times New Roman"/>
                <a:cs typeface="Times New Roman"/>
              </a:rPr>
              <a:t>e</a:t>
            </a:r>
            <a:r>
              <a:rPr sz="2000" i="1" spc="320" dirty="0">
                <a:latin typeface="Times New Roman"/>
                <a:cs typeface="Times New Roman"/>
              </a:rPr>
              <a:t> </a:t>
            </a:r>
            <a:r>
              <a:rPr sz="5100" spc="104" baseline="21241" dirty="0">
                <a:latin typeface="Symbol"/>
                <a:cs typeface="Symbol"/>
              </a:rPr>
              <a:t></a:t>
            </a:r>
            <a:r>
              <a:rPr sz="5100" spc="-232" baseline="21241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h</a:t>
            </a:r>
            <a:r>
              <a:rPr sz="2000" i="1" dirty="0">
                <a:latin typeface="Times New Roman"/>
                <a:cs typeface="Times New Roman"/>
              </a:rPr>
              <a:t>ib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7650" i="1" spc="75" baseline="2723" dirty="0">
                <a:latin typeface="Times New Roman"/>
                <a:cs typeface="Times New Roman"/>
              </a:rPr>
              <a:t>i</a:t>
            </a:r>
            <a:r>
              <a:rPr sz="2000" i="1" spc="50" dirty="0">
                <a:latin typeface="Times New Roman"/>
                <a:cs typeface="Times New Roman"/>
              </a:rPr>
              <a:t>e</a:t>
            </a:r>
            <a:r>
              <a:rPr sz="2000" i="1" spc="100" dirty="0">
                <a:latin typeface="Times New Roman"/>
                <a:cs typeface="Times New Roman"/>
              </a:rPr>
              <a:t> </a:t>
            </a:r>
            <a:r>
              <a:rPr sz="5100" spc="104" baseline="21241" dirty="0">
                <a:latin typeface="Symbol"/>
                <a:cs typeface="Symbol"/>
              </a:rPr>
              <a:t></a:t>
            </a:r>
            <a:r>
              <a:rPr sz="5100" spc="-480" baseline="21241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h</a:t>
            </a:r>
            <a:r>
              <a:rPr sz="2000" i="1" dirty="0">
                <a:latin typeface="Times New Roman"/>
                <a:cs typeface="Times New Roman"/>
              </a:rPr>
              <a:t>rb</a:t>
            </a:r>
            <a:r>
              <a:rPr sz="2000" i="1" spc="-204" dirty="0">
                <a:latin typeface="Times New Roman"/>
                <a:cs typeface="Times New Roman"/>
              </a:rPr>
              <a:t> </a:t>
            </a:r>
            <a:r>
              <a:rPr sz="7650" i="1" spc="-37" baseline="2723" dirty="0">
                <a:latin typeface="Times New Roman"/>
                <a:cs typeface="Times New Roman"/>
              </a:rPr>
              <a:t>v</a:t>
            </a:r>
            <a:r>
              <a:rPr sz="2000" i="1" spc="-25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2533" y="4436759"/>
            <a:ext cx="4083685" cy="775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900" i="1" baseline="2415" dirty="0">
                <a:latin typeface="Times New Roman"/>
                <a:cs typeface="Times New Roman"/>
              </a:rPr>
              <a:t>v</a:t>
            </a: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80" dirty="0">
                <a:latin typeface="Times New Roman"/>
                <a:cs typeface="Times New Roman"/>
              </a:rPr>
              <a:t> </a:t>
            </a:r>
            <a:r>
              <a:rPr sz="4575" spc="120" baseline="21857" dirty="0">
                <a:latin typeface="Symbol"/>
                <a:cs typeface="Symbol"/>
              </a:rPr>
              <a:t></a:t>
            </a:r>
            <a:r>
              <a:rPr sz="4575" spc="-209" baseline="21857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h</a:t>
            </a:r>
            <a:r>
              <a:rPr sz="1800" i="1" dirty="0">
                <a:latin typeface="Times New Roman"/>
                <a:cs typeface="Times New Roman"/>
              </a:rPr>
              <a:t>ib</a:t>
            </a:r>
            <a:r>
              <a:rPr sz="1800" i="1" spc="-270" dirty="0">
                <a:latin typeface="Times New Roman"/>
                <a:cs typeface="Times New Roman"/>
              </a:rPr>
              <a:t> </a:t>
            </a:r>
            <a:r>
              <a:rPr sz="6900" i="1" spc="75" baseline="2415" dirty="0">
                <a:latin typeface="Times New Roman"/>
                <a:cs typeface="Times New Roman"/>
              </a:rPr>
              <a:t>i</a:t>
            </a:r>
            <a:r>
              <a:rPr sz="1800" i="1" spc="50" dirty="0">
                <a:latin typeface="Times New Roman"/>
                <a:cs typeface="Times New Roman"/>
              </a:rPr>
              <a:t>e</a:t>
            </a:r>
            <a:r>
              <a:rPr sz="1800" i="1" spc="80" dirty="0">
                <a:latin typeface="Times New Roman"/>
                <a:cs typeface="Times New Roman"/>
              </a:rPr>
              <a:t> </a:t>
            </a:r>
            <a:r>
              <a:rPr sz="4575" spc="120" baseline="21857" dirty="0">
                <a:latin typeface="Symbol"/>
                <a:cs typeface="Symbol"/>
              </a:rPr>
              <a:t></a:t>
            </a:r>
            <a:r>
              <a:rPr sz="4575" spc="-434" baseline="21857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h</a:t>
            </a:r>
            <a:r>
              <a:rPr sz="1800" i="1" dirty="0">
                <a:latin typeface="Times New Roman"/>
                <a:cs typeface="Times New Roman"/>
              </a:rPr>
              <a:t>rb</a:t>
            </a:r>
            <a:r>
              <a:rPr sz="1800" i="1" spc="-135" dirty="0">
                <a:latin typeface="Times New Roman"/>
                <a:cs typeface="Times New Roman"/>
              </a:rPr>
              <a:t> </a:t>
            </a:r>
            <a:r>
              <a:rPr sz="7350" spc="-359" baseline="13605" dirty="0">
                <a:latin typeface="Symbol"/>
                <a:cs typeface="Symbol"/>
              </a:rPr>
              <a:t></a:t>
            </a:r>
            <a:r>
              <a:rPr sz="6900" i="1" spc="-359" baseline="2415" dirty="0">
                <a:latin typeface="Times New Roman"/>
                <a:cs typeface="Times New Roman"/>
              </a:rPr>
              <a:t>A</a:t>
            </a:r>
            <a:r>
              <a:rPr sz="2700" i="1" spc="-359" baseline="1543" dirty="0">
                <a:latin typeface="Times New Roman"/>
                <a:cs typeface="Times New Roman"/>
              </a:rPr>
              <a:t>i</a:t>
            </a:r>
            <a:r>
              <a:rPr sz="2700" i="1" spc="-202" baseline="1543" dirty="0">
                <a:latin typeface="Times New Roman"/>
                <a:cs typeface="Times New Roman"/>
              </a:rPr>
              <a:t> </a:t>
            </a:r>
            <a:r>
              <a:rPr sz="6900" i="1" spc="75" baseline="2415" dirty="0">
                <a:latin typeface="Times New Roman"/>
                <a:cs typeface="Times New Roman"/>
              </a:rPr>
              <a:t>i</a:t>
            </a:r>
            <a:r>
              <a:rPr sz="1800" i="1" spc="50" dirty="0">
                <a:latin typeface="Times New Roman"/>
                <a:cs typeface="Times New Roman"/>
              </a:rPr>
              <a:t>e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6900" i="1" spc="-37" baseline="2415" dirty="0">
                <a:latin typeface="Times New Roman"/>
                <a:cs typeface="Times New Roman"/>
              </a:rPr>
              <a:t>R</a:t>
            </a:r>
            <a:r>
              <a:rPr sz="2700" i="1" spc="-37" baseline="1543" dirty="0">
                <a:latin typeface="Times New Roman"/>
                <a:cs typeface="Times New Roman"/>
              </a:rPr>
              <a:t>L</a:t>
            </a:r>
            <a:r>
              <a:rPr sz="7350" spc="-37" baseline="13605" dirty="0">
                <a:latin typeface="Symbol"/>
                <a:cs typeface="Symbol"/>
              </a:rPr>
              <a:t></a:t>
            </a:r>
            <a:endParaRPr sz="7350" baseline="13605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50492" y="4488179"/>
            <a:ext cx="4081779" cy="670560"/>
          </a:xfrm>
          <a:custGeom>
            <a:avLst/>
            <a:gdLst/>
            <a:ahLst/>
            <a:cxnLst/>
            <a:rect l="l" t="t" r="r" b="b"/>
            <a:pathLst>
              <a:path w="4081779" h="670560">
                <a:moveTo>
                  <a:pt x="0" y="670560"/>
                </a:moveTo>
                <a:lnTo>
                  <a:pt x="4081272" y="670560"/>
                </a:lnTo>
                <a:lnTo>
                  <a:pt x="4081272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61679" y="5034107"/>
            <a:ext cx="182245" cy="907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750" spc="-740" dirty="0">
                <a:latin typeface="Symbol"/>
                <a:cs typeface="Symbol"/>
              </a:rPr>
              <a:t></a:t>
            </a:r>
            <a:endParaRPr sz="5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97547" y="5034107"/>
            <a:ext cx="182245" cy="907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750" spc="-740" dirty="0">
                <a:latin typeface="Symbol"/>
                <a:cs typeface="Symbol"/>
              </a:rPr>
              <a:t></a:t>
            </a:r>
            <a:endParaRPr sz="57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4682" y="5676913"/>
            <a:ext cx="1647825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69620" algn="l"/>
                <a:tab pos="1402715" algn="l"/>
              </a:tabLst>
            </a:pPr>
            <a:r>
              <a:rPr sz="2100" i="1" spc="-50" dirty="0">
                <a:latin typeface="Times New Roman"/>
                <a:cs typeface="Times New Roman"/>
              </a:rPr>
              <a:t>e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i="1" spc="-50" dirty="0">
                <a:latin typeface="Times New Roman"/>
                <a:cs typeface="Times New Roman"/>
              </a:rPr>
              <a:t>e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i="1" spc="60" dirty="0">
                <a:latin typeface="Times New Roman"/>
                <a:cs typeface="Times New Roman"/>
              </a:rPr>
              <a:t>ib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5650" y="5255407"/>
            <a:ext cx="2197100" cy="854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00" spc="112" baseline="21604" dirty="0">
                <a:latin typeface="Symbol"/>
                <a:cs typeface="Symbol"/>
              </a:rPr>
              <a:t></a:t>
            </a:r>
            <a:r>
              <a:rPr sz="5400" spc="-562" baseline="21604" dirty="0">
                <a:latin typeface="Times New Roman"/>
                <a:cs typeface="Times New Roman"/>
              </a:rPr>
              <a:t> </a:t>
            </a:r>
            <a:r>
              <a:rPr sz="8100" i="1" baseline="2572" dirty="0">
                <a:latin typeface="Times New Roman"/>
                <a:cs typeface="Times New Roman"/>
              </a:rPr>
              <a:t>h</a:t>
            </a:r>
            <a:r>
              <a:rPr sz="2100" i="1" dirty="0">
                <a:latin typeface="Times New Roman"/>
                <a:cs typeface="Times New Roman"/>
              </a:rPr>
              <a:t>rb</a:t>
            </a:r>
            <a:r>
              <a:rPr sz="2100" i="1" spc="190" dirty="0">
                <a:latin typeface="Times New Roman"/>
                <a:cs typeface="Times New Roman"/>
              </a:rPr>
              <a:t> </a:t>
            </a:r>
            <a:r>
              <a:rPr sz="8100" i="1" spc="-15" baseline="2057" dirty="0">
                <a:latin typeface="Times New Roman"/>
                <a:cs typeface="Times New Roman"/>
              </a:rPr>
              <a:t>A</a:t>
            </a:r>
            <a:r>
              <a:rPr sz="3150" i="1" spc="-15" baseline="1322" dirty="0">
                <a:latin typeface="Times New Roman"/>
                <a:cs typeface="Times New Roman"/>
              </a:rPr>
              <a:t>i</a:t>
            </a:r>
            <a:r>
              <a:rPr sz="3150" i="1" spc="179" baseline="1322" dirty="0">
                <a:latin typeface="Times New Roman"/>
                <a:cs typeface="Times New Roman"/>
              </a:rPr>
              <a:t> </a:t>
            </a:r>
            <a:r>
              <a:rPr sz="8100" i="1" spc="89" baseline="2057" dirty="0">
                <a:latin typeface="Times New Roman"/>
                <a:cs typeface="Times New Roman"/>
              </a:rPr>
              <a:t>R</a:t>
            </a:r>
            <a:r>
              <a:rPr sz="3150" i="1" spc="89" baseline="1322" dirty="0">
                <a:latin typeface="Times New Roman"/>
                <a:cs typeface="Times New Roman"/>
              </a:rPr>
              <a:t>L</a:t>
            </a:r>
            <a:endParaRPr sz="3150" baseline="1322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2086" y="5223185"/>
            <a:ext cx="1797050" cy="854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399540" algn="l"/>
              </a:tabLst>
            </a:pPr>
            <a:r>
              <a:rPr sz="5400" i="1" spc="95" dirty="0">
                <a:latin typeface="Times New Roman"/>
                <a:cs typeface="Times New Roman"/>
              </a:rPr>
              <a:t>v</a:t>
            </a:r>
            <a:r>
              <a:rPr sz="5400" i="1" spc="350" dirty="0">
                <a:latin typeface="Times New Roman"/>
                <a:cs typeface="Times New Roman"/>
              </a:rPr>
              <a:t> </a:t>
            </a:r>
            <a:r>
              <a:rPr sz="5400" spc="112" baseline="17746" dirty="0">
                <a:latin typeface="Symbol"/>
                <a:cs typeface="Symbol"/>
              </a:rPr>
              <a:t></a:t>
            </a:r>
            <a:r>
              <a:rPr sz="5400" spc="-547" baseline="17746" dirty="0">
                <a:latin typeface="Times New Roman"/>
                <a:cs typeface="Times New Roman"/>
              </a:rPr>
              <a:t> </a:t>
            </a:r>
            <a:r>
              <a:rPr sz="5400" i="1" spc="10" dirty="0">
                <a:latin typeface="Times New Roman"/>
                <a:cs typeface="Times New Roman"/>
              </a:rPr>
              <a:t>i</a:t>
            </a:r>
            <a:r>
              <a:rPr sz="5400" i="1" dirty="0">
                <a:latin typeface="Times New Roman"/>
                <a:cs typeface="Times New Roman"/>
              </a:rPr>
              <a:t>	</a:t>
            </a:r>
            <a:r>
              <a:rPr sz="5400" i="1" spc="55" dirty="0">
                <a:latin typeface="Times New Roman"/>
                <a:cs typeface="Times New Roman"/>
              </a:rPr>
              <a:t>h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62100" y="5271515"/>
            <a:ext cx="4438015" cy="783590"/>
          </a:xfrm>
          <a:custGeom>
            <a:avLst/>
            <a:gdLst/>
            <a:ahLst/>
            <a:cxnLst/>
            <a:rect l="l" t="t" r="r" b="b"/>
            <a:pathLst>
              <a:path w="4438015" h="783589">
                <a:moveTo>
                  <a:pt x="0" y="783336"/>
                </a:moveTo>
                <a:lnTo>
                  <a:pt x="4437888" y="783336"/>
                </a:lnTo>
                <a:lnTo>
                  <a:pt x="4437888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899915" y="4947925"/>
            <a:ext cx="218059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86765" algn="l"/>
                <a:tab pos="1362075" algn="l"/>
              </a:tabLst>
            </a:pPr>
            <a:r>
              <a:rPr sz="4400" i="1" spc="-50" dirty="0">
                <a:latin typeface="Times New Roman"/>
                <a:cs typeface="Times New Roman"/>
              </a:rPr>
              <a:t>h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50" dirty="0">
                <a:latin typeface="Times New Roman"/>
                <a:cs typeface="Times New Roman"/>
              </a:rPr>
              <a:t>h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254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77669" y="5234425"/>
            <a:ext cx="17145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spc="-50" dirty="0">
                <a:latin typeface="Times New Roman"/>
                <a:cs typeface="Times New Roman"/>
              </a:rPr>
              <a:t>i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38507" y="4657012"/>
            <a:ext cx="26606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4357" y="4947925"/>
            <a:ext cx="36195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75567" y="5311198"/>
            <a:ext cx="203835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94385" algn="l"/>
                <a:tab pos="1406525" algn="l"/>
                <a:tab pos="1901189" algn="l"/>
              </a:tabLst>
            </a:pPr>
            <a:r>
              <a:rPr sz="1700" i="1" spc="-25" dirty="0">
                <a:latin typeface="Times New Roman"/>
                <a:cs typeface="Times New Roman"/>
              </a:rPr>
              <a:t>ib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25" dirty="0">
                <a:latin typeface="Times New Roman"/>
                <a:cs typeface="Times New Roman"/>
              </a:rPr>
              <a:t>rb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i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L</a:t>
            </a:r>
            <a:endParaRPr sz="2550" baseline="163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42613" y="5602868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1564" y="5025446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70810" y="5307534"/>
            <a:ext cx="7493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5072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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10712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27455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3666" y="5012599"/>
            <a:ext cx="38925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95516" y="4701540"/>
            <a:ext cx="4486910" cy="1240790"/>
          </a:xfrm>
          <a:custGeom>
            <a:avLst/>
            <a:gdLst/>
            <a:ahLst/>
            <a:cxnLst/>
            <a:rect l="l" t="t" r="r" b="b"/>
            <a:pathLst>
              <a:path w="4486909" h="1240789">
                <a:moveTo>
                  <a:pt x="0" y="1240536"/>
                </a:moveTo>
                <a:lnTo>
                  <a:pt x="4486656" y="1240536"/>
                </a:lnTo>
                <a:lnTo>
                  <a:pt x="4486656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265023" y="4009195"/>
            <a:ext cx="27559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45" dirty="0">
                <a:latin typeface="Times New Roman"/>
                <a:cs typeface="Times New Roman"/>
              </a:rPr>
              <a:t>i</a:t>
            </a:r>
            <a:r>
              <a:rPr sz="1800" i="1" spc="67" baseline="-6944" dirty="0">
                <a:latin typeface="Times New Roman"/>
                <a:cs typeface="Times New Roman"/>
              </a:rPr>
              <a:t>e</a:t>
            </a:r>
            <a:endParaRPr sz="1800" baseline="-694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55042" y="3717847"/>
            <a:ext cx="31648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265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But,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</a:t>
            </a:r>
            <a:r>
              <a:rPr sz="1800" spc="157" baseline="-23148" dirty="0">
                <a:latin typeface="Times New Roman"/>
                <a:cs typeface="Times New Roman"/>
              </a:rPr>
              <a:t>i</a:t>
            </a:r>
            <a:r>
              <a:rPr sz="1800" spc="652" baseline="-23148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Symbol"/>
                <a:cs typeface="Symbol"/>
              </a:rPr>
              <a:t>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4725" i="1" u="sng" spc="104" baseline="1675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00" i="1" u="sng" spc="104" baseline="3703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00" i="1" spc="525" baseline="37037" dirty="0">
                <a:latin typeface="Times New Roman"/>
                <a:cs typeface="Times New Roman"/>
              </a:rPr>
              <a:t> </a:t>
            </a:r>
            <a:r>
              <a:rPr sz="2100" spc="145" dirty="0">
                <a:latin typeface="Symbol"/>
                <a:cs typeface="Symbol"/>
              </a:rPr>
              <a:t>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4725" i="1" spc="89" baseline="-11463" dirty="0">
                <a:latin typeface="Times New Roman"/>
                <a:cs typeface="Times New Roman"/>
              </a:rPr>
              <a:t>i</a:t>
            </a:r>
            <a:r>
              <a:rPr sz="4725" i="1" spc="562" baseline="-11463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110" dirty="0">
                <a:latin typeface="Symbol"/>
                <a:cs typeface="Symbol"/>
              </a:rPr>
              <a:t></a:t>
            </a:r>
            <a:r>
              <a:rPr sz="2100" spc="110" dirty="0">
                <a:latin typeface="Times New Roman"/>
                <a:cs typeface="Times New Roman"/>
              </a:rPr>
              <a:t>A</a:t>
            </a:r>
            <a:r>
              <a:rPr sz="1800" spc="165" baseline="-23148" dirty="0">
                <a:latin typeface="Times New Roman"/>
                <a:cs typeface="Times New Roman"/>
              </a:rPr>
              <a:t>i</a:t>
            </a:r>
            <a:r>
              <a:rPr sz="1800" spc="172" baseline="-23148" dirty="0">
                <a:latin typeface="Times New Roman"/>
                <a:cs typeface="Times New Roman"/>
              </a:rPr>
              <a:t> </a:t>
            </a:r>
            <a:r>
              <a:rPr sz="4725" i="1" spc="15" baseline="-11463" dirty="0">
                <a:latin typeface="Times New Roman"/>
                <a:cs typeface="Times New Roman"/>
              </a:rPr>
              <a:t>i</a:t>
            </a:r>
            <a:endParaRPr sz="4725" baseline="-11463">
              <a:latin typeface="Times New Roman"/>
              <a:cs typeface="Times New Roman"/>
            </a:endParaRPr>
          </a:p>
          <a:p>
            <a:pPr marL="2082800">
              <a:lnSpc>
                <a:spcPts val="925"/>
              </a:lnSpc>
              <a:tabLst>
                <a:tab pos="3051810" algn="l"/>
              </a:tabLst>
            </a:pPr>
            <a:r>
              <a:rPr sz="1200" i="1" spc="-50" dirty="0">
                <a:latin typeface="Times New Roman"/>
                <a:cs typeface="Times New Roman"/>
              </a:rPr>
              <a:t>c</a:t>
            </a:r>
            <a:r>
              <a:rPr sz="1200" i="1" dirty="0">
                <a:latin typeface="Times New Roman"/>
                <a:cs typeface="Times New Roman"/>
              </a:rPr>
              <a:t>	</a:t>
            </a:r>
            <a:r>
              <a:rPr sz="1200" i="1" spc="-50" dirty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361" y="261874"/>
            <a:ext cx="79209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999744"/>
            <a:ext cx="5928360" cy="27249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41612" y="2659966"/>
            <a:ext cx="31305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950" i="1" spc="100" dirty="0">
                <a:latin typeface="Times New Roman"/>
                <a:cs typeface="Times New Roman"/>
              </a:rPr>
              <a:t>v</a:t>
            </a:r>
            <a:endParaRPr sz="4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0049" y="3075620"/>
            <a:ext cx="129539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i="1" spc="25" dirty="0">
                <a:latin typeface="Times New Roman"/>
                <a:cs typeface="Times New Roman"/>
              </a:rPr>
              <a:t>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33757" y="2008564"/>
            <a:ext cx="86931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50" spc="187" baseline="-25252" dirty="0">
                <a:latin typeface="Symbol"/>
                <a:cs typeface="Symbol"/>
              </a:rPr>
              <a:t></a:t>
            </a:r>
            <a:r>
              <a:rPr sz="4950" spc="322" baseline="-25252" dirty="0">
                <a:latin typeface="Times New Roman"/>
                <a:cs typeface="Times New Roman"/>
              </a:rPr>
              <a:t> </a:t>
            </a:r>
            <a:r>
              <a:rPr sz="4950" i="1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850" i="1" u="sng" spc="179" baseline="-73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2850" baseline="-7309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1212" y="2690770"/>
            <a:ext cx="14478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2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7511" y="2409716"/>
            <a:ext cx="338455" cy="532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300" spc="114" dirty="0">
                <a:latin typeface="Times New Roman"/>
                <a:cs typeface="Times New Roman"/>
              </a:rPr>
              <a:t>A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25156" y="2058923"/>
            <a:ext cx="1685925" cy="1396365"/>
          </a:xfrm>
          <a:custGeom>
            <a:avLst/>
            <a:gdLst/>
            <a:ahLst/>
            <a:cxnLst/>
            <a:rect l="l" t="t" r="r" b="b"/>
            <a:pathLst>
              <a:path w="1685925" h="1396364">
                <a:moveTo>
                  <a:pt x="0" y="1395984"/>
                </a:moveTo>
                <a:lnTo>
                  <a:pt x="1685544" y="1395984"/>
                </a:lnTo>
                <a:lnTo>
                  <a:pt x="1685544" y="0"/>
                </a:lnTo>
                <a:lnTo>
                  <a:pt x="0" y="0"/>
                </a:lnTo>
                <a:lnTo>
                  <a:pt x="0" y="139598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66003" y="3799332"/>
            <a:ext cx="4788535" cy="64325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5065"/>
              </a:lnSpc>
            </a:pPr>
            <a:r>
              <a:rPr sz="4400" i="1" dirty="0">
                <a:latin typeface="Times New Roman"/>
                <a:cs typeface="Times New Roman"/>
              </a:rPr>
              <a:t>v</a:t>
            </a:r>
            <a:r>
              <a:rPr sz="2550" i="1" baseline="-4901" dirty="0">
                <a:latin typeface="Times New Roman"/>
                <a:cs typeface="Times New Roman"/>
              </a:rPr>
              <a:t>c</a:t>
            </a:r>
            <a:r>
              <a:rPr sz="2550" i="1" spc="405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465" baseline="17890" dirty="0">
                <a:latin typeface="Times New Roman"/>
                <a:cs typeface="Times New Roman"/>
              </a:rPr>
              <a:t> </a:t>
            </a:r>
            <a:r>
              <a:rPr sz="4400" i="1" spc="90" dirty="0">
                <a:latin typeface="Times New Roman"/>
                <a:cs typeface="Times New Roman"/>
              </a:rPr>
              <a:t>i</a:t>
            </a:r>
            <a:r>
              <a:rPr sz="2550" i="1" spc="135" baseline="-4901" dirty="0">
                <a:latin typeface="Times New Roman"/>
                <a:cs typeface="Times New Roman"/>
              </a:rPr>
              <a:t>L</a:t>
            </a:r>
            <a:r>
              <a:rPr sz="2550" i="1" spc="142" baseline="-4901" dirty="0">
                <a:latin typeface="Times New Roman"/>
                <a:cs typeface="Times New Roman"/>
              </a:rPr>
              <a:t> </a:t>
            </a:r>
            <a:r>
              <a:rPr sz="4400" i="1" spc="75" dirty="0">
                <a:latin typeface="Times New Roman"/>
                <a:cs typeface="Times New Roman"/>
              </a:rPr>
              <a:t>R</a:t>
            </a:r>
            <a:r>
              <a:rPr sz="2550" i="1" spc="112" baseline="-4901" dirty="0">
                <a:latin typeface="Times New Roman"/>
                <a:cs typeface="Times New Roman"/>
              </a:rPr>
              <a:t>L</a:t>
            </a:r>
            <a:r>
              <a:rPr sz="2550" i="1" spc="390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217" baseline="17890" dirty="0">
                <a:latin typeface="Times New Roman"/>
                <a:cs typeface="Times New Roman"/>
              </a:rPr>
              <a:t> </a:t>
            </a:r>
            <a:r>
              <a:rPr sz="4425" spc="165" baseline="17890" dirty="0">
                <a:latin typeface="Symbol"/>
                <a:cs typeface="Symbol"/>
              </a:rPr>
              <a:t></a:t>
            </a:r>
            <a:r>
              <a:rPr sz="4400" i="1" spc="110" dirty="0">
                <a:latin typeface="Times New Roman"/>
                <a:cs typeface="Times New Roman"/>
              </a:rPr>
              <a:t>i</a:t>
            </a:r>
            <a:r>
              <a:rPr sz="2550" i="1" spc="165" baseline="-4901" dirty="0">
                <a:latin typeface="Times New Roman"/>
                <a:cs typeface="Times New Roman"/>
              </a:rPr>
              <a:t>c</a:t>
            </a:r>
            <a:r>
              <a:rPr sz="2550" i="1" spc="157" baseline="-4901" dirty="0">
                <a:latin typeface="Times New Roman"/>
                <a:cs typeface="Times New Roman"/>
              </a:rPr>
              <a:t> </a:t>
            </a:r>
            <a:r>
              <a:rPr sz="4400" i="1" spc="75" dirty="0">
                <a:latin typeface="Times New Roman"/>
                <a:cs typeface="Times New Roman"/>
              </a:rPr>
              <a:t>R</a:t>
            </a:r>
            <a:r>
              <a:rPr sz="2550" i="1" spc="112" baseline="-4901" dirty="0">
                <a:latin typeface="Times New Roman"/>
                <a:cs typeface="Times New Roman"/>
              </a:rPr>
              <a:t>L</a:t>
            </a:r>
            <a:r>
              <a:rPr sz="2550" i="1" spc="382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284" baseline="17890" dirty="0">
                <a:latin typeface="Times New Roman"/>
                <a:cs typeface="Times New Roman"/>
              </a:rPr>
              <a:t> </a:t>
            </a:r>
            <a:r>
              <a:rPr sz="4400" i="1" spc="-95" dirty="0">
                <a:latin typeface="Times New Roman"/>
                <a:cs typeface="Times New Roman"/>
              </a:rPr>
              <a:t>A</a:t>
            </a:r>
            <a:r>
              <a:rPr sz="2550" i="1" spc="-142" baseline="-4901" dirty="0">
                <a:latin typeface="Times New Roman"/>
                <a:cs typeface="Times New Roman"/>
              </a:rPr>
              <a:t>i</a:t>
            </a:r>
            <a:r>
              <a:rPr sz="2550" i="1" spc="-209" baseline="-4901" dirty="0">
                <a:latin typeface="Times New Roman"/>
                <a:cs typeface="Times New Roman"/>
              </a:rPr>
              <a:t> </a:t>
            </a:r>
            <a:r>
              <a:rPr sz="4400" i="1" spc="55" dirty="0">
                <a:latin typeface="Times New Roman"/>
                <a:cs typeface="Times New Roman"/>
              </a:rPr>
              <a:t>i</a:t>
            </a:r>
            <a:r>
              <a:rPr sz="2550" i="1" spc="82" baseline="-4901" dirty="0">
                <a:latin typeface="Times New Roman"/>
                <a:cs typeface="Times New Roman"/>
              </a:rPr>
              <a:t>e</a:t>
            </a:r>
            <a:r>
              <a:rPr sz="2550" i="1" spc="135" baseline="-4901" dirty="0">
                <a:latin typeface="Times New Roman"/>
                <a:cs typeface="Times New Roman"/>
              </a:rPr>
              <a:t> </a:t>
            </a:r>
            <a:r>
              <a:rPr sz="4400" i="1" spc="50" dirty="0">
                <a:latin typeface="Times New Roman"/>
                <a:cs typeface="Times New Roman"/>
              </a:rPr>
              <a:t>R</a:t>
            </a:r>
            <a:r>
              <a:rPr sz="2550" i="1" spc="75" baseline="-4901" dirty="0">
                <a:latin typeface="Times New Roman"/>
                <a:cs typeface="Times New Roman"/>
              </a:rPr>
              <a:t>L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78642" y="5163399"/>
            <a:ext cx="2756535" cy="0"/>
          </a:xfrm>
          <a:custGeom>
            <a:avLst/>
            <a:gdLst/>
            <a:ahLst/>
            <a:cxnLst/>
            <a:rect l="l" t="t" r="r" b="b"/>
            <a:pathLst>
              <a:path w="2756534">
                <a:moveTo>
                  <a:pt x="0" y="0"/>
                </a:moveTo>
                <a:lnTo>
                  <a:pt x="1328088" y="0"/>
                </a:lnTo>
              </a:path>
              <a:path w="2756534">
                <a:moveTo>
                  <a:pt x="1726006" y="0"/>
                </a:moveTo>
                <a:lnTo>
                  <a:pt x="2756495" y="0"/>
                </a:lnTo>
              </a:path>
            </a:pathLst>
          </a:custGeom>
          <a:ln w="156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06955" y="5091169"/>
            <a:ext cx="152209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1255395" algn="l"/>
              </a:tabLst>
            </a:pPr>
            <a:r>
              <a:rPr sz="4400" i="1" spc="-50" dirty="0">
                <a:latin typeface="Times New Roman"/>
                <a:cs typeface="Times New Roman"/>
              </a:rPr>
              <a:t>v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50" dirty="0">
                <a:latin typeface="Times New Roman"/>
                <a:cs typeface="Times New Roman"/>
              </a:rPr>
              <a:t>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4689" y="4522612"/>
            <a:ext cx="338455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839469" algn="l"/>
                <a:tab pos="2566035" algn="l"/>
              </a:tabLst>
            </a:pPr>
            <a:r>
              <a:rPr sz="4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520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i</a:t>
            </a:r>
            <a:r>
              <a:rPr sz="4400" i="1" spc="295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245" dirty="0">
                <a:latin typeface="Times New Roman"/>
                <a:cs typeface="Times New Roman"/>
              </a:rPr>
              <a:t> </a:t>
            </a:r>
            <a:r>
              <a:rPr sz="4400" i="1" spc="-10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8870" y="4804669"/>
            <a:ext cx="36131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dirty="0">
                <a:latin typeface="Times New Roman"/>
                <a:cs typeface="Times New Roman"/>
              </a:rPr>
              <a:t>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21245" y="5095600"/>
            <a:ext cx="42227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spc="-25" dirty="0">
                <a:latin typeface="Times New Roman"/>
                <a:cs typeface="Times New Roman"/>
              </a:rPr>
              <a:t>R</a:t>
            </a:r>
            <a:r>
              <a:rPr sz="2550" i="1" spc="-37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16466" y="5459612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65975" y="4882190"/>
            <a:ext cx="235839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266700" algn="l"/>
                <a:tab pos="793750" algn="l"/>
                <a:tab pos="1725930" algn="l"/>
                <a:tab pos="2221230" algn="l"/>
              </a:tabLst>
            </a:pPr>
            <a:r>
              <a:rPr sz="2550" i="1" spc="-75" baseline="1633" dirty="0">
                <a:latin typeface="Times New Roman"/>
                <a:cs typeface="Times New Roman"/>
              </a:rPr>
              <a:t>i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L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i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0418" y="5459612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58152" y="4882190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02295" y="5164278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0794" y="4869343"/>
            <a:ext cx="194818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725930" algn="l"/>
              </a:tabLst>
            </a:pPr>
            <a:r>
              <a:rPr sz="2950" spc="-50" dirty="0">
                <a:latin typeface="Symbol"/>
                <a:cs typeface="Symbol"/>
              </a:rPr>
              <a:t>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3308" y="4869343"/>
            <a:ext cx="22161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81718" y="4869343"/>
            <a:ext cx="38862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22876" y="4558284"/>
            <a:ext cx="5017135" cy="1240790"/>
          </a:xfrm>
          <a:custGeom>
            <a:avLst/>
            <a:gdLst/>
            <a:ahLst/>
            <a:cxnLst/>
            <a:rect l="l" t="t" r="r" b="b"/>
            <a:pathLst>
              <a:path w="5017134" h="1240789">
                <a:moveTo>
                  <a:pt x="0" y="1240536"/>
                </a:moveTo>
                <a:lnTo>
                  <a:pt x="5017008" y="1240536"/>
                </a:lnTo>
                <a:lnTo>
                  <a:pt x="5017008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32202" y="3794984"/>
            <a:ext cx="27559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45" dirty="0">
                <a:latin typeface="Times New Roman"/>
                <a:cs typeface="Times New Roman"/>
              </a:rPr>
              <a:t>i</a:t>
            </a:r>
            <a:r>
              <a:rPr sz="1800" i="1" spc="67" baseline="-6944" dirty="0">
                <a:latin typeface="Times New Roman"/>
                <a:cs typeface="Times New Roman"/>
              </a:rPr>
              <a:t>c</a:t>
            </a:r>
            <a:endParaRPr sz="1800" baseline="-6944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00908" y="3778120"/>
            <a:ext cx="37592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4725" i="1" spc="67" baseline="-2645" dirty="0">
                <a:latin typeface="Times New Roman"/>
                <a:cs typeface="Times New Roman"/>
              </a:rPr>
              <a:t>i</a:t>
            </a:r>
            <a:r>
              <a:rPr sz="1800" i="1" spc="67" baseline="-13888" dirty="0">
                <a:latin typeface="Times New Roman"/>
                <a:cs typeface="Times New Roman"/>
              </a:rPr>
              <a:t>e</a:t>
            </a:r>
            <a:endParaRPr sz="1800" baseline="-1388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6735" y="3591085"/>
            <a:ext cx="145415" cy="9182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indent="-635">
              <a:lnSpc>
                <a:spcPts val="3240"/>
              </a:lnSpc>
              <a:spcBef>
                <a:spcPts val="660"/>
              </a:spcBef>
            </a:pPr>
            <a:r>
              <a:rPr sz="3150" i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150" i="1" spc="10" dirty="0">
                <a:latin typeface="Times New Roman"/>
                <a:cs typeface="Times New Roman"/>
              </a:rPr>
              <a:t> 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72293" y="4266002"/>
            <a:ext cx="9969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i="1" spc="-50" dirty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71733" y="3853981"/>
            <a:ext cx="9969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82810" y="4022583"/>
            <a:ext cx="7175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30110" y="3844815"/>
            <a:ext cx="121158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8330" algn="l"/>
              </a:tabLst>
            </a:pPr>
            <a:r>
              <a:rPr sz="2100" spc="95" dirty="0">
                <a:latin typeface="Symbol"/>
                <a:cs typeface="Symbol"/>
              </a:rPr>
              <a:t>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Symbol"/>
                <a:cs typeface="Symbol"/>
              </a:rPr>
              <a:t></a:t>
            </a:r>
            <a:r>
              <a:rPr sz="2100" spc="90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37314" y="3844815"/>
            <a:ext cx="129032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9794" algn="l"/>
              </a:tabLst>
            </a:pPr>
            <a:r>
              <a:rPr sz="2100" dirty="0">
                <a:latin typeface="Times New Roman"/>
                <a:cs typeface="Times New Roman"/>
              </a:rPr>
              <a:t>But,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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616745" y="5281855"/>
            <a:ext cx="1459230" cy="0"/>
          </a:xfrm>
          <a:custGeom>
            <a:avLst/>
            <a:gdLst/>
            <a:ahLst/>
            <a:cxnLst/>
            <a:rect l="l" t="t" r="r" b="b"/>
            <a:pathLst>
              <a:path w="1459229">
                <a:moveTo>
                  <a:pt x="0" y="0"/>
                </a:moveTo>
                <a:lnTo>
                  <a:pt x="515803" y="0"/>
                </a:lnTo>
              </a:path>
              <a:path w="1459229">
                <a:moveTo>
                  <a:pt x="993797" y="0"/>
                </a:moveTo>
                <a:lnTo>
                  <a:pt x="1459197" y="0"/>
                </a:lnTo>
              </a:path>
            </a:pathLst>
          </a:custGeom>
          <a:ln w="182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602231" y="5201998"/>
            <a:ext cx="48577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50" i="1" spc="105" dirty="0">
                <a:latin typeface="Times New Roman"/>
                <a:cs typeface="Times New Roman"/>
              </a:rPr>
              <a:t>v</a:t>
            </a:r>
            <a:r>
              <a:rPr sz="2850" i="1" spc="157" baseline="-7309" dirty="0">
                <a:latin typeface="Times New Roman"/>
                <a:cs typeface="Times New Roman"/>
              </a:rPr>
              <a:t>e</a:t>
            </a:r>
            <a:endParaRPr sz="2850" baseline="-7309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21952" y="5280761"/>
            <a:ext cx="478155" cy="532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300" spc="229" dirty="0">
                <a:latin typeface="Times New Roman"/>
                <a:cs typeface="Times New Roman"/>
              </a:rPr>
              <a:t>R</a:t>
            </a:r>
            <a:r>
              <a:rPr sz="2850" spc="345" baseline="-24853" dirty="0">
                <a:latin typeface="Times New Roman"/>
                <a:cs typeface="Times New Roman"/>
              </a:rPr>
              <a:t>i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37176" y="4475637"/>
            <a:ext cx="129222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514984" algn="l"/>
                <a:tab pos="936625" algn="l"/>
              </a:tabLst>
            </a:pPr>
            <a:r>
              <a:rPr sz="3300" spc="80" dirty="0">
                <a:latin typeface="Times New Roman"/>
                <a:cs typeface="Times New Roman"/>
              </a:rPr>
              <a:t>1</a:t>
            </a:r>
            <a:r>
              <a:rPr sz="3300" dirty="0">
                <a:latin typeface="Times New Roman"/>
                <a:cs typeface="Times New Roman"/>
              </a:rPr>
              <a:t>	</a:t>
            </a:r>
            <a:r>
              <a:rPr sz="4950" spc="142" baseline="-35353" dirty="0">
                <a:latin typeface="Symbol"/>
                <a:cs typeface="Symbol"/>
              </a:rPr>
              <a:t></a:t>
            </a:r>
            <a:r>
              <a:rPr sz="4950" baseline="-35353" dirty="0">
                <a:latin typeface="Times New Roman"/>
                <a:cs typeface="Times New Roman"/>
              </a:rPr>
              <a:t>	</a:t>
            </a:r>
            <a:r>
              <a:rPr sz="7425" i="1" spc="157" baseline="-6734" dirty="0">
                <a:latin typeface="Times New Roman"/>
                <a:cs typeface="Times New Roman"/>
              </a:rPr>
              <a:t>i</a:t>
            </a:r>
            <a:r>
              <a:rPr sz="2850" i="1" spc="157" baseline="-23391" dirty="0">
                <a:latin typeface="Times New Roman"/>
                <a:cs typeface="Times New Roman"/>
              </a:rPr>
              <a:t>e</a:t>
            </a:r>
            <a:endParaRPr sz="2850" baseline="-23391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28316" y="4600955"/>
            <a:ext cx="1645920" cy="1396365"/>
          </a:xfrm>
          <a:custGeom>
            <a:avLst/>
            <a:gdLst/>
            <a:ahLst/>
            <a:cxnLst/>
            <a:rect l="l" t="t" r="r" b="b"/>
            <a:pathLst>
              <a:path w="1645920" h="1396364">
                <a:moveTo>
                  <a:pt x="0" y="1395984"/>
                </a:moveTo>
                <a:lnTo>
                  <a:pt x="1645920" y="1395984"/>
                </a:lnTo>
                <a:lnTo>
                  <a:pt x="1645920" y="0"/>
                </a:lnTo>
                <a:lnTo>
                  <a:pt x="0" y="0"/>
                </a:lnTo>
                <a:lnTo>
                  <a:pt x="0" y="139598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999744"/>
            <a:ext cx="5928360" cy="27249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45403" y="1904580"/>
            <a:ext cx="25781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050" i="1" spc="75" dirty="0">
                <a:latin typeface="Times New Roman"/>
                <a:cs typeface="Times New Roman"/>
              </a:rPr>
              <a:t>v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583" y="1375042"/>
            <a:ext cx="21971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050" i="1" u="sng" spc="-6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50" i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4360" y="2242475"/>
            <a:ext cx="1085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i="1" spc="10" dirty="0">
                <a:latin typeface="Times New Roman"/>
                <a:cs typeface="Times New Roman"/>
              </a:rPr>
              <a:t>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7795" y="1712928"/>
            <a:ext cx="1803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550" i="1" u="heavy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5257" y="1929621"/>
            <a:ext cx="120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o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4300" y="1701147"/>
            <a:ext cx="6889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73709" algn="l"/>
              </a:tabLst>
            </a:pPr>
            <a:r>
              <a:rPr sz="2700" spc="85" dirty="0">
                <a:latin typeface="Times New Roman"/>
                <a:cs typeface="Times New Roman"/>
              </a:rPr>
              <a:t>Y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5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95259" y="1415796"/>
            <a:ext cx="1313815" cy="1140460"/>
          </a:xfrm>
          <a:custGeom>
            <a:avLst/>
            <a:gdLst/>
            <a:ahLst/>
            <a:cxnLst/>
            <a:rect l="l" t="t" r="r" b="b"/>
            <a:pathLst>
              <a:path w="1313815" h="1140460">
                <a:moveTo>
                  <a:pt x="0" y="1139952"/>
                </a:moveTo>
                <a:lnTo>
                  <a:pt x="1313688" y="1139952"/>
                </a:lnTo>
                <a:lnTo>
                  <a:pt x="1313688" y="0"/>
                </a:lnTo>
                <a:lnTo>
                  <a:pt x="0" y="0"/>
                </a:lnTo>
                <a:lnTo>
                  <a:pt x="0" y="113995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84382" y="5685816"/>
            <a:ext cx="1300480" cy="0"/>
          </a:xfrm>
          <a:custGeom>
            <a:avLst/>
            <a:gdLst/>
            <a:ahLst/>
            <a:cxnLst/>
            <a:rect l="l" t="t" r="r" b="b"/>
            <a:pathLst>
              <a:path w="1300479">
                <a:moveTo>
                  <a:pt x="0" y="0"/>
                </a:moveTo>
                <a:lnTo>
                  <a:pt x="1299925" y="0"/>
                </a:lnTo>
              </a:path>
            </a:pathLst>
          </a:custGeom>
          <a:ln w="156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13414" y="5327187"/>
            <a:ext cx="36004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400" i="1" spc="-50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49124" y="5392068"/>
            <a:ext cx="57467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i="1" spc="-25" dirty="0">
                <a:latin typeface="Times New Roman"/>
                <a:cs typeface="Times New Roman"/>
              </a:rPr>
              <a:t>and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28109" y="4962401"/>
            <a:ext cx="1029969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6600" i="1" baseline="4419" dirty="0">
                <a:latin typeface="Times New Roman"/>
                <a:cs typeface="Times New Roman"/>
              </a:rPr>
              <a:t>h</a:t>
            </a:r>
            <a:r>
              <a:rPr sz="6600" i="1" spc="-690" baseline="4419" dirty="0">
                <a:latin typeface="Times New Roman"/>
                <a:cs typeface="Times New Roman"/>
              </a:rPr>
              <a:t> </a:t>
            </a:r>
            <a:r>
              <a:rPr sz="2950" i="1" spc="45" dirty="0">
                <a:latin typeface="Times New Roman"/>
                <a:cs typeface="Times New Roman"/>
              </a:rPr>
              <a:t>fb</a:t>
            </a:r>
            <a:r>
              <a:rPr sz="6600" i="1" spc="67" baseline="11363" dirty="0">
                <a:latin typeface="Times New Roman"/>
                <a:cs typeface="Times New Roman"/>
              </a:rPr>
              <a:t>h</a:t>
            </a:r>
            <a:endParaRPr sz="6600" baseline="1136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8928" y="5983315"/>
            <a:ext cx="20320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55" dirty="0">
                <a:latin typeface="Times New Roman"/>
                <a:cs typeface="Times New Roman"/>
              </a:rPr>
              <a:t>ib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1158" y="5979608"/>
            <a:ext cx="9906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-50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19769" y="5405004"/>
            <a:ext cx="225425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50" dirty="0">
                <a:latin typeface="Times New Roman"/>
                <a:cs typeface="Times New Roman"/>
              </a:rPr>
              <a:t>rb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0759" y="5691204"/>
            <a:ext cx="24765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40" dirty="0">
                <a:latin typeface="Times New Roman"/>
                <a:cs typeface="Times New Roman"/>
              </a:rPr>
              <a:t>ob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48274" y="5618556"/>
            <a:ext cx="49974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400" i="1" dirty="0">
                <a:latin typeface="Times New Roman"/>
                <a:cs typeface="Times New Roman"/>
              </a:rPr>
              <a:t>Y</a:t>
            </a:r>
            <a:r>
              <a:rPr sz="4400" i="1" spc="-605" dirty="0">
                <a:latin typeface="Times New Roman"/>
                <a:cs typeface="Times New Roman"/>
              </a:rPr>
              <a:t> </a:t>
            </a:r>
            <a:r>
              <a:rPr sz="2550" spc="-75" baseline="-4901" dirty="0">
                <a:latin typeface="Times New Roman"/>
                <a:cs typeface="Times New Roman"/>
              </a:rPr>
              <a:t>0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64477" y="5687494"/>
            <a:ext cx="123189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52731" y="5687494"/>
            <a:ext cx="123189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260990" y="5157013"/>
            <a:ext cx="50673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93395" algn="l"/>
              </a:tabLst>
            </a:pPr>
            <a:r>
              <a:rPr sz="2950" u="sng" spc="4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9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62027" y="5392068"/>
            <a:ext cx="220979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98802" y="5618556"/>
            <a:ext cx="113538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4400" i="1" dirty="0">
                <a:latin typeface="Times New Roman"/>
                <a:cs typeface="Times New Roman"/>
              </a:rPr>
              <a:t>R</a:t>
            </a:r>
            <a:r>
              <a:rPr sz="4400" i="1" spc="240" dirty="0">
                <a:latin typeface="Times New Roman"/>
                <a:cs typeface="Times New Roman"/>
              </a:rPr>
              <a:t> </a:t>
            </a:r>
            <a:r>
              <a:rPr sz="4425" baseline="17890" dirty="0">
                <a:latin typeface="Symbol"/>
                <a:cs typeface="Symbol"/>
              </a:rPr>
              <a:t></a:t>
            </a:r>
            <a:r>
              <a:rPr sz="4425" spc="-337" baseline="17890" dirty="0">
                <a:latin typeface="Times New Roman"/>
                <a:cs typeface="Times New Roman"/>
              </a:rPr>
              <a:t> </a:t>
            </a:r>
            <a:r>
              <a:rPr sz="4400" i="1" spc="-50" dirty="0">
                <a:latin typeface="Times New Roman"/>
                <a:cs typeface="Times New Roman"/>
              </a:rPr>
              <a:t>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18812" y="5204845"/>
            <a:ext cx="213614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031240" algn="l"/>
                <a:tab pos="1889125" algn="l"/>
              </a:tabLst>
            </a:pPr>
            <a:r>
              <a:rPr sz="2950" dirty="0">
                <a:latin typeface="Symbol"/>
                <a:cs typeface="Symbol"/>
              </a:rPr>
              <a:t></a:t>
            </a:r>
            <a:r>
              <a:rPr sz="2950" spc="-360" dirty="0">
                <a:latin typeface="Times New Roman"/>
                <a:cs typeface="Times New Roman"/>
              </a:rPr>
              <a:t> </a:t>
            </a:r>
            <a:r>
              <a:rPr sz="6600" i="1" spc="-75" baseline="-11994" dirty="0">
                <a:latin typeface="Times New Roman"/>
                <a:cs typeface="Times New Roman"/>
              </a:rPr>
              <a:t>Y</a:t>
            </a:r>
            <a:r>
              <a:rPr sz="6600" i="1" baseline="-11994" dirty="0">
                <a:latin typeface="Times New Roman"/>
                <a:cs typeface="Times New Roman"/>
              </a:rPr>
              <a:t>	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95" dirty="0">
                <a:latin typeface="Times New Roman"/>
                <a:cs typeface="Times New Roman"/>
              </a:rPr>
              <a:t> </a:t>
            </a:r>
            <a:r>
              <a:rPr sz="6600" i="1" spc="-75" baseline="-11363" dirty="0">
                <a:latin typeface="Times New Roman"/>
                <a:cs typeface="Times New Roman"/>
              </a:rPr>
              <a:t>h</a:t>
            </a:r>
            <a:r>
              <a:rPr sz="6600" i="1" baseline="-11363" dirty="0">
                <a:latin typeface="Times New Roman"/>
                <a:cs typeface="Times New Roman"/>
              </a:rPr>
              <a:t>	</a:t>
            </a:r>
            <a:r>
              <a:rPr sz="2950" spc="-50" dirty="0">
                <a:latin typeface="Symbol"/>
                <a:cs typeface="Symbol"/>
              </a:rPr>
              <a:t>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98108" y="4893564"/>
            <a:ext cx="5641975" cy="1430020"/>
          </a:xfrm>
          <a:custGeom>
            <a:avLst/>
            <a:gdLst/>
            <a:ahLst/>
            <a:cxnLst/>
            <a:rect l="l" t="t" r="r" b="b"/>
            <a:pathLst>
              <a:path w="5641975" h="1430020">
                <a:moveTo>
                  <a:pt x="0" y="1429512"/>
                </a:moveTo>
                <a:lnTo>
                  <a:pt x="5641847" y="1429512"/>
                </a:lnTo>
                <a:lnTo>
                  <a:pt x="564184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108961" y="261874"/>
            <a:ext cx="8693150" cy="1158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  <a:p>
            <a:pPr marL="5222240">
              <a:lnSpc>
                <a:spcPct val="100000"/>
              </a:lnSpc>
              <a:spcBef>
                <a:spcPts val="50"/>
              </a:spcBef>
            </a:pPr>
            <a:r>
              <a:rPr sz="3000" b="1" i="1" dirty="0">
                <a:latin typeface="Calibri"/>
                <a:cs typeface="Calibri"/>
              </a:rPr>
              <a:t>Output</a:t>
            </a:r>
            <a:r>
              <a:rPr sz="3000" b="1" i="1" spc="-13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Admittance</a:t>
            </a:r>
            <a:r>
              <a:rPr sz="3000" b="1" i="1" spc="-95" dirty="0">
                <a:latin typeface="Calibri"/>
                <a:cs typeface="Calibri"/>
              </a:rPr>
              <a:t> </a:t>
            </a:r>
            <a:r>
              <a:rPr sz="3000" b="1" i="1" spc="-25" dirty="0">
                <a:latin typeface="Calibri"/>
                <a:cs typeface="Calibri"/>
              </a:rPr>
              <a:t>Y</a:t>
            </a:r>
            <a:r>
              <a:rPr sz="3000" b="1" i="1" spc="-37" baseline="-19444" dirty="0">
                <a:latin typeface="Calibri"/>
                <a:cs typeface="Calibri"/>
              </a:rPr>
              <a:t>o</a:t>
            </a:r>
            <a:endParaRPr sz="3000" baseline="-19444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11051" y="3704258"/>
            <a:ext cx="65532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225" baseline="20671" dirty="0">
                <a:latin typeface="Symbol"/>
                <a:cs typeface="Symbol"/>
              </a:rPr>
              <a:t></a:t>
            </a:r>
            <a:r>
              <a:rPr sz="3225" spc="-209" baseline="20671" dirty="0">
                <a:latin typeface="Times New Roman"/>
                <a:cs typeface="Times New Roman"/>
              </a:rPr>
              <a:t> </a:t>
            </a:r>
            <a:r>
              <a:rPr sz="4800" i="1" spc="-37" baseline="2604" dirty="0">
                <a:latin typeface="Times New Roman"/>
                <a:cs typeface="Times New Roman"/>
              </a:rPr>
              <a:t>h</a:t>
            </a:r>
            <a:r>
              <a:rPr sz="1250" i="1" spc="-25" dirty="0">
                <a:latin typeface="Times New Roman"/>
                <a:cs typeface="Times New Roman"/>
              </a:rPr>
              <a:t>ob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37323" y="3475714"/>
            <a:ext cx="2590165" cy="941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ts val="3585"/>
              </a:lnSpc>
              <a:spcBef>
                <a:spcPts val="135"/>
              </a:spcBef>
            </a:pPr>
            <a:r>
              <a:rPr sz="3225" baseline="-25839" dirty="0">
                <a:latin typeface="Symbol"/>
                <a:cs typeface="Symbol"/>
              </a:rPr>
              <a:t></a:t>
            </a:r>
            <a:r>
              <a:rPr sz="3225" spc="82" baseline="-25839" dirty="0"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</a:t>
            </a:r>
            <a:r>
              <a:rPr sz="1875" i="1" u="sng" spc="-127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75" i="1" spc="569" baseline="-6666" dirty="0">
                <a:latin typeface="Times New Roman"/>
                <a:cs typeface="Times New Roman"/>
              </a:rPr>
              <a:t> </a:t>
            </a:r>
            <a:r>
              <a:rPr sz="3225" baseline="-25839" dirty="0">
                <a:latin typeface="Symbol"/>
                <a:cs typeface="Symbol"/>
              </a:rPr>
              <a:t></a:t>
            </a:r>
            <a:r>
              <a:rPr sz="3225" spc="44" baseline="-25839" dirty="0">
                <a:latin typeface="Times New Roman"/>
                <a:cs typeface="Times New Roman"/>
              </a:rPr>
              <a:t> </a:t>
            </a:r>
            <a:r>
              <a:rPr sz="3200" i="1" u="sng" spc="-4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75" i="1" u="sng" spc="202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i="1" spc="434" baseline="-6666" dirty="0">
                <a:latin typeface="Times New Roman"/>
                <a:cs typeface="Times New Roman"/>
              </a:rPr>
              <a:t> </a:t>
            </a:r>
            <a:r>
              <a:rPr sz="3225" baseline="-25839" dirty="0">
                <a:latin typeface="Symbol"/>
                <a:cs typeface="Symbol"/>
              </a:rPr>
              <a:t></a:t>
            </a:r>
            <a:r>
              <a:rPr sz="3225" spc="254" baseline="-25839" dirty="0">
                <a:latin typeface="Times New Roman"/>
                <a:cs typeface="Times New Roman"/>
              </a:rPr>
              <a:t> </a:t>
            </a:r>
            <a:r>
              <a:rPr sz="4800" i="1" u="sng" spc="135" baseline="4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875" i="1" u="sng" spc="135" baseline="444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fb</a:t>
            </a:r>
            <a:r>
              <a:rPr sz="4800" i="1" u="sng" spc="135" baseline="4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spc="135" baseline="444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875" baseline="4444">
              <a:latin typeface="Times New Roman"/>
              <a:cs typeface="Times New Roman"/>
            </a:endParaRPr>
          </a:p>
          <a:p>
            <a:pPr marL="470534">
              <a:lnSpc>
                <a:spcPts val="3585"/>
              </a:lnSpc>
              <a:tabLst>
                <a:tab pos="1367155" algn="l"/>
                <a:tab pos="2112645" algn="l"/>
              </a:tabLst>
            </a:pP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endParaRPr sz="1875" baseline="-6666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79778" y="3462025"/>
            <a:ext cx="1286510" cy="955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340">
              <a:lnSpc>
                <a:spcPts val="3640"/>
              </a:lnSpc>
              <a:spcBef>
                <a:spcPts val="135"/>
              </a:spcBef>
            </a:pPr>
            <a:r>
              <a:rPr sz="4800" i="1" u="sng" baseline="-173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baseline="-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75" i="1" u="sng" spc="202" baseline="-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i="1" spc="419" baseline="-11111" dirty="0">
                <a:latin typeface="Times New Roman"/>
                <a:cs typeface="Times New Roman"/>
              </a:rPr>
              <a:t> </a:t>
            </a:r>
            <a:r>
              <a:rPr sz="3225" baseline="-28423" dirty="0">
                <a:latin typeface="Symbol"/>
                <a:cs typeface="Symbol"/>
              </a:rPr>
              <a:t></a:t>
            </a:r>
            <a:r>
              <a:rPr sz="3225" spc="240" baseline="-28423" dirty="0">
                <a:latin typeface="Times New Roman"/>
                <a:cs typeface="Times New Roman"/>
              </a:rPr>
              <a:t> </a:t>
            </a:r>
            <a:r>
              <a:rPr sz="4800" i="1" u="sng" spc="135" baseline="26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25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fb</a:t>
            </a:r>
            <a:r>
              <a:rPr sz="4800" i="1" u="sng" spc="135" baseline="26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25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  <a:p>
            <a:pPr marL="63500">
              <a:lnSpc>
                <a:spcPts val="3640"/>
              </a:lnSpc>
              <a:tabLst>
                <a:tab pos="808355" algn="l"/>
              </a:tabLst>
            </a:pP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endParaRPr sz="1875" baseline="-6666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46644" y="2403711"/>
            <a:ext cx="2659380" cy="104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>
              <a:lnSpc>
                <a:spcPts val="4560"/>
              </a:lnSpc>
              <a:spcBef>
                <a:spcPts val="100"/>
              </a:spcBef>
            </a:pPr>
            <a:r>
              <a:rPr sz="6150" i="1" baseline="2710" dirty="0">
                <a:latin typeface="Times New Roman"/>
                <a:cs typeface="Times New Roman"/>
              </a:rPr>
              <a:t>i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340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</a:t>
            </a:r>
            <a:r>
              <a:rPr sz="4050" spc="-37" baseline="21604" dirty="0">
                <a:latin typeface="Times New Roman"/>
                <a:cs typeface="Times New Roman"/>
              </a:rPr>
              <a:t> </a:t>
            </a:r>
            <a:r>
              <a:rPr sz="6150" i="1" spc="195" baseline="2710" dirty="0">
                <a:latin typeface="Times New Roman"/>
                <a:cs typeface="Times New Roman"/>
              </a:rPr>
              <a:t>h</a:t>
            </a:r>
            <a:r>
              <a:rPr sz="1600" i="1" spc="130" dirty="0">
                <a:latin typeface="Times New Roman"/>
                <a:cs typeface="Times New Roman"/>
              </a:rPr>
              <a:t>fb</a:t>
            </a:r>
            <a:r>
              <a:rPr sz="6150" i="1" spc="195" baseline="2710" dirty="0">
                <a:latin typeface="Times New Roman"/>
                <a:cs typeface="Times New Roman"/>
              </a:rPr>
              <a:t>i</a:t>
            </a:r>
            <a:r>
              <a:rPr sz="1600" i="1" spc="130" dirty="0">
                <a:latin typeface="Times New Roman"/>
                <a:cs typeface="Times New Roman"/>
              </a:rPr>
              <a:t>e </a:t>
            </a:r>
            <a:r>
              <a:rPr sz="4050" baseline="21604" dirty="0">
                <a:latin typeface="Symbol"/>
                <a:cs typeface="Symbol"/>
              </a:rPr>
              <a:t></a:t>
            </a:r>
            <a:r>
              <a:rPr sz="4050" spc="-247" baseline="21604" dirty="0">
                <a:latin typeface="Times New Roman"/>
                <a:cs typeface="Times New Roman"/>
              </a:rPr>
              <a:t> </a:t>
            </a:r>
            <a:r>
              <a:rPr sz="6150" i="1" baseline="2710" dirty="0">
                <a:latin typeface="Times New Roman"/>
                <a:cs typeface="Times New Roman"/>
              </a:rPr>
              <a:t>h</a:t>
            </a:r>
            <a:r>
              <a:rPr sz="1600" i="1" dirty="0">
                <a:latin typeface="Times New Roman"/>
                <a:cs typeface="Times New Roman"/>
              </a:rPr>
              <a:t>ob</a:t>
            </a:r>
            <a:r>
              <a:rPr sz="1600" i="1" spc="-110" dirty="0">
                <a:latin typeface="Times New Roman"/>
                <a:cs typeface="Times New Roman"/>
              </a:rPr>
              <a:t> </a:t>
            </a:r>
            <a:r>
              <a:rPr sz="6150" i="1" spc="-37" baseline="2710" dirty="0">
                <a:latin typeface="Times New Roman"/>
                <a:cs typeface="Times New Roman"/>
              </a:rPr>
              <a:t>v</a:t>
            </a:r>
            <a:r>
              <a:rPr sz="1600" i="1" spc="-25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50800">
              <a:lnSpc>
                <a:spcPts val="3479"/>
              </a:lnSpc>
            </a:pPr>
            <a:r>
              <a:rPr sz="3200" b="1" i="1" dirty="0">
                <a:latin typeface="Calibri"/>
                <a:cs typeface="Calibri"/>
              </a:rPr>
              <a:t>Dividing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By</a:t>
            </a:r>
            <a:r>
              <a:rPr sz="3200" b="1" i="1" spc="-9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V</a:t>
            </a:r>
            <a:r>
              <a:rPr sz="3150" b="1" i="1" spc="-37" baseline="-19841" dirty="0">
                <a:latin typeface="Calibri"/>
                <a:cs typeface="Calibri"/>
              </a:rPr>
              <a:t>c</a:t>
            </a:r>
            <a:endParaRPr sz="3150" baseline="-19841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22708" y="4427252"/>
            <a:ext cx="472059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20160" algn="l"/>
              </a:tabLst>
            </a:pPr>
            <a:r>
              <a:rPr sz="6150" i="1" baseline="-6775" dirty="0">
                <a:latin typeface="Times New Roman"/>
                <a:cs typeface="Times New Roman"/>
              </a:rPr>
              <a:t>v</a:t>
            </a:r>
            <a:r>
              <a:rPr sz="6150" i="1" spc="735" baseline="-6775" dirty="0">
                <a:latin typeface="Times New Roman"/>
                <a:cs typeface="Times New Roman"/>
              </a:rPr>
              <a:t> </a:t>
            </a:r>
            <a:r>
              <a:rPr sz="4100" dirty="0">
                <a:latin typeface="Symbol"/>
                <a:cs typeface="Symbol"/>
              </a:rPr>
              <a:t></a:t>
            </a:r>
            <a:r>
              <a:rPr sz="4100" dirty="0">
                <a:latin typeface="Times New Roman"/>
                <a:cs typeface="Times New Roman"/>
              </a:rPr>
              <a:t>0,</a:t>
            </a:r>
            <a:r>
              <a:rPr sz="4100" i="1" dirty="0">
                <a:latin typeface="Times New Roman"/>
                <a:cs typeface="Times New Roman"/>
              </a:rPr>
              <a:t>R</a:t>
            </a:r>
            <a:r>
              <a:rPr sz="4100" i="1" spc="380" dirty="0">
                <a:latin typeface="Times New Roman"/>
                <a:cs typeface="Times New Roman"/>
              </a:rPr>
              <a:t> </a:t>
            </a:r>
            <a:r>
              <a:rPr sz="6150" i="1" baseline="-5420" dirty="0">
                <a:latin typeface="Times New Roman"/>
                <a:cs typeface="Times New Roman"/>
              </a:rPr>
              <a:t>i</a:t>
            </a:r>
            <a:r>
              <a:rPr sz="6150" i="1" spc="817" baseline="-5420" dirty="0">
                <a:latin typeface="Times New Roman"/>
                <a:cs typeface="Times New Roman"/>
              </a:rPr>
              <a:t> </a:t>
            </a:r>
            <a:r>
              <a:rPr sz="6150" spc="172" baseline="1355" dirty="0">
                <a:latin typeface="Symbol"/>
                <a:cs typeface="Symbol"/>
              </a:rPr>
              <a:t></a:t>
            </a:r>
            <a:r>
              <a:rPr sz="6150" i="1" spc="172" baseline="1355" dirty="0">
                <a:latin typeface="Times New Roman"/>
                <a:cs typeface="Times New Roman"/>
              </a:rPr>
              <a:t>h</a:t>
            </a:r>
            <a:r>
              <a:rPr sz="6150" i="1" spc="772" baseline="1355" dirty="0">
                <a:latin typeface="Times New Roman"/>
                <a:cs typeface="Times New Roman"/>
              </a:rPr>
              <a:t> </a:t>
            </a:r>
            <a:r>
              <a:rPr sz="6150" i="1" baseline="-7452" dirty="0">
                <a:latin typeface="Times New Roman"/>
                <a:cs typeface="Times New Roman"/>
              </a:rPr>
              <a:t>i</a:t>
            </a:r>
            <a:r>
              <a:rPr sz="6150" i="1" spc="457" baseline="-7452" dirty="0">
                <a:latin typeface="Times New Roman"/>
                <a:cs typeface="Times New Roman"/>
              </a:rPr>
              <a:t> </a:t>
            </a:r>
            <a:r>
              <a:rPr sz="4050" baseline="7201" dirty="0">
                <a:latin typeface="Symbol"/>
                <a:cs typeface="Symbol"/>
              </a:rPr>
              <a:t></a:t>
            </a:r>
            <a:r>
              <a:rPr sz="4050" spc="-270" baseline="7201" dirty="0">
                <a:latin typeface="Times New Roman"/>
                <a:cs typeface="Times New Roman"/>
              </a:rPr>
              <a:t> </a:t>
            </a:r>
            <a:r>
              <a:rPr sz="6150" i="1" spc="-75" baseline="-7452" dirty="0">
                <a:latin typeface="Times New Roman"/>
                <a:cs typeface="Times New Roman"/>
              </a:rPr>
              <a:t>h</a:t>
            </a:r>
            <a:r>
              <a:rPr sz="6150" i="1" baseline="-7452" dirty="0">
                <a:latin typeface="Times New Roman"/>
                <a:cs typeface="Times New Roman"/>
              </a:rPr>
              <a:t>	v</a:t>
            </a:r>
            <a:r>
              <a:rPr sz="6150" i="1" spc="660" baseline="-7452" dirty="0">
                <a:latin typeface="Times New Roman"/>
                <a:cs typeface="Times New Roman"/>
              </a:rPr>
              <a:t> </a:t>
            </a:r>
            <a:r>
              <a:rPr sz="4050" baseline="7201" dirty="0">
                <a:latin typeface="Symbol"/>
                <a:cs typeface="Symbol"/>
              </a:rPr>
              <a:t></a:t>
            </a:r>
            <a:r>
              <a:rPr sz="4050" spc="-104" baseline="7201" dirty="0">
                <a:latin typeface="Times New Roman"/>
                <a:cs typeface="Times New Roman"/>
              </a:rPr>
              <a:t> </a:t>
            </a:r>
            <a:r>
              <a:rPr sz="4050" spc="-75" baseline="7201" dirty="0">
                <a:latin typeface="Times New Roman"/>
                <a:cs typeface="Times New Roman"/>
              </a:rPr>
              <a:t>0</a:t>
            </a:r>
            <a:endParaRPr sz="4050" baseline="7201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30560" y="4837077"/>
            <a:ext cx="125476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8340" algn="l"/>
                <a:tab pos="1149985" algn="l"/>
              </a:tabLst>
            </a:pPr>
            <a:r>
              <a:rPr sz="1600" i="1" spc="-50" dirty="0">
                <a:latin typeface="Times New Roman"/>
                <a:cs typeface="Times New Roman"/>
              </a:rPr>
              <a:t>e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i="1" spc="-25" dirty="0">
                <a:latin typeface="Times New Roman"/>
                <a:cs typeface="Times New Roman"/>
              </a:rPr>
              <a:t>rb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i="1" spc="-50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80346" y="4916559"/>
            <a:ext cx="20320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i="1" spc="45" dirty="0">
                <a:latin typeface="Times New Roman"/>
                <a:cs typeface="Times New Roman"/>
              </a:rPr>
              <a:t>ib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77275" y="4709602"/>
            <a:ext cx="1770380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250315" algn="l"/>
                <a:tab pos="1562100" algn="l"/>
              </a:tabLst>
            </a:pPr>
            <a:r>
              <a:rPr sz="2700" i="1" spc="-50" dirty="0">
                <a:latin typeface="Times New Roman"/>
                <a:cs typeface="Times New Roman"/>
              </a:rPr>
              <a:t>s</a:t>
            </a:r>
            <a:r>
              <a:rPr sz="2700" i="1" dirty="0">
                <a:latin typeface="Times New Roman"/>
                <a:cs typeface="Times New Roman"/>
              </a:rPr>
              <a:t>	</a:t>
            </a:r>
            <a:r>
              <a:rPr sz="4050" i="1" spc="-75" baseline="-6172" dirty="0">
                <a:latin typeface="Times New Roman"/>
                <a:cs typeface="Times New Roman"/>
              </a:rPr>
              <a:t>s</a:t>
            </a:r>
            <a:r>
              <a:rPr sz="4050" i="1" baseline="-6172" dirty="0">
                <a:latin typeface="Times New Roman"/>
                <a:cs typeface="Times New Roman"/>
              </a:rPr>
              <a:t>	</a:t>
            </a:r>
            <a:r>
              <a:rPr sz="4050" i="1" spc="-75" baseline="2057" dirty="0">
                <a:latin typeface="Times New Roman"/>
                <a:cs typeface="Times New Roman"/>
              </a:rPr>
              <a:t>e</a:t>
            </a:r>
            <a:endParaRPr sz="4050" baseline="205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75835" y="5588480"/>
            <a:ext cx="756285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3565" algn="l"/>
              </a:tabLst>
            </a:pPr>
            <a:r>
              <a:rPr sz="2750" i="1" spc="-25" dirty="0">
                <a:latin typeface="Times New Roman"/>
                <a:cs typeface="Times New Roman"/>
              </a:rPr>
              <a:t>rb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i="1" spc="-50" dirty="0">
                <a:latin typeface="Times New Roman"/>
                <a:cs typeface="Times New Roman"/>
              </a:rPr>
              <a:t>c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87236" y="5588480"/>
            <a:ext cx="1510030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5650" algn="l"/>
                <a:tab pos="1337945" algn="l"/>
              </a:tabLst>
            </a:pPr>
            <a:r>
              <a:rPr sz="4125" i="1" spc="-75" baseline="1010" dirty="0">
                <a:latin typeface="Times New Roman"/>
                <a:cs typeface="Times New Roman"/>
              </a:rPr>
              <a:t>s</a:t>
            </a:r>
            <a:r>
              <a:rPr sz="4125" i="1" baseline="1010" dirty="0">
                <a:latin typeface="Times New Roman"/>
                <a:cs typeface="Times New Roman"/>
              </a:rPr>
              <a:t>	</a:t>
            </a:r>
            <a:r>
              <a:rPr sz="2750" i="1" spc="-25" dirty="0">
                <a:latin typeface="Times New Roman"/>
                <a:cs typeface="Times New Roman"/>
              </a:rPr>
              <a:t>ib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i="1" spc="-50" dirty="0">
                <a:latin typeface="Times New Roman"/>
                <a:cs typeface="Times New Roman"/>
              </a:rPr>
              <a:t>e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51079" y="5134892"/>
            <a:ext cx="3542665" cy="859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581785" algn="l"/>
                <a:tab pos="3265170" algn="l"/>
              </a:tabLst>
            </a:pPr>
            <a:r>
              <a:rPr sz="5450" dirty="0">
                <a:latin typeface="Symbol"/>
                <a:cs typeface="Symbol"/>
              </a:rPr>
              <a:t></a:t>
            </a:r>
            <a:r>
              <a:rPr sz="6150" i="1" baseline="-7452" dirty="0">
                <a:latin typeface="Times New Roman"/>
                <a:cs typeface="Times New Roman"/>
              </a:rPr>
              <a:t>R</a:t>
            </a:r>
            <a:r>
              <a:rPr sz="6150" i="1" spc="-37" baseline="-7452" dirty="0">
                <a:latin typeface="Times New Roman"/>
                <a:cs typeface="Times New Roman"/>
              </a:rPr>
              <a:t> </a:t>
            </a:r>
            <a:r>
              <a:rPr sz="4100" spc="110" dirty="0">
                <a:latin typeface="Symbol"/>
                <a:cs typeface="Symbol"/>
              </a:rPr>
              <a:t></a:t>
            </a:r>
            <a:r>
              <a:rPr sz="6150" i="1" spc="165" baseline="-6775" dirty="0">
                <a:latin typeface="Times New Roman"/>
                <a:cs typeface="Times New Roman"/>
              </a:rPr>
              <a:t>h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5450" spc="-385" dirty="0">
                <a:latin typeface="Symbol"/>
                <a:cs typeface="Symbol"/>
              </a:rPr>
              <a:t></a:t>
            </a:r>
            <a:r>
              <a:rPr sz="6150" i="1" spc="-577" baseline="-6775" dirty="0">
                <a:latin typeface="Times New Roman"/>
                <a:cs typeface="Times New Roman"/>
              </a:rPr>
              <a:t>i</a:t>
            </a:r>
            <a:r>
              <a:rPr sz="6150" i="1" spc="705" baseline="-6775" dirty="0">
                <a:latin typeface="Times New Roman"/>
                <a:cs typeface="Times New Roman"/>
              </a:rPr>
              <a:t> </a:t>
            </a:r>
            <a:r>
              <a:rPr sz="4100" spc="95" dirty="0">
                <a:latin typeface="Symbol"/>
                <a:cs typeface="Symbol"/>
              </a:rPr>
              <a:t></a:t>
            </a:r>
            <a:r>
              <a:rPr sz="6150" i="1" spc="142" baseline="-6775" dirty="0">
                <a:latin typeface="Times New Roman"/>
                <a:cs typeface="Times New Roman"/>
              </a:rPr>
              <a:t>h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6150" i="1" spc="-75" baseline="-6775" dirty="0">
                <a:latin typeface="Times New Roman"/>
                <a:cs typeface="Times New Roman"/>
              </a:rPr>
              <a:t>v</a:t>
            </a:r>
            <a:endParaRPr sz="6150" baseline="-6775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925058" y="3474465"/>
            <a:ext cx="5177790" cy="2916555"/>
            <a:chOff x="5925058" y="3474465"/>
            <a:chExt cx="5177790" cy="2916555"/>
          </a:xfrm>
        </p:grpSpPr>
        <p:sp>
          <p:nvSpPr>
            <p:cNvPr id="39" name="object 39"/>
            <p:cNvSpPr/>
            <p:nvPr/>
          </p:nvSpPr>
          <p:spPr>
            <a:xfrm>
              <a:off x="5954268" y="3503675"/>
              <a:ext cx="1905" cy="2858135"/>
            </a:xfrm>
            <a:custGeom>
              <a:avLst/>
              <a:gdLst/>
              <a:ahLst/>
              <a:cxnLst/>
              <a:rect l="l" t="t" r="r" b="b"/>
              <a:pathLst>
                <a:path w="1904" h="2858135">
                  <a:moveTo>
                    <a:pt x="1651" y="0"/>
                  </a:moveTo>
                  <a:lnTo>
                    <a:pt x="0" y="2857525"/>
                  </a:lnTo>
                </a:path>
              </a:pathLst>
            </a:custGeom>
            <a:ln w="57911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54268" y="3500627"/>
              <a:ext cx="5143500" cy="1905"/>
            </a:xfrm>
            <a:custGeom>
              <a:avLst/>
              <a:gdLst/>
              <a:ahLst/>
              <a:cxnLst/>
              <a:rect l="l" t="t" r="r" b="b"/>
              <a:pathLst>
                <a:path w="5143500" h="1904">
                  <a:moveTo>
                    <a:pt x="0" y="0"/>
                  </a:moveTo>
                  <a:lnTo>
                    <a:pt x="5143500" y="165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34430" y="4091425"/>
            <a:ext cx="41529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4400" i="1" spc="-25" dirty="0">
                <a:latin typeface="Times New Roman"/>
                <a:cs typeface="Times New Roman"/>
              </a:rPr>
              <a:t>v</a:t>
            </a:r>
            <a:r>
              <a:rPr sz="2550" i="1" spc="-37" baseline="-6535" dirty="0">
                <a:latin typeface="Times New Roman"/>
                <a:cs typeface="Times New Roman"/>
              </a:rPr>
              <a:t>c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904169" y="4117268"/>
            <a:ext cx="131572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600" i="1" spc="82" baseline="1893" dirty="0">
                <a:latin typeface="Times New Roman"/>
                <a:cs typeface="Times New Roman"/>
              </a:rPr>
              <a:t>R</a:t>
            </a:r>
            <a:r>
              <a:rPr sz="2550" i="1" spc="82" baseline="1633" dirty="0">
                <a:latin typeface="Times New Roman"/>
                <a:cs typeface="Times New Roman"/>
              </a:rPr>
              <a:t>s</a:t>
            </a:r>
            <a:r>
              <a:rPr sz="2550" i="1" spc="209" baseline="1633" dirty="0">
                <a:latin typeface="Times New Roman"/>
                <a:cs typeface="Times New Roman"/>
              </a:rPr>
              <a:t> </a:t>
            </a:r>
            <a:r>
              <a:rPr sz="4425" baseline="20715" dirty="0">
                <a:latin typeface="Symbol"/>
                <a:cs typeface="Symbol"/>
              </a:rPr>
              <a:t></a:t>
            </a:r>
            <a:r>
              <a:rPr sz="4425" spc="-345" baseline="20715" dirty="0">
                <a:latin typeface="Times New Roman"/>
                <a:cs typeface="Times New Roman"/>
              </a:rPr>
              <a:t> </a:t>
            </a:r>
            <a:r>
              <a:rPr sz="6600" i="1" spc="-37" baseline="2525" dirty="0">
                <a:latin typeface="Times New Roman"/>
                <a:cs typeface="Times New Roman"/>
              </a:rPr>
              <a:t>h</a:t>
            </a:r>
            <a:r>
              <a:rPr sz="1700" i="1" spc="-25" dirty="0">
                <a:latin typeface="Times New Roman"/>
                <a:cs typeface="Times New Roman"/>
              </a:rPr>
              <a:t>ib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59225" y="3514012"/>
            <a:ext cx="286639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1939289" algn="l"/>
                <a:tab pos="2827655" algn="l"/>
              </a:tabLst>
            </a:pPr>
            <a:r>
              <a:rPr sz="4425" baseline="-25423" dirty="0">
                <a:latin typeface="Symbol"/>
                <a:cs typeface="Symbol"/>
              </a:rPr>
              <a:t></a:t>
            </a:r>
            <a:r>
              <a:rPr sz="4425" baseline="-25423" dirty="0">
                <a:latin typeface="Times New Roman"/>
                <a:cs typeface="Times New Roman"/>
              </a:rPr>
              <a:t> </a:t>
            </a:r>
            <a:r>
              <a:rPr sz="4400" i="1" u="sng" spc="-6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550" i="1" u="sng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550" i="1" u="sng" spc="277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i="1" spc="660" baseline="-6535" dirty="0">
                <a:latin typeface="Times New Roman"/>
                <a:cs typeface="Times New Roman"/>
              </a:rPr>
              <a:t> </a:t>
            </a:r>
            <a:r>
              <a:rPr sz="4425" baseline="-25423" dirty="0">
                <a:latin typeface="Symbol"/>
                <a:cs typeface="Symbol"/>
              </a:rPr>
              <a:t></a:t>
            </a:r>
            <a:r>
              <a:rPr sz="4425" spc="-22" baseline="-25423" dirty="0">
                <a:latin typeface="Times New Roman"/>
                <a:cs typeface="Times New Roman"/>
              </a:rPr>
              <a:t> </a:t>
            </a:r>
            <a:r>
              <a:rPr sz="4425" baseline="-25423" dirty="0">
                <a:latin typeface="Symbol"/>
                <a:cs typeface="Symbol"/>
              </a:rPr>
              <a:t></a:t>
            </a:r>
            <a:r>
              <a:rPr sz="4425" spc="-412" baseline="-25423" dirty="0"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4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550" i="1" u="sng" spc="-37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rb</a:t>
            </a:r>
            <a:r>
              <a:rPr sz="2550" i="1" u="sng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325868" y="3558540"/>
            <a:ext cx="2959735" cy="1240790"/>
          </a:xfrm>
          <a:custGeom>
            <a:avLst/>
            <a:gdLst/>
            <a:ahLst/>
            <a:cxnLst/>
            <a:rect l="l" t="t" r="r" b="b"/>
            <a:pathLst>
              <a:path w="2959734" h="1240789">
                <a:moveTo>
                  <a:pt x="0" y="1240536"/>
                </a:moveTo>
                <a:lnTo>
                  <a:pt x="2959607" y="1240536"/>
                </a:lnTo>
                <a:lnTo>
                  <a:pt x="2959607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79830">
              <a:lnSpc>
                <a:spcPct val="100000"/>
              </a:lnSpc>
              <a:spcBef>
                <a:spcPts val="90"/>
              </a:spcBef>
            </a:pPr>
            <a:r>
              <a:rPr dirty="0"/>
              <a:t>CC</a:t>
            </a:r>
            <a:r>
              <a:rPr spc="-135" dirty="0"/>
              <a:t> </a:t>
            </a:r>
            <a:r>
              <a:rPr dirty="0"/>
              <a:t>Amplifier</a:t>
            </a:r>
            <a:r>
              <a:rPr b="1" dirty="0">
                <a:latin typeface="Calibri"/>
                <a:cs typeface="Calibri"/>
              </a:rPr>
              <a:t>(Using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Hybrid</a:t>
            </a:r>
            <a:r>
              <a:rPr b="1" spc="-1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488" y="1417042"/>
            <a:ext cx="6119531" cy="43323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90"/>
              </a:spcBef>
            </a:pPr>
            <a:r>
              <a:rPr dirty="0"/>
              <a:t>CB</a:t>
            </a:r>
            <a:r>
              <a:rPr spc="-100" dirty="0"/>
              <a:t> </a:t>
            </a:r>
            <a:r>
              <a:rPr spc="-10" dirty="0"/>
              <a:t>Amplifier</a:t>
            </a:r>
            <a:r>
              <a:rPr b="1" spc="-10" dirty="0">
                <a:latin typeface="Calibri"/>
                <a:cs typeface="Calibri"/>
              </a:rPr>
              <a:t>(Using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Hybrid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1572767"/>
            <a:ext cx="8784336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361" y="261874"/>
            <a:ext cx="79209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492" y="1018426"/>
            <a:ext cx="1215390" cy="1250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4800"/>
              </a:lnSpc>
              <a:spcBef>
                <a:spcPts val="135"/>
              </a:spcBef>
              <a:tabLst>
                <a:tab pos="1037590" algn="l"/>
              </a:tabLst>
            </a:pPr>
            <a:r>
              <a:rPr sz="4300" i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4300" i="1" dirty="0">
                <a:latin typeface="Times New Roman"/>
                <a:cs typeface="Times New Roman"/>
              </a:rPr>
              <a:t>	</a:t>
            </a:r>
            <a:r>
              <a:rPr sz="4300" i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4300">
              <a:latin typeface="Times New Roman"/>
              <a:cs typeface="Times New Roman"/>
            </a:endParaRPr>
          </a:p>
          <a:p>
            <a:pPr marL="26670">
              <a:lnSpc>
                <a:spcPts val="4800"/>
              </a:lnSpc>
              <a:tabLst>
                <a:tab pos="1032510" algn="l"/>
              </a:tabLst>
            </a:pPr>
            <a:r>
              <a:rPr sz="4300" i="1" spc="30" dirty="0">
                <a:latin typeface="Times New Roman"/>
                <a:cs typeface="Times New Roman"/>
              </a:rPr>
              <a:t>i</a:t>
            </a:r>
            <a:r>
              <a:rPr sz="4300" i="1" dirty="0">
                <a:latin typeface="Times New Roman"/>
                <a:cs typeface="Times New Roman"/>
              </a:rPr>
              <a:t>	</a:t>
            </a:r>
            <a:r>
              <a:rPr sz="4300" i="1" spc="30" dirty="0">
                <a:latin typeface="Times New Roman"/>
                <a:cs typeface="Times New Roman"/>
              </a:rPr>
              <a:t>i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0230" y="1377451"/>
            <a:ext cx="1276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608" y="1944689"/>
            <a:ext cx="114681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18540" algn="l"/>
              </a:tabLst>
            </a:pPr>
            <a:r>
              <a:rPr sz="1650" i="1" spc="20" dirty="0">
                <a:latin typeface="Times New Roman"/>
                <a:cs typeface="Times New Roman"/>
              </a:rPr>
              <a:t>b</a:t>
            </a:r>
            <a:r>
              <a:rPr sz="1650" i="1" dirty="0">
                <a:latin typeface="Times New Roman"/>
                <a:cs typeface="Times New Roman"/>
              </a:rPr>
              <a:t>	</a:t>
            </a:r>
            <a:r>
              <a:rPr sz="1650" i="1" spc="20" dirty="0"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4835" y="1380361"/>
            <a:ext cx="15367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u="heavy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20436" y="1364832"/>
            <a:ext cx="54610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110" dirty="0">
                <a:latin typeface="Symbol"/>
                <a:cs typeface="Symbol"/>
              </a:rPr>
              <a:t>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60" dirty="0">
                <a:latin typeface="Symbol"/>
                <a:cs typeface="Symbol"/>
              </a:rPr>
              <a:t>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1290" y="1609568"/>
            <a:ext cx="895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5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1258" y="1364832"/>
            <a:ext cx="73850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8634" algn="l"/>
              </a:tabLst>
            </a:pPr>
            <a:r>
              <a:rPr sz="2900" spc="75" dirty="0">
                <a:latin typeface="Times New Roman"/>
                <a:cs typeface="Times New Roman"/>
              </a:rPr>
              <a:t>A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60" dirty="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4871" y="2174646"/>
            <a:ext cx="2962275" cy="14624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6150" i="1" baseline="2710" dirty="0">
                <a:latin typeface="Times New Roman"/>
                <a:cs typeface="Times New Roman"/>
              </a:rPr>
              <a:t>i</a:t>
            </a:r>
            <a:r>
              <a:rPr sz="1600" i="1" dirty="0">
                <a:latin typeface="Times New Roman"/>
                <a:cs typeface="Times New Roman"/>
              </a:rPr>
              <a:t>e</a:t>
            </a:r>
            <a:r>
              <a:rPr sz="1600" i="1" spc="315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</a:t>
            </a:r>
            <a:r>
              <a:rPr sz="4050" spc="-30" baseline="21604" dirty="0">
                <a:latin typeface="Times New Roman"/>
                <a:cs typeface="Times New Roman"/>
              </a:rPr>
              <a:t> </a:t>
            </a:r>
            <a:r>
              <a:rPr sz="6150" i="1" spc="187" baseline="2710" dirty="0">
                <a:latin typeface="Times New Roman"/>
                <a:cs typeface="Times New Roman"/>
              </a:rPr>
              <a:t>h</a:t>
            </a:r>
            <a:r>
              <a:rPr sz="1600" i="1" spc="125" dirty="0">
                <a:latin typeface="Times New Roman"/>
                <a:cs typeface="Times New Roman"/>
              </a:rPr>
              <a:t>fc</a:t>
            </a:r>
            <a:r>
              <a:rPr sz="6150" i="1" spc="187" baseline="2710" dirty="0">
                <a:latin typeface="Times New Roman"/>
                <a:cs typeface="Times New Roman"/>
              </a:rPr>
              <a:t>i</a:t>
            </a:r>
            <a:r>
              <a:rPr sz="1600" i="1" spc="125" dirty="0">
                <a:latin typeface="Times New Roman"/>
                <a:cs typeface="Times New Roman"/>
              </a:rPr>
              <a:t>b</a:t>
            </a:r>
            <a:r>
              <a:rPr sz="1600" i="1" spc="145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</a:t>
            </a:r>
            <a:r>
              <a:rPr sz="4050" spc="-247" baseline="21604" dirty="0">
                <a:latin typeface="Times New Roman"/>
                <a:cs typeface="Times New Roman"/>
              </a:rPr>
              <a:t> </a:t>
            </a:r>
            <a:r>
              <a:rPr sz="6150" i="1" baseline="2710" dirty="0">
                <a:latin typeface="Times New Roman"/>
                <a:cs typeface="Times New Roman"/>
              </a:rPr>
              <a:t>h</a:t>
            </a:r>
            <a:r>
              <a:rPr sz="1600" i="1" dirty="0">
                <a:latin typeface="Times New Roman"/>
                <a:cs typeface="Times New Roman"/>
              </a:rPr>
              <a:t>oc</a:t>
            </a:r>
            <a:r>
              <a:rPr sz="1600" i="1" spc="-95" dirty="0">
                <a:latin typeface="Times New Roman"/>
                <a:cs typeface="Times New Roman"/>
              </a:rPr>
              <a:t> </a:t>
            </a:r>
            <a:r>
              <a:rPr sz="6150" i="1" spc="-37" baseline="2710" dirty="0">
                <a:latin typeface="Times New Roman"/>
                <a:cs typeface="Times New Roman"/>
              </a:rPr>
              <a:t>v</a:t>
            </a:r>
            <a:r>
              <a:rPr sz="1600" i="1" spc="-25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730"/>
              </a:spcBef>
            </a:pPr>
            <a:r>
              <a:rPr sz="6225" i="1" baseline="2677" dirty="0">
                <a:latin typeface="Times New Roman"/>
                <a:cs typeface="Times New Roman"/>
              </a:rPr>
              <a:t>v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254" dirty="0">
                <a:latin typeface="Times New Roman"/>
                <a:cs typeface="Times New Roman"/>
              </a:rPr>
              <a:t> </a:t>
            </a:r>
            <a:r>
              <a:rPr sz="4125" spc="112" baseline="21212" dirty="0">
                <a:latin typeface="Symbol"/>
                <a:cs typeface="Symbol"/>
              </a:rPr>
              <a:t></a:t>
            </a:r>
            <a:r>
              <a:rPr sz="4125" spc="-419" baseline="21212" dirty="0">
                <a:latin typeface="Times New Roman"/>
                <a:cs typeface="Times New Roman"/>
              </a:rPr>
              <a:t> </a:t>
            </a:r>
            <a:r>
              <a:rPr sz="6225" i="1" spc="135" baseline="2677" dirty="0">
                <a:latin typeface="Times New Roman"/>
                <a:cs typeface="Times New Roman"/>
              </a:rPr>
              <a:t>i</a:t>
            </a:r>
            <a:r>
              <a:rPr sz="1600" i="1" spc="90" dirty="0">
                <a:latin typeface="Times New Roman"/>
                <a:cs typeface="Times New Roman"/>
              </a:rPr>
              <a:t>L</a:t>
            </a:r>
            <a:r>
              <a:rPr sz="1600" i="1" spc="100" dirty="0">
                <a:latin typeface="Times New Roman"/>
                <a:cs typeface="Times New Roman"/>
              </a:rPr>
              <a:t> </a:t>
            </a:r>
            <a:r>
              <a:rPr sz="6225" i="1" spc="89" baseline="2008" dirty="0">
                <a:latin typeface="Times New Roman"/>
                <a:cs typeface="Times New Roman"/>
              </a:rPr>
              <a:t>R</a:t>
            </a:r>
            <a:r>
              <a:rPr sz="2400" i="1" spc="89" baseline="1736" dirty="0">
                <a:latin typeface="Times New Roman"/>
                <a:cs typeface="Times New Roman"/>
              </a:rPr>
              <a:t>L</a:t>
            </a:r>
            <a:r>
              <a:rPr sz="2400" i="1" spc="367" baseline="1736" dirty="0">
                <a:latin typeface="Times New Roman"/>
                <a:cs typeface="Times New Roman"/>
              </a:rPr>
              <a:t> </a:t>
            </a:r>
            <a:r>
              <a:rPr sz="4125" spc="112" baseline="21212" dirty="0">
                <a:latin typeface="Symbol"/>
                <a:cs typeface="Symbol"/>
              </a:rPr>
              <a:t></a:t>
            </a:r>
            <a:r>
              <a:rPr sz="4125" spc="-187" baseline="21212" dirty="0">
                <a:latin typeface="Times New Roman"/>
                <a:cs typeface="Times New Roman"/>
              </a:rPr>
              <a:t> </a:t>
            </a:r>
            <a:r>
              <a:rPr sz="4125" spc="150" baseline="21212" dirty="0">
                <a:latin typeface="Symbol"/>
                <a:cs typeface="Symbol"/>
              </a:rPr>
              <a:t></a:t>
            </a:r>
            <a:r>
              <a:rPr sz="6225" i="1" spc="150" baseline="2677" dirty="0">
                <a:latin typeface="Times New Roman"/>
                <a:cs typeface="Times New Roman"/>
              </a:rPr>
              <a:t>i</a:t>
            </a:r>
            <a:r>
              <a:rPr sz="1600" i="1" spc="100" dirty="0">
                <a:latin typeface="Times New Roman"/>
                <a:cs typeface="Times New Roman"/>
              </a:rPr>
              <a:t>e</a:t>
            </a:r>
            <a:r>
              <a:rPr sz="1600" i="1" spc="85" dirty="0">
                <a:latin typeface="Times New Roman"/>
                <a:cs typeface="Times New Roman"/>
              </a:rPr>
              <a:t> </a:t>
            </a:r>
            <a:r>
              <a:rPr sz="6225" i="1" spc="52" baseline="2008" dirty="0">
                <a:latin typeface="Times New Roman"/>
                <a:cs typeface="Times New Roman"/>
              </a:rPr>
              <a:t>R</a:t>
            </a:r>
            <a:r>
              <a:rPr sz="2400" i="1" spc="52" baseline="1736" dirty="0">
                <a:latin typeface="Times New Roman"/>
                <a:cs typeface="Times New Roman"/>
              </a:rPr>
              <a:t>L</a:t>
            </a:r>
            <a:endParaRPr sz="2400" baseline="1736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2473" y="4064337"/>
            <a:ext cx="3909060" cy="188087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R="74930" algn="r">
              <a:lnSpc>
                <a:spcPct val="100000"/>
              </a:lnSpc>
              <a:spcBef>
                <a:spcPts val="1570"/>
              </a:spcBef>
            </a:pPr>
            <a:r>
              <a:rPr sz="6825" i="1" spc="75" baseline="2442" dirty="0">
                <a:latin typeface="Times New Roman"/>
                <a:cs typeface="Times New Roman"/>
              </a:rPr>
              <a:t>i</a:t>
            </a:r>
            <a:r>
              <a:rPr sz="1750" i="1" spc="50" dirty="0">
                <a:latin typeface="Times New Roman"/>
                <a:cs typeface="Times New Roman"/>
              </a:rPr>
              <a:t>e</a:t>
            </a:r>
            <a:r>
              <a:rPr sz="1750" i="1" spc="335" dirty="0">
                <a:latin typeface="Times New Roman"/>
                <a:cs typeface="Times New Roman"/>
              </a:rPr>
              <a:t> </a:t>
            </a:r>
            <a:r>
              <a:rPr sz="4500" baseline="21296" dirty="0">
                <a:latin typeface="Symbol"/>
                <a:cs typeface="Symbol"/>
              </a:rPr>
              <a:t></a:t>
            </a:r>
            <a:r>
              <a:rPr sz="4500" spc="-67" baseline="21296" dirty="0">
                <a:latin typeface="Times New Roman"/>
                <a:cs typeface="Times New Roman"/>
              </a:rPr>
              <a:t> </a:t>
            </a:r>
            <a:r>
              <a:rPr sz="6825" i="1" spc="225" baseline="2442" dirty="0">
                <a:latin typeface="Times New Roman"/>
                <a:cs typeface="Times New Roman"/>
              </a:rPr>
              <a:t>h</a:t>
            </a:r>
            <a:r>
              <a:rPr sz="1750" i="1" spc="150" dirty="0">
                <a:latin typeface="Times New Roman"/>
                <a:cs typeface="Times New Roman"/>
              </a:rPr>
              <a:t>fc</a:t>
            </a:r>
            <a:r>
              <a:rPr sz="6825" i="1" spc="225" baseline="2442" dirty="0">
                <a:latin typeface="Times New Roman"/>
                <a:cs typeface="Times New Roman"/>
              </a:rPr>
              <a:t>i</a:t>
            </a:r>
            <a:r>
              <a:rPr sz="1750" i="1" spc="150" dirty="0">
                <a:latin typeface="Times New Roman"/>
                <a:cs typeface="Times New Roman"/>
              </a:rPr>
              <a:t>b</a:t>
            </a:r>
            <a:r>
              <a:rPr sz="1750" i="1" spc="145" dirty="0">
                <a:latin typeface="Times New Roman"/>
                <a:cs typeface="Times New Roman"/>
              </a:rPr>
              <a:t> </a:t>
            </a:r>
            <a:r>
              <a:rPr sz="4500" baseline="21296" dirty="0">
                <a:latin typeface="Symbol"/>
                <a:cs typeface="Symbol"/>
              </a:rPr>
              <a:t></a:t>
            </a:r>
            <a:r>
              <a:rPr sz="4500" spc="-284" baseline="21296" dirty="0">
                <a:latin typeface="Times New Roman"/>
                <a:cs typeface="Times New Roman"/>
              </a:rPr>
              <a:t> </a:t>
            </a:r>
            <a:r>
              <a:rPr sz="6825" i="1" baseline="2442" dirty="0">
                <a:latin typeface="Times New Roman"/>
                <a:cs typeface="Times New Roman"/>
              </a:rPr>
              <a:t>h</a:t>
            </a:r>
            <a:r>
              <a:rPr sz="1750" i="1" dirty="0">
                <a:latin typeface="Times New Roman"/>
                <a:cs typeface="Times New Roman"/>
              </a:rPr>
              <a:t>oc</a:t>
            </a:r>
            <a:r>
              <a:rPr sz="1750" i="1" spc="-55" dirty="0">
                <a:latin typeface="Times New Roman"/>
                <a:cs typeface="Times New Roman"/>
              </a:rPr>
              <a:t> </a:t>
            </a:r>
            <a:r>
              <a:rPr sz="7275" spc="-577" baseline="13172" dirty="0">
                <a:latin typeface="Symbol"/>
                <a:cs typeface="Symbol"/>
              </a:rPr>
              <a:t></a:t>
            </a:r>
            <a:r>
              <a:rPr sz="4500" spc="-577" baseline="21296" dirty="0">
                <a:latin typeface="Symbol"/>
                <a:cs typeface="Symbol"/>
              </a:rPr>
              <a:t></a:t>
            </a:r>
            <a:r>
              <a:rPr sz="4500" spc="-600" baseline="21296" dirty="0">
                <a:latin typeface="Times New Roman"/>
                <a:cs typeface="Times New Roman"/>
              </a:rPr>
              <a:t> </a:t>
            </a:r>
            <a:r>
              <a:rPr sz="6825" i="1" spc="75" baseline="2442" dirty="0">
                <a:latin typeface="Times New Roman"/>
                <a:cs typeface="Times New Roman"/>
              </a:rPr>
              <a:t>i</a:t>
            </a:r>
            <a:r>
              <a:rPr sz="1750" i="1" spc="50" dirty="0">
                <a:latin typeface="Times New Roman"/>
                <a:cs typeface="Times New Roman"/>
              </a:rPr>
              <a:t>e</a:t>
            </a:r>
            <a:r>
              <a:rPr sz="1750" i="1" spc="165" dirty="0">
                <a:latin typeface="Times New Roman"/>
                <a:cs typeface="Times New Roman"/>
              </a:rPr>
              <a:t> </a:t>
            </a:r>
            <a:r>
              <a:rPr sz="6825" i="1" spc="120" baseline="2442" dirty="0">
                <a:latin typeface="Times New Roman"/>
                <a:cs typeface="Times New Roman"/>
              </a:rPr>
              <a:t>R</a:t>
            </a:r>
            <a:r>
              <a:rPr sz="2625" i="1" spc="120" baseline="1587" dirty="0">
                <a:latin typeface="Times New Roman"/>
                <a:cs typeface="Times New Roman"/>
              </a:rPr>
              <a:t>L</a:t>
            </a:r>
            <a:r>
              <a:rPr sz="2625" i="1" spc="-359" baseline="1587" dirty="0">
                <a:latin typeface="Times New Roman"/>
                <a:cs typeface="Times New Roman"/>
              </a:rPr>
              <a:t> </a:t>
            </a:r>
            <a:r>
              <a:rPr sz="7275" spc="-997" baseline="13172" dirty="0">
                <a:latin typeface="Symbol"/>
                <a:cs typeface="Symbol"/>
              </a:rPr>
              <a:t></a:t>
            </a:r>
            <a:endParaRPr sz="7275" baseline="13172">
              <a:latin typeface="Symbol"/>
              <a:cs typeface="Symbol"/>
            </a:endParaRPr>
          </a:p>
          <a:p>
            <a:pPr marR="43180" algn="r">
              <a:lnSpc>
                <a:spcPct val="100000"/>
              </a:lnSpc>
              <a:spcBef>
                <a:spcPts val="1495"/>
              </a:spcBef>
            </a:pPr>
            <a:r>
              <a:rPr sz="6825" i="1" spc="75" baseline="2442" dirty="0">
                <a:latin typeface="Times New Roman"/>
                <a:cs typeface="Times New Roman"/>
              </a:rPr>
              <a:t>i</a:t>
            </a:r>
            <a:r>
              <a:rPr sz="1750" i="1" spc="50" dirty="0">
                <a:latin typeface="Times New Roman"/>
                <a:cs typeface="Times New Roman"/>
              </a:rPr>
              <a:t>e</a:t>
            </a:r>
            <a:r>
              <a:rPr sz="1750" i="1" dirty="0">
                <a:latin typeface="Times New Roman"/>
                <a:cs typeface="Times New Roman"/>
              </a:rPr>
              <a:t> </a:t>
            </a:r>
            <a:r>
              <a:rPr sz="7275" spc="-450" baseline="13172" dirty="0">
                <a:latin typeface="Symbol"/>
                <a:cs typeface="Symbol"/>
              </a:rPr>
              <a:t></a:t>
            </a:r>
            <a:r>
              <a:rPr sz="4575" spc="-450" baseline="20947" dirty="0">
                <a:latin typeface="Times New Roman"/>
                <a:cs typeface="Times New Roman"/>
              </a:rPr>
              <a:t>1</a:t>
            </a:r>
            <a:r>
              <a:rPr sz="4575" spc="-450" baseline="20947" dirty="0">
                <a:latin typeface="Symbol"/>
                <a:cs typeface="Symbol"/>
              </a:rPr>
              <a:t></a:t>
            </a:r>
            <a:r>
              <a:rPr sz="4575" spc="-292" baseline="20947" dirty="0">
                <a:latin typeface="Times New Roman"/>
                <a:cs typeface="Times New Roman"/>
              </a:rPr>
              <a:t> </a:t>
            </a:r>
            <a:r>
              <a:rPr sz="6825" i="1" baseline="2442" dirty="0">
                <a:latin typeface="Times New Roman"/>
                <a:cs typeface="Times New Roman"/>
              </a:rPr>
              <a:t>h</a:t>
            </a:r>
            <a:r>
              <a:rPr sz="1750" i="1" dirty="0">
                <a:latin typeface="Times New Roman"/>
                <a:cs typeface="Times New Roman"/>
              </a:rPr>
              <a:t>oc</a:t>
            </a:r>
            <a:r>
              <a:rPr sz="1750" i="1" spc="140" dirty="0">
                <a:latin typeface="Times New Roman"/>
                <a:cs typeface="Times New Roman"/>
              </a:rPr>
              <a:t> </a:t>
            </a:r>
            <a:r>
              <a:rPr sz="6825" i="1" spc="127" baseline="2442" dirty="0">
                <a:latin typeface="Times New Roman"/>
                <a:cs typeface="Times New Roman"/>
              </a:rPr>
              <a:t>R</a:t>
            </a:r>
            <a:r>
              <a:rPr sz="2625" i="1" spc="127" baseline="1587" dirty="0">
                <a:latin typeface="Times New Roman"/>
                <a:cs typeface="Times New Roman"/>
              </a:rPr>
              <a:t>L</a:t>
            </a:r>
            <a:r>
              <a:rPr sz="2625" i="1" spc="-352" baseline="1587" dirty="0">
                <a:latin typeface="Times New Roman"/>
                <a:cs typeface="Times New Roman"/>
              </a:rPr>
              <a:t> </a:t>
            </a:r>
            <a:r>
              <a:rPr sz="7275" spc="-217" baseline="13172" dirty="0">
                <a:latin typeface="Symbol"/>
                <a:cs typeface="Symbol"/>
              </a:rPr>
              <a:t></a:t>
            </a:r>
            <a:r>
              <a:rPr sz="4575" spc="-217" baseline="20947" dirty="0">
                <a:latin typeface="Symbol"/>
                <a:cs typeface="Symbol"/>
              </a:rPr>
              <a:t></a:t>
            </a:r>
            <a:r>
              <a:rPr sz="4575" spc="-52" baseline="20947" dirty="0">
                <a:latin typeface="Times New Roman"/>
                <a:cs typeface="Times New Roman"/>
              </a:rPr>
              <a:t> </a:t>
            </a:r>
            <a:r>
              <a:rPr sz="6825" i="1" spc="217" baseline="2442" dirty="0">
                <a:latin typeface="Times New Roman"/>
                <a:cs typeface="Times New Roman"/>
              </a:rPr>
              <a:t>h</a:t>
            </a:r>
            <a:r>
              <a:rPr sz="1750" i="1" spc="145" dirty="0">
                <a:latin typeface="Times New Roman"/>
                <a:cs typeface="Times New Roman"/>
              </a:rPr>
              <a:t>fc</a:t>
            </a:r>
            <a:r>
              <a:rPr sz="6825" i="1" spc="217" baseline="2442" dirty="0">
                <a:latin typeface="Times New Roman"/>
                <a:cs typeface="Times New Roman"/>
              </a:rPr>
              <a:t>i</a:t>
            </a:r>
            <a:r>
              <a:rPr sz="1750" i="1" spc="14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58648" y="4817316"/>
            <a:ext cx="1510665" cy="0"/>
          </a:xfrm>
          <a:custGeom>
            <a:avLst/>
            <a:gdLst/>
            <a:ahLst/>
            <a:cxnLst/>
            <a:rect l="l" t="t" r="r" b="b"/>
            <a:pathLst>
              <a:path w="1510665">
                <a:moveTo>
                  <a:pt x="0" y="0"/>
                </a:moveTo>
                <a:lnTo>
                  <a:pt x="1510569" y="0"/>
                </a:lnTo>
              </a:path>
            </a:pathLst>
          </a:custGeom>
          <a:ln w="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32584" y="4291336"/>
            <a:ext cx="144145" cy="103949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R="5080" indent="3175">
              <a:lnSpc>
                <a:spcPts val="3679"/>
              </a:lnSpc>
              <a:spcBef>
                <a:spcPts val="735"/>
              </a:spcBef>
            </a:pPr>
            <a:r>
              <a:rPr sz="355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550" i="1" spc="-50" dirty="0">
                <a:latin typeface="Times New Roman"/>
                <a:cs typeface="Times New Roman"/>
              </a:rPr>
              <a:t> 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63882" y="5059219"/>
            <a:ext cx="10223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0554" y="4590777"/>
            <a:ext cx="9207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1613" y="4527062"/>
            <a:ext cx="32131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35" dirty="0">
                <a:latin typeface="Times New Roman"/>
                <a:cs typeface="Times New Roman"/>
              </a:rPr>
              <a:t>A</a:t>
            </a:r>
            <a:r>
              <a:rPr sz="2100" i="1" spc="-52" baseline="-3968" dirty="0">
                <a:latin typeface="Times New Roman"/>
                <a:cs typeface="Times New Roman"/>
              </a:rPr>
              <a:t>i</a:t>
            </a:r>
            <a:endParaRPr sz="2100" baseline="-396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1920" y="4463300"/>
            <a:ext cx="52959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spc="40" dirty="0">
                <a:latin typeface="Symbol"/>
                <a:cs typeface="Symbol"/>
              </a:rPr>
              <a:t>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87600" y="4580280"/>
            <a:ext cx="1809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3806" y="4124680"/>
            <a:ext cx="1565275" cy="135001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54610" algn="ctr">
              <a:lnSpc>
                <a:spcPct val="100000"/>
              </a:lnSpc>
              <a:spcBef>
                <a:spcPts val="1045"/>
              </a:spcBef>
            </a:pP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5325" i="1" spc="-562" baseline="4694" dirty="0">
                <a:latin typeface="Times New Roman"/>
                <a:cs typeface="Times New Roman"/>
              </a:rPr>
              <a:t> </a:t>
            </a:r>
            <a:r>
              <a:rPr sz="2350" i="1" spc="55" dirty="0">
                <a:latin typeface="Times New Roman"/>
                <a:cs typeface="Times New Roman"/>
              </a:rPr>
              <a:t>fc</a:t>
            </a:r>
            <a:endParaRPr sz="23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955"/>
              </a:spcBef>
            </a:pPr>
            <a:r>
              <a:rPr sz="5325" baseline="11737" dirty="0">
                <a:latin typeface="Times New Roman"/>
                <a:cs typeface="Times New Roman"/>
              </a:rPr>
              <a:t>1</a:t>
            </a:r>
            <a:r>
              <a:rPr sz="5325" baseline="11737" dirty="0">
                <a:latin typeface="Symbol"/>
                <a:cs typeface="Symbol"/>
              </a:rPr>
              <a:t></a:t>
            </a: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2350" i="1" dirty="0">
                <a:latin typeface="Times New Roman"/>
                <a:cs typeface="Times New Roman"/>
              </a:rPr>
              <a:t>oc</a:t>
            </a:r>
            <a:r>
              <a:rPr sz="2350" i="1" spc="-275" dirty="0">
                <a:latin typeface="Times New Roman"/>
                <a:cs typeface="Times New Roman"/>
              </a:rPr>
              <a:t> </a:t>
            </a:r>
            <a:r>
              <a:rPr sz="5325" i="1" spc="142" baseline="3912" dirty="0">
                <a:latin typeface="Times New Roman"/>
                <a:cs typeface="Times New Roman"/>
              </a:rPr>
              <a:t>R</a:t>
            </a:r>
            <a:r>
              <a:rPr sz="3525" i="1" spc="142" baseline="1182" dirty="0">
                <a:latin typeface="Times New Roman"/>
                <a:cs typeface="Times New Roman"/>
              </a:rPr>
              <a:t>L</a:t>
            </a:r>
            <a:endParaRPr sz="3525" baseline="1182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7616" y="929639"/>
            <a:ext cx="9516110" cy="4599940"/>
            <a:chOff x="737616" y="929639"/>
            <a:chExt cx="9516110" cy="4599940"/>
          </a:xfrm>
        </p:grpSpPr>
        <p:sp>
          <p:nvSpPr>
            <p:cNvPr id="21" name="object 21"/>
            <p:cNvSpPr/>
            <p:nvPr/>
          </p:nvSpPr>
          <p:spPr>
            <a:xfrm>
              <a:off x="7008875" y="4201668"/>
              <a:ext cx="3230880" cy="1313815"/>
            </a:xfrm>
            <a:custGeom>
              <a:avLst/>
              <a:gdLst/>
              <a:ahLst/>
              <a:cxnLst/>
              <a:rect l="l" t="t" r="r" b="b"/>
              <a:pathLst>
                <a:path w="3230879" h="1313814">
                  <a:moveTo>
                    <a:pt x="0" y="1313687"/>
                  </a:moveTo>
                  <a:lnTo>
                    <a:pt x="3230879" y="1313687"/>
                  </a:lnTo>
                  <a:lnTo>
                    <a:pt x="3230879" y="0"/>
                  </a:lnTo>
                  <a:lnTo>
                    <a:pt x="0" y="0"/>
                  </a:lnTo>
                  <a:lnTo>
                    <a:pt x="0" y="1313687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616" y="929639"/>
              <a:ext cx="6501384" cy="32217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361" y="261874"/>
            <a:ext cx="79209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4027" y="1945039"/>
            <a:ext cx="201295" cy="786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000" i="1" spc="30" dirty="0">
                <a:latin typeface="Times New Roman"/>
                <a:cs typeface="Times New Roman"/>
              </a:rPr>
              <a:t>i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5664" y="1292202"/>
            <a:ext cx="314325" cy="786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000" i="1" u="sng" spc="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0988" y="2361610"/>
            <a:ext cx="14478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i="1" spc="5" dirty="0">
                <a:latin typeface="Times New Roman"/>
                <a:cs typeface="Times New Roman"/>
              </a:rPr>
              <a:t>b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8254" y="1708762"/>
            <a:ext cx="14478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8670" y="1975911"/>
            <a:ext cx="8636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50" spc="-50" dirty="0">
                <a:latin typeface="Times New Roman"/>
                <a:cs typeface="Times New Roman"/>
              </a:rPr>
              <a:t>i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6680" y="1694237"/>
            <a:ext cx="83248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70865" algn="l"/>
              </a:tabLst>
            </a:pPr>
            <a:r>
              <a:rPr sz="3300" spc="125" dirty="0">
                <a:latin typeface="Times New Roman"/>
                <a:cs typeface="Times New Roman"/>
              </a:rPr>
              <a:t>R</a:t>
            </a:r>
            <a:r>
              <a:rPr sz="3300" dirty="0">
                <a:latin typeface="Times New Roman"/>
                <a:cs typeface="Times New Roman"/>
              </a:rPr>
              <a:t>	</a:t>
            </a:r>
            <a:r>
              <a:rPr sz="3300" spc="95" dirty="0">
                <a:latin typeface="Symbol"/>
                <a:cs typeface="Symbol"/>
              </a:rPr>
              <a:t>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54923" y="1342644"/>
            <a:ext cx="1609725" cy="1399540"/>
          </a:xfrm>
          <a:custGeom>
            <a:avLst/>
            <a:gdLst/>
            <a:ahLst/>
            <a:cxnLst/>
            <a:rect l="l" t="t" r="r" b="b"/>
            <a:pathLst>
              <a:path w="1609725" h="1399539">
                <a:moveTo>
                  <a:pt x="0" y="1399031"/>
                </a:moveTo>
                <a:lnTo>
                  <a:pt x="1609344" y="1399031"/>
                </a:lnTo>
                <a:lnTo>
                  <a:pt x="1609344" y="0"/>
                </a:lnTo>
                <a:lnTo>
                  <a:pt x="0" y="0"/>
                </a:lnTo>
                <a:lnTo>
                  <a:pt x="0" y="1399031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23203" y="3726179"/>
            <a:ext cx="4788535" cy="64643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5090"/>
              </a:lnSpc>
            </a:pPr>
            <a:r>
              <a:rPr sz="4450" i="1" dirty="0">
                <a:latin typeface="Times New Roman"/>
                <a:cs typeface="Times New Roman"/>
              </a:rPr>
              <a:t>v</a:t>
            </a:r>
            <a:r>
              <a:rPr sz="2550" i="1" baseline="-4901" dirty="0">
                <a:latin typeface="Times New Roman"/>
                <a:cs typeface="Times New Roman"/>
              </a:rPr>
              <a:t>e</a:t>
            </a:r>
            <a:r>
              <a:rPr sz="2550" i="1" spc="382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457" baseline="17890" dirty="0">
                <a:latin typeface="Times New Roman"/>
                <a:cs typeface="Times New Roman"/>
              </a:rPr>
              <a:t> </a:t>
            </a:r>
            <a:r>
              <a:rPr sz="4450" i="1" spc="85" dirty="0">
                <a:latin typeface="Times New Roman"/>
                <a:cs typeface="Times New Roman"/>
              </a:rPr>
              <a:t>i</a:t>
            </a:r>
            <a:r>
              <a:rPr sz="2550" i="1" spc="127" baseline="-4901" dirty="0">
                <a:latin typeface="Times New Roman"/>
                <a:cs typeface="Times New Roman"/>
              </a:rPr>
              <a:t>L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90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209" baseline="17890" dirty="0">
                <a:latin typeface="Times New Roman"/>
                <a:cs typeface="Times New Roman"/>
              </a:rPr>
              <a:t> </a:t>
            </a:r>
            <a:r>
              <a:rPr sz="4425" spc="157" baseline="17890" dirty="0">
                <a:latin typeface="Symbol"/>
                <a:cs typeface="Symbol"/>
              </a:rPr>
              <a:t></a:t>
            </a:r>
            <a:r>
              <a:rPr sz="4450" i="1" spc="105" dirty="0">
                <a:latin typeface="Times New Roman"/>
                <a:cs typeface="Times New Roman"/>
              </a:rPr>
              <a:t>i</a:t>
            </a:r>
            <a:r>
              <a:rPr sz="2550" i="1" spc="157" baseline="-4901" dirty="0">
                <a:latin typeface="Times New Roman"/>
                <a:cs typeface="Times New Roman"/>
              </a:rPr>
              <a:t>e</a:t>
            </a:r>
            <a:r>
              <a:rPr sz="2550" i="1" spc="142" baseline="-4901" dirty="0">
                <a:latin typeface="Times New Roman"/>
                <a:cs typeface="Times New Roman"/>
              </a:rPr>
              <a:t> </a:t>
            </a:r>
            <a:r>
              <a:rPr sz="4450" i="1" spc="60" dirty="0">
                <a:latin typeface="Times New Roman"/>
                <a:cs typeface="Times New Roman"/>
              </a:rPr>
              <a:t>R</a:t>
            </a:r>
            <a:r>
              <a:rPr sz="2550" i="1" spc="89" baseline="-4901" dirty="0">
                <a:latin typeface="Times New Roman"/>
                <a:cs typeface="Times New Roman"/>
              </a:rPr>
              <a:t>L</a:t>
            </a:r>
            <a:r>
              <a:rPr sz="2550" i="1" spc="405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284" baseline="17890" dirty="0">
                <a:latin typeface="Times New Roman"/>
                <a:cs typeface="Times New Roman"/>
              </a:rPr>
              <a:t> </a:t>
            </a:r>
            <a:r>
              <a:rPr sz="4450" i="1" spc="-110" dirty="0">
                <a:latin typeface="Times New Roman"/>
                <a:cs typeface="Times New Roman"/>
              </a:rPr>
              <a:t>A</a:t>
            </a:r>
            <a:r>
              <a:rPr sz="2550" i="1" spc="-165" baseline="-4901" dirty="0">
                <a:latin typeface="Times New Roman"/>
                <a:cs typeface="Times New Roman"/>
              </a:rPr>
              <a:t>i</a:t>
            </a:r>
            <a:r>
              <a:rPr sz="2550" i="1" spc="-202" baseline="-4901" dirty="0">
                <a:latin typeface="Times New Roman"/>
                <a:cs typeface="Times New Roman"/>
              </a:rPr>
              <a:t> </a:t>
            </a:r>
            <a:r>
              <a:rPr sz="4450" i="1" dirty="0">
                <a:latin typeface="Times New Roman"/>
                <a:cs typeface="Times New Roman"/>
              </a:rPr>
              <a:t>i</a:t>
            </a:r>
            <a:r>
              <a:rPr sz="2550" i="1" baseline="-4901" dirty="0">
                <a:latin typeface="Times New Roman"/>
                <a:cs typeface="Times New Roman"/>
              </a:rPr>
              <a:t>b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35" dirty="0">
                <a:latin typeface="Times New Roman"/>
                <a:cs typeface="Times New Roman"/>
              </a:rPr>
              <a:t>R</a:t>
            </a:r>
            <a:r>
              <a:rPr sz="2550" i="1" spc="52" baseline="-4901" dirty="0">
                <a:latin typeface="Times New Roman"/>
                <a:cs typeface="Times New Roman"/>
              </a:rPr>
              <a:t>L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8643" y="2915411"/>
            <a:ext cx="3243580" cy="74104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4769">
              <a:lnSpc>
                <a:spcPts val="5825"/>
              </a:lnSpc>
              <a:spcBef>
                <a:spcPts val="10"/>
              </a:spcBef>
            </a:pPr>
            <a:r>
              <a:rPr sz="7650" i="1" baseline="2723" dirty="0">
                <a:latin typeface="Times New Roman"/>
                <a:cs typeface="Times New Roman"/>
              </a:rPr>
              <a:t>v</a:t>
            </a: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2000" i="1" spc="335" dirty="0">
                <a:latin typeface="Times New Roman"/>
                <a:cs typeface="Times New Roman"/>
              </a:rPr>
              <a:t> </a:t>
            </a:r>
            <a:r>
              <a:rPr sz="5100" spc="104" baseline="21241" dirty="0">
                <a:latin typeface="Symbol"/>
                <a:cs typeface="Symbol"/>
              </a:rPr>
              <a:t></a:t>
            </a:r>
            <a:r>
              <a:rPr sz="5100" spc="-195" baseline="21241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h</a:t>
            </a:r>
            <a:r>
              <a:rPr sz="2000" i="1" dirty="0">
                <a:latin typeface="Times New Roman"/>
                <a:cs typeface="Times New Roman"/>
              </a:rPr>
              <a:t>ic</a:t>
            </a:r>
            <a:r>
              <a:rPr sz="2000" i="1" spc="-260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i</a:t>
            </a: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5100" spc="104" baseline="21241" dirty="0">
                <a:latin typeface="Symbol"/>
                <a:cs typeface="Symbol"/>
              </a:rPr>
              <a:t></a:t>
            </a:r>
            <a:r>
              <a:rPr sz="5100" spc="-472" baseline="21241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h</a:t>
            </a:r>
            <a:r>
              <a:rPr sz="2000" i="1" dirty="0">
                <a:latin typeface="Times New Roman"/>
                <a:cs typeface="Times New Roman"/>
              </a:rPr>
              <a:t>rc</a:t>
            </a:r>
            <a:r>
              <a:rPr sz="2000" i="1" spc="-180" dirty="0">
                <a:latin typeface="Times New Roman"/>
                <a:cs typeface="Times New Roman"/>
              </a:rPr>
              <a:t> </a:t>
            </a:r>
            <a:r>
              <a:rPr sz="7650" i="1" spc="-37" baseline="2723" dirty="0">
                <a:latin typeface="Times New Roman"/>
                <a:cs typeface="Times New Roman"/>
              </a:rPr>
              <a:t>v</a:t>
            </a:r>
            <a:r>
              <a:rPr sz="2000" i="1" spc="-25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7403" y="4436759"/>
            <a:ext cx="4089400" cy="775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900" i="1" baseline="2415" dirty="0">
                <a:latin typeface="Times New Roman"/>
                <a:cs typeface="Times New Roman"/>
              </a:rPr>
              <a:t>v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310" dirty="0">
                <a:latin typeface="Times New Roman"/>
                <a:cs typeface="Times New Roman"/>
              </a:rPr>
              <a:t> </a:t>
            </a:r>
            <a:r>
              <a:rPr sz="4575" spc="120" baseline="21857" dirty="0">
                <a:latin typeface="Symbol"/>
                <a:cs typeface="Symbol"/>
              </a:rPr>
              <a:t></a:t>
            </a:r>
            <a:r>
              <a:rPr sz="4575" spc="-187" baseline="21857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h</a:t>
            </a:r>
            <a:r>
              <a:rPr sz="1800" i="1" dirty="0">
                <a:latin typeface="Times New Roman"/>
                <a:cs typeface="Times New Roman"/>
              </a:rPr>
              <a:t>ic</a:t>
            </a:r>
            <a:r>
              <a:rPr sz="1800" i="1" spc="-240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i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4575" spc="120" baseline="21857" dirty="0">
                <a:latin typeface="Symbol"/>
                <a:cs typeface="Symbol"/>
              </a:rPr>
              <a:t></a:t>
            </a:r>
            <a:r>
              <a:rPr sz="4575" spc="-419" baseline="21857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h</a:t>
            </a:r>
            <a:r>
              <a:rPr sz="1800" i="1" dirty="0">
                <a:latin typeface="Times New Roman"/>
                <a:cs typeface="Times New Roman"/>
              </a:rPr>
              <a:t>rc</a:t>
            </a:r>
            <a:r>
              <a:rPr sz="1800" i="1" spc="-105" dirty="0">
                <a:latin typeface="Times New Roman"/>
                <a:cs typeface="Times New Roman"/>
              </a:rPr>
              <a:t> </a:t>
            </a:r>
            <a:r>
              <a:rPr sz="7350" spc="-367" baseline="13605" dirty="0">
                <a:latin typeface="Symbol"/>
                <a:cs typeface="Symbol"/>
              </a:rPr>
              <a:t></a:t>
            </a:r>
            <a:r>
              <a:rPr sz="6900" i="1" spc="-367" baseline="2415" dirty="0">
                <a:latin typeface="Times New Roman"/>
                <a:cs typeface="Times New Roman"/>
              </a:rPr>
              <a:t>A</a:t>
            </a:r>
            <a:r>
              <a:rPr sz="2700" i="1" spc="-367" baseline="1543" dirty="0">
                <a:latin typeface="Times New Roman"/>
                <a:cs typeface="Times New Roman"/>
              </a:rPr>
              <a:t>i</a:t>
            </a:r>
            <a:r>
              <a:rPr sz="2700" i="1" spc="-179" baseline="1543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i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6900" i="1" spc="-37" baseline="2415" dirty="0">
                <a:latin typeface="Times New Roman"/>
                <a:cs typeface="Times New Roman"/>
              </a:rPr>
              <a:t>R</a:t>
            </a:r>
            <a:r>
              <a:rPr sz="2700" i="1" spc="-37" baseline="1543" dirty="0">
                <a:latin typeface="Times New Roman"/>
                <a:cs typeface="Times New Roman"/>
              </a:rPr>
              <a:t>L</a:t>
            </a:r>
            <a:r>
              <a:rPr sz="7350" spc="-37" baseline="13605" dirty="0">
                <a:latin typeface="Symbol"/>
                <a:cs typeface="Symbol"/>
              </a:rPr>
              <a:t></a:t>
            </a:r>
            <a:endParaRPr sz="7350" baseline="13605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5251" y="4488179"/>
            <a:ext cx="4114800" cy="670560"/>
          </a:xfrm>
          <a:custGeom>
            <a:avLst/>
            <a:gdLst/>
            <a:ahLst/>
            <a:cxnLst/>
            <a:rect l="l" t="t" r="r" b="b"/>
            <a:pathLst>
              <a:path w="4114800" h="670560">
                <a:moveTo>
                  <a:pt x="0" y="670560"/>
                </a:moveTo>
                <a:lnTo>
                  <a:pt x="4114800" y="670560"/>
                </a:lnTo>
                <a:lnTo>
                  <a:pt x="4114800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87969" y="5034107"/>
            <a:ext cx="182245" cy="907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750" spc="-740" dirty="0">
                <a:latin typeface="Symbol"/>
                <a:cs typeface="Symbol"/>
              </a:rPr>
              <a:t></a:t>
            </a:r>
            <a:endParaRPr sz="57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97547" y="5034107"/>
            <a:ext cx="182245" cy="907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750" spc="-740" dirty="0">
                <a:latin typeface="Symbol"/>
                <a:cs typeface="Symbol"/>
              </a:rPr>
              <a:t></a:t>
            </a:r>
            <a:endParaRPr sz="5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21058" y="5676913"/>
            <a:ext cx="1662430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82320" algn="l"/>
                <a:tab pos="1432560" algn="l"/>
              </a:tabLst>
            </a:pPr>
            <a:r>
              <a:rPr sz="2100" i="1" spc="-50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i="1" spc="-50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i="1" spc="60" dirty="0">
                <a:latin typeface="Times New Roman"/>
                <a:cs typeface="Times New Roman"/>
              </a:rPr>
              <a:t>ic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18327" y="5255407"/>
            <a:ext cx="2184400" cy="854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00" spc="112" baseline="21604" dirty="0">
                <a:latin typeface="Symbol"/>
                <a:cs typeface="Symbol"/>
              </a:rPr>
              <a:t></a:t>
            </a:r>
            <a:r>
              <a:rPr sz="5400" spc="-555" baseline="21604" dirty="0">
                <a:latin typeface="Times New Roman"/>
                <a:cs typeface="Times New Roman"/>
              </a:rPr>
              <a:t> </a:t>
            </a:r>
            <a:r>
              <a:rPr sz="8100" i="1" baseline="2572" dirty="0">
                <a:latin typeface="Times New Roman"/>
                <a:cs typeface="Times New Roman"/>
              </a:rPr>
              <a:t>h</a:t>
            </a:r>
            <a:r>
              <a:rPr sz="2100" i="1" dirty="0">
                <a:latin typeface="Times New Roman"/>
                <a:cs typeface="Times New Roman"/>
              </a:rPr>
              <a:t>rc</a:t>
            </a:r>
            <a:r>
              <a:rPr sz="2100" i="1" spc="204" dirty="0">
                <a:latin typeface="Times New Roman"/>
                <a:cs typeface="Times New Roman"/>
              </a:rPr>
              <a:t> </a:t>
            </a:r>
            <a:r>
              <a:rPr sz="8100" i="1" spc="-15" baseline="2057" dirty="0">
                <a:latin typeface="Times New Roman"/>
                <a:cs typeface="Times New Roman"/>
              </a:rPr>
              <a:t>A</a:t>
            </a:r>
            <a:r>
              <a:rPr sz="3150" i="1" spc="-15" baseline="1322" dirty="0">
                <a:latin typeface="Times New Roman"/>
                <a:cs typeface="Times New Roman"/>
              </a:rPr>
              <a:t>i</a:t>
            </a:r>
            <a:r>
              <a:rPr sz="3150" i="1" spc="179" baseline="1322" dirty="0">
                <a:latin typeface="Times New Roman"/>
                <a:cs typeface="Times New Roman"/>
              </a:rPr>
              <a:t> </a:t>
            </a:r>
            <a:r>
              <a:rPr sz="8100" i="1" spc="75" baseline="2057" dirty="0">
                <a:latin typeface="Times New Roman"/>
                <a:cs typeface="Times New Roman"/>
              </a:rPr>
              <a:t>R</a:t>
            </a:r>
            <a:r>
              <a:rPr sz="3150" i="1" spc="75" baseline="1322" dirty="0">
                <a:latin typeface="Times New Roman"/>
                <a:cs typeface="Times New Roman"/>
              </a:rPr>
              <a:t>L</a:t>
            </a:r>
            <a:endParaRPr sz="3150" baseline="1322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2086" y="5223185"/>
            <a:ext cx="1823085" cy="854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426210" algn="l"/>
              </a:tabLst>
            </a:pPr>
            <a:r>
              <a:rPr sz="5400" i="1" spc="95" dirty="0">
                <a:latin typeface="Times New Roman"/>
                <a:cs typeface="Times New Roman"/>
              </a:rPr>
              <a:t>v</a:t>
            </a:r>
            <a:r>
              <a:rPr sz="5400" i="1" spc="450" dirty="0">
                <a:latin typeface="Times New Roman"/>
                <a:cs typeface="Times New Roman"/>
              </a:rPr>
              <a:t> </a:t>
            </a:r>
            <a:r>
              <a:rPr sz="5400" spc="112" baseline="17746" dirty="0">
                <a:latin typeface="Symbol"/>
                <a:cs typeface="Symbol"/>
              </a:rPr>
              <a:t></a:t>
            </a:r>
            <a:r>
              <a:rPr sz="5400" spc="-547" baseline="17746" dirty="0">
                <a:latin typeface="Times New Roman"/>
                <a:cs typeface="Times New Roman"/>
              </a:rPr>
              <a:t> </a:t>
            </a:r>
            <a:r>
              <a:rPr sz="5400" i="1" spc="10" dirty="0">
                <a:latin typeface="Times New Roman"/>
                <a:cs typeface="Times New Roman"/>
              </a:rPr>
              <a:t>i</a:t>
            </a:r>
            <a:r>
              <a:rPr sz="5400" i="1" dirty="0">
                <a:latin typeface="Times New Roman"/>
                <a:cs typeface="Times New Roman"/>
              </a:rPr>
              <a:t>	</a:t>
            </a:r>
            <a:r>
              <a:rPr sz="5400" i="1" spc="55" dirty="0">
                <a:latin typeface="Times New Roman"/>
                <a:cs typeface="Times New Roman"/>
              </a:rPr>
              <a:t>h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62100" y="5271515"/>
            <a:ext cx="4438015" cy="783590"/>
          </a:xfrm>
          <a:custGeom>
            <a:avLst/>
            <a:gdLst/>
            <a:ahLst/>
            <a:cxnLst/>
            <a:rect l="l" t="t" r="r" b="b"/>
            <a:pathLst>
              <a:path w="4438015" h="783589">
                <a:moveTo>
                  <a:pt x="0" y="783336"/>
                </a:moveTo>
                <a:lnTo>
                  <a:pt x="4437888" y="783336"/>
                </a:lnTo>
                <a:lnTo>
                  <a:pt x="4437888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910452" y="4947925"/>
            <a:ext cx="215836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75970" algn="l"/>
                <a:tab pos="1340485" algn="l"/>
              </a:tabLst>
            </a:pPr>
            <a:r>
              <a:rPr sz="4400" i="1" spc="-50" dirty="0">
                <a:latin typeface="Times New Roman"/>
                <a:cs typeface="Times New Roman"/>
              </a:rPr>
              <a:t>h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50" dirty="0">
                <a:latin typeface="Times New Roman"/>
                <a:cs typeface="Times New Roman"/>
              </a:rPr>
              <a:t>h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254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78415" y="5234425"/>
            <a:ext cx="17145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spc="-50" dirty="0">
                <a:latin typeface="Times New Roman"/>
                <a:cs typeface="Times New Roman"/>
              </a:rPr>
              <a:t>i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38507" y="4657012"/>
            <a:ext cx="26289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24357" y="4947925"/>
            <a:ext cx="36195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86850" y="5311198"/>
            <a:ext cx="201612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82955" algn="l"/>
                <a:tab pos="1383665" algn="l"/>
                <a:tab pos="1879600" algn="l"/>
              </a:tabLst>
            </a:pPr>
            <a:r>
              <a:rPr sz="1700" i="1" spc="25" dirty="0">
                <a:latin typeface="Times New Roman"/>
                <a:cs typeface="Times New Roman"/>
              </a:rPr>
              <a:t>ic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25" dirty="0">
                <a:latin typeface="Times New Roman"/>
                <a:cs typeface="Times New Roman"/>
              </a:rPr>
              <a:t>rc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i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L</a:t>
            </a:r>
            <a:endParaRPr sz="2550" baseline="163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41090" y="5602868"/>
            <a:ext cx="12382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88549" y="5025446"/>
            <a:ext cx="12382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70810" y="5307534"/>
            <a:ext cx="7493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5072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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21248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27455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53666" y="5012599"/>
            <a:ext cx="38925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95516" y="4701540"/>
            <a:ext cx="4486910" cy="1240790"/>
          </a:xfrm>
          <a:custGeom>
            <a:avLst/>
            <a:gdLst/>
            <a:ahLst/>
            <a:cxnLst/>
            <a:rect l="l" t="t" r="r" b="b"/>
            <a:pathLst>
              <a:path w="4486909" h="1240789">
                <a:moveTo>
                  <a:pt x="0" y="1240536"/>
                </a:moveTo>
                <a:lnTo>
                  <a:pt x="4486656" y="1240536"/>
                </a:lnTo>
                <a:lnTo>
                  <a:pt x="4486656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4463" y="4009195"/>
            <a:ext cx="282575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45" dirty="0">
                <a:latin typeface="Times New Roman"/>
                <a:cs typeface="Times New Roman"/>
              </a:rPr>
              <a:t>i</a:t>
            </a:r>
            <a:r>
              <a:rPr sz="1800" i="1" spc="67" baseline="-6944" dirty="0">
                <a:latin typeface="Times New Roman"/>
                <a:cs typeface="Times New Roman"/>
              </a:rPr>
              <a:t>b</a:t>
            </a:r>
            <a:endParaRPr sz="1800" baseline="-694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55042" y="3717847"/>
            <a:ext cx="317563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265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But,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</a:t>
            </a:r>
            <a:r>
              <a:rPr sz="1800" spc="157" baseline="-23148" dirty="0">
                <a:latin typeface="Times New Roman"/>
                <a:cs typeface="Times New Roman"/>
              </a:rPr>
              <a:t>i</a:t>
            </a:r>
            <a:r>
              <a:rPr sz="1800" spc="652" baseline="-23148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Symbol"/>
                <a:cs typeface="Symbol"/>
              </a:rPr>
              <a:t>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4725" i="1" u="sng" spc="104" baseline="1675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00" i="1" u="sng" spc="104" baseline="3703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00" i="1" spc="555" baseline="37037" dirty="0">
                <a:latin typeface="Times New Roman"/>
                <a:cs typeface="Times New Roman"/>
              </a:rPr>
              <a:t> </a:t>
            </a:r>
            <a:r>
              <a:rPr sz="2100" spc="145" dirty="0">
                <a:latin typeface="Symbol"/>
                <a:cs typeface="Symbol"/>
              </a:rPr>
              <a:t>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4725" i="1" spc="89" baseline="-11463" dirty="0">
                <a:latin typeface="Times New Roman"/>
                <a:cs typeface="Times New Roman"/>
              </a:rPr>
              <a:t>i</a:t>
            </a:r>
            <a:r>
              <a:rPr sz="4725" i="1" spc="517" baseline="-11463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110" dirty="0">
                <a:latin typeface="Symbol"/>
                <a:cs typeface="Symbol"/>
              </a:rPr>
              <a:t></a:t>
            </a:r>
            <a:r>
              <a:rPr sz="2100" spc="110" dirty="0">
                <a:latin typeface="Times New Roman"/>
                <a:cs typeface="Times New Roman"/>
              </a:rPr>
              <a:t>A</a:t>
            </a:r>
            <a:r>
              <a:rPr sz="1800" spc="165" baseline="-23148" dirty="0">
                <a:latin typeface="Times New Roman"/>
                <a:cs typeface="Times New Roman"/>
              </a:rPr>
              <a:t>i</a:t>
            </a:r>
            <a:r>
              <a:rPr sz="1800" spc="179" baseline="-23148" dirty="0">
                <a:latin typeface="Times New Roman"/>
                <a:cs typeface="Times New Roman"/>
              </a:rPr>
              <a:t> </a:t>
            </a:r>
            <a:r>
              <a:rPr sz="4725" i="1" spc="15" baseline="-11463" dirty="0">
                <a:latin typeface="Times New Roman"/>
                <a:cs typeface="Times New Roman"/>
              </a:rPr>
              <a:t>i</a:t>
            </a:r>
            <a:endParaRPr sz="4725" baseline="-11463">
              <a:latin typeface="Times New Roman"/>
              <a:cs typeface="Times New Roman"/>
            </a:endParaRPr>
          </a:p>
          <a:p>
            <a:pPr marL="2088514">
              <a:lnSpc>
                <a:spcPts val="925"/>
              </a:lnSpc>
              <a:tabLst>
                <a:tab pos="3053080" algn="l"/>
              </a:tabLst>
            </a:pPr>
            <a:r>
              <a:rPr sz="1200" i="1" spc="-50" dirty="0">
                <a:latin typeface="Times New Roman"/>
                <a:cs typeface="Times New Roman"/>
              </a:rPr>
              <a:t>e</a:t>
            </a:r>
            <a:r>
              <a:rPr sz="1200" i="1" dirty="0">
                <a:latin typeface="Times New Roman"/>
                <a:cs typeface="Times New Roman"/>
              </a:rPr>
              <a:t>	b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2" y="929639"/>
            <a:ext cx="5715000" cy="27858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4361" y="261874"/>
            <a:ext cx="792099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65646" y="1516966"/>
            <a:ext cx="31305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950" i="1" spc="100" dirty="0">
                <a:latin typeface="Times New Roman"/>
                <a:cs typeface="Times New Roman"/>
              </a:rPr>
              <a:t>v</a:t>
            </a:r>
            <a:endParaRPr sz="4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71397" y="1932620"/>
            <a:ext cx="14478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i="1" spc="25" dirty="0">
                <a:latin typeface="Times New Roman"/>
                <a:cs typeface="Times New Roman"/>
              </a:rPr>
              <a:t>b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60477" y="865565"/>
            <a:ext cx="87693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50" spc="187" baseline="-25252" dirty="0">
                <a:latin typeface="Symbol"/>
                <a:cs typeface="Symbol"/>
              </a:rPr>
              <a:t></a:t>
            </a:r>
            <a:r>
              <a:rPr sz="4950" spc="405" baseline="-25252" dirty="0">
                <a:latin typeface="Times New Roman"/>
                <a:cs typeface="Times New Roman"/>
              </a:rPr>
              <a:t> </a:t>
            </a:r>
            <a:r>
              <a:rPr sz="4950" i="1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850" i="1" u="sng" spc="179" baseline="-73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2850" baseline="-7309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97932" y="1547770"/>
            <a:ext cx="14478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2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34232" y="1266716"/>
            <a:ext cx="338455" cy="532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300" spc="114" dirty="0">
                <a:latin typeface="Times New Roman"/>
                <a:cs typeface="Times New Roman"/>
              </a:rPr>
              <a:t>A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51876" y="915924"/>
            <a:ext cx="1685925" cy="1396365"/>
          </a:xfrm>
          <a:custGeom>
            <a:avLst/>
            <a:gdLst/>
            <a:ahLst/>
            <a:cxnLst/>
            <a:rect l="l" t="t" r="r" b="b"/>
            <a:pathLst>
              <a:path w="1685925" h="1396364">
                <a:moveTo>
                  <a:pt x="0" y="1395984"/>
                </a:moveTo>
                <a:lnTo>
                  <a:pt x="1685544" y="1395984"/>
                </a:lnTo>
                <a:lnTo>
                  <a:pt x="1685544" y="0"/>
                </a:lnTo>
                <a:lnTo>
                  <a:pt x="0" y="0"/>
                </a:lnTo>
                <a:lnTo>
                  <a:pt x="0" y="139598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96028" y="4058411"/>
            <a:ext cx="4785360" cy="64643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5090"/>
              </a:lnSpc>
            </a:pPr>
            <a:r>
              <a:rPr sz="4450" i="1" dirty="0">
                <a:latin typeface="Times New Roman"/>
                <a:cs typeface="Times New Roman"/>
              </a:rPr>
              <a:t>v</a:t>
            </a:r>
            <a:r>
              <a:rPr sz="2550" i="1" baseline="-4901" dirty="0">
                <a:latin typeface="Times New Roman"/>
                <a:cs typeface="Times New Roman"/>
              </a:rPr>
              <a:t>e</a:t>
            </a:r>
            <a:r>
              <a:rPr sz="2550" i="1" spc="375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457" baseline="17890" dirty="0">
                <a:latin typeface="Times New Roman"/>
                <a:cs typeface="Times New Roman"/>
              </a:rPr>
              <a:t> </a:t>
            </a:r>
            <a:r>
              <a:rPr sz="4450" i="1" spc="85" dirty="0">
                <a:latin typeface="Times New Roman"/>
                <a:cs typeface="Times New Roman"/>
              </a:rPr>
              <a:t>i</a:t>
            </a:r>
            <a:r>
              <a:rPr sz="2550" i="1" spc="127" baseline="-4901" dirty="0">
                <a:latin typeface="Times New Roman"/>
                <a:cs typeface="Times New Roman"/>
              </a:rPr>
              <a:t>L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90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209" baseline="17890" dirty="0">
                <a:latin typeface="Times New Roman"/>
                <a:cs typeface="Times New Roman"/>
              </a:rPr>
              <a:t> </a:t>
            </a:r>
            <a:r>
              <a:rPr sz="4425" spc="150" baseline="17890" dirty="0">
                <a:latin typeface="Symbol"/>
                <a:cs typeface="Symbol"/>
              </a:rPr>
              <a:t></a:t>
            </a:r>
            <a:r>
              <a:rPr sz="4450" i="1" spc="100" dirty="0">
                <a:latin typeface="Times New Roman"/>
                <a:cs typeface="Times New Roman"/>
              </a:rPr>
              <a:t>i</a:t>
            </a:r>
            <a:r>
              <a:rPr sz="2550" i="1" spc="150" baseline="-4901" dirty="0">
                <a:latin typeface="Times New Roman"/>
                <a:cs typeface="Times New Roman"/>
              </a:rPr>
              <a:t>e</a:t>
            </a:r>
            <a:r>
              <a:rPr sz="2550" i="1" spc="142" baseline="-4901" dirty="0">
                <a:latin typeface="Times New Roman"/>
                <a:cs typeface="Times New Roman"/>
              </a:rPr>
              <a:t> </a:t>
            </a:r>
            <a:r>
              <a:rPr sz="4450" i="1" spc="60" dirty="0">
                <a:latin typeface="Times New Roman"/>
                <a:cs typeface="Times New Roman"/>
              </a:rPr>
              <a:t>R</a:t>
            </a:r>
            <a:r>
              <a:rPr sz="2550" i="1" spc="89" baseline="-4901" dirty="0">
                <a:latin typeface="Times New Roman"/>
                <a:cs typeface="Times New Roman"/>
              </a:rPr>
              <a:t>L</a:t>
            </a:r>
            <a:r>
              <a:rPr sz="2550" i="1" spc="405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284" baseline="17890" dirty="0">
                <a:latin typeface="Times New Roman"/>
                <a:cs typeface="Times New Roman"/>
              </a:rPr>
              <a:t> </a:t>
            </a:r>
            <a:r>
              <a:rPr sz="4450" i="1" spc="-110" dirty="0">
                <a:latin typeface="Times New Roman"/>
                <a:cs typeface="Times New Roman"/>
              </a:rPr>
              <a:t>A</a:t>
            </a:r>
            <a:r>
              <a:rPr sz="2550" i="1" spc="-165" baseline="-4901" dirty="0">
                <a:latin typeface="Times New Roman"/>
                <a:cs typeface="Times New Roman"/>
              </a:rPr>
              <a:t>i</a:t>
            </a:r>
            <a:r>
              <a:rPr sz="2550" i="1" spc="-202" baseline="-4901" dirty="0">
                <a:latin typeface="Times New Roman"/>
                <a:cs typeface="Times New Roman"/>
              </a:rPr>
              <a:t> </a:t>
            </a:r>
            <a:r>
              <a:rPr sz="4450" i="1" dirty="0">
                <a:latin typeface="Times New Roman"/>
                <a:cs typeface="Times New Roman"/>
              </a:rPr>
              <a:t>i</a:t>
            </a:r>
            <a:r>
              <a:rPr sz="2550" i="1" baseline="-4901" dirty="0">
                <a:latin typeface="Times New Roman"/>
                <a:cs typeface="Times New Roman"/>
              </a:rPr>
              <a:t>b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35" dirty="0">
                <a:latin typeface="Times New Roman"/>
                <a:cs typeface="Times New Roman"/>
              </a:rPr>
              <a:t>R</a:t>
            </a:r>
            <a:r>
              <a:rPr sz="2550" i="1" spc="52" baseline="-4901" dirty="0">
                <a:latin typeface="Times New Roman"/>
                <a:cs typeface="Times New Roman"/>
              </a:rPr>
              <a:t>L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86899" y="5378260"/>
            <a:ext cx="2766695" cy="0"/>
          </a:xfrm>
          <a:custGeom>
            <a:avLst/>
            <a:gdLst/>
            <a:ahLst/>
            <a:cxnLst/>
            <a:rect l="l" t="t" r="r" b="b"/>
            <a:pathLst>
              <a:path w="2766695">
                <a:moveTo>
                  <a:pt x="0" y="0"/>
                </a:moveTo>
                <a:lnTo>
                  <a:pt x="1338766" y="0"/>
                </a:lnTo>
              </a:path>
              <a:path w="2766695">
                <a:moveTo>
                  <a:pt x="1736683" y="0"/>
                </a:moveTo>
                <a:lnTo>
                  <a:pt x="2766241" y="0"/>
                </a:lnTo>
              </a:path>
            </a:pathLst>
          </a:custGeom>
          <a:ln w="15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04689" y="5305883"/>
            <a:ext cx="1532890" cy="700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1266190" algn="l"/>
              </a:tabLst>
            </a:pPr>
            <a:r>
              <a:rPr sz="4400" i="1" spc="-50" dirty="0">
                <a:latin typeface="Times New Roman"/>
                <a:cs typeface="Times New Roman"/>
              </a:rPr>
              <a:t>v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50" dirty="0">
                <a:latin typeface="Times New Roman"/>
                <a:cs typeface="Times New Roman"/>
              </a:rPr>
              <a:t>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78870" y="5018670"/>
            <a:ext cx="361315" cy="700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400" i="1" dirty="0">
                <a:latin typeface="Times New Roman"/>
                <a:cs typeface="Times New Roman"/>
              </a:rPr>
              <a:t>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0179" y="5310325"/>
            <a:ext cx="421640" cy="700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400" i="1" spc="-25" dirty="0">
                <a:latin typeface="Times New Roman"/>
                <a:cs typeface="Times New Roman"/>
              </a:rPr>
              <a:t>R</a:t>
            </a:r>
            <a:r>
              <a:rPr sz="2550" i="1" spc="-37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0015" y="5096384"/>
            <a:ext cx="63309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495934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37503" y="5096384"/>
            <a:ext cx="67691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540385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L</a:t>
            </a:r>
            <a:endParaRPr sz="2550" baseline="163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10711" y="4735911"/>
            <a:ext cx="3397250" cy="700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842010" algn="l"/>
                <a:tab pos="2578735" algn="l"/>
              </a:tabLst>
            </a:pPr>
            <a:r>
              <a:rPr sz="4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85" dirty="0">
                <a:latin typeface="Times New Roman"/>
                <a:cs typeface="Times New Roman"/>
              </a:rPr>
              <a:t>A</a:t>
            </a:r>
            <a:r>
              <a:rPr sz="2550" i="1" spc="-127" baseline="-3267" dirty="0">
                <a:latin typeface="Times New Roman"/>
                <a:cs typeface="Times New Roman"/>
              </a:rPr>
              <a:t>i</a:t>
            </a:r>
            <a:r>
              <a:rPr sz="2550" i="1" spc="-172" baseline="-3267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i</a:t>
            </a:r>
            <a:r>
              <a:rPr sz="4400" i="1" spc="380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245" dirty="0">
                <a:latin typeface="Times New Roman"/>
                <a:cs typeface="Times New Roman"/>
              </a:rPr>
              <a:t> </a:t>
            </a:r>
            <a:r>
              <a:rPr sz="4400" i="1" spc="-10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55173" y="5675242"/>
            <a:ext cx="13906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266190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4174" y="5096383"/>
            <a:ext cx="1117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2295" y="5379173"/>
            <a:ext cx="1117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-50" dirty="0">
                <a:latin typeface="Times New Roman"/>
                <a:cs typeface="Times New Roman"/>
              </a:rPr>
              <a:t>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88305" y="5083505"/>
            <a:ext cx="1958339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736089" algn="l"/>
              </a:tabLst>
            </a:pPr>
            <a:r>
              <a:rPr sz="2950" spc="-50" dirty="0">
                <a:latin typeface="Symbol"/>
                <a:cs typeface="Symbol"/>
              </a:rPr>
              <a:t>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93308" y="5083505"/>
            <a:ext cx="221615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1718" y="5083505"/>
            <a:ext cx="38862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950" spc="-50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22876" y="4771644"/>
            <a:ext cx="5017135" cy="1243965"/>
          </a:xfrm>
          <a:custGeom>
            <a:avLst/>
            <a:gdLst/>
            <a:ahLst/>
            <a:cxnLst/>
            <a:rect l="l" t="t" r="r" b="b"/>
            <a:pathLst>
              <a:path w="5017134" h="1243964">
                <a:moveTo>
                  <a:pt x="0" y="1243583"/>
                </a:moveTo>
                <a:lnTo>
                  <a:pt x="5017008" y="1243583"/>
                </a:lnTo>
                <a:lnTo>
                  <a:pt x="5017008" y="0"/>
                </a:lnTo>
                <a:lnTo>
                  <a:pt x="0" y="0"/>
                </a:lnTo>
                <a:lnTo>
                  <a:pt x="0" y="1243583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453283" y="2658080"/>
            <a:ext cx="274955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45" dirty="0">
                <a:latin typeface="Times New Roman"/>
                <a:cs typeface="Times New Roman"/>
              </a:rPr>
              <a:t>i</a:t>
            </a:r>
            <a:r>
              <a:rPr sz="1800" i="1" spc="67" baseline="-6944" dirty="0">
                <a:latin typeface="Times New Roman"/>
                <a:cs typeface="Times New Roman"/>
              </a:rPr>
              <a:t>e</a:t>
            </a:r>
            <a:endParaRPr sz="1800" baseline="-6944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19281" y="2641215"/>
            <a:ext cx="382905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4725" i="1" spc="67" baseline="-2645" dirty="0">
                <a:latin typeface="Times New Roman"/>
                <a:cs typeface="Times New Roman"/>
              </a:rPr>
              <a:t>i</a:t>
            </a:r>
            <a:r>
              <a:rPr sz="1800" i="1" spc="67" baseline="-13888" dirty="0">
                <a:latin typeface="Times New Roman"/>
                <a:cs typeface="Times New Roman"/>
              </a:rPr>
              <a:t>b</a:t>
            </a:r>
            <a:endParaRPr sz="1800" baseline="-1388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61607" y="2866195"/>
            <a:ext cx="14478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i="1" spc="10" dirty="0">
                <a:latin typeface="Times New Roman"/>
                <a:cs typeface="Times New Roman"/>
              </a:rPr>
              <a:t>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65551" y="2454181"/>
            <a:ext cx="14478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i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84341" y="3129098"/>
            <a:ext cx="10922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i="1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89990" y="2717077"/>
            <a:ext cx="9969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97681" y="2885679"/>
            <a:ext cx="7175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50631" y="2707911"/>
            <a:ext cx="120904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6425" algn="l"/>
              </a:tabLst>
            </a:pPr>
            <a:r>
              <a:rPr sz="2100" spc="95" dirty="0">
                <a:latin typeface="Symbol"/>
                <a:cs typeface="Symbol"/>
              </a:rPr>
              <a:t>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Symbol"/>
                <a:cs typeface="Symbol"/>
              </a:rPr>
              <a:t></a:t>
            </a:r>
            <a:r>
              <a:rPr sz="2100" spc="85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52185" y="2707911"/>
            <a:ext cx="129032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9794" algn="l"/>
              </a:tabLst>
            </a:pPr>
            <a:r>
              <a:rPr sz="2100" dirty="0">
                <a:latin typeface="Times New Roman"/>
                <a:cs typeface="Times New Roman"/>
              </a:rPr>
              <a:t>But,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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578181" y="5452543"/>
            <a:ext cx="1491615" cy="0"/>
          </a:xfrm>
          <a:custGeom>
            <a:avLst/>
            <a:gdLst/>
            <a:ahLst/>
            <a:cxnLst/>
            <a:rect l="l" t="t" r="r" b="b"/>
            <a:pathLst>
              <a:path w="1491614">
                <a:moveTo>
                  <a:pt x="0" y="0"/>
                </a:moveTo>
                <a:lnTo>
                  <a:pt x="522373" y="0"/>
                </a:lnTo>
              </a:path>
              <a:path w="1491614">
                <a:moveTo>
                  <a:pt x="1007321" y="0"/>
                </a:moveTo>
                <a:lnTo>
                  <a:pt x="1491387" y="0"/>
                </a:lnTo>
              </a:path>
            </a:pathLst>
          </a:custGeom>
          <a:ln w="181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576180" y="5372686"/>
            <a:ext cx="50038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50" i="1" spc="105" dirty="0">
                <a:latin typeface="Times New Roman"/>
                <a:cs typeface="Times New Roman"/>
              </a:rPr>
              <a:t>v</a:t>
            </a:r>
            <a:r>
              <a:rPr sz="2850" i="1" spc="157" baseline="-7309" dirty="0">
                <a:latin typeface="Times New Roman"/>
                <a:cs typeface="Times New Roman"/>
              </a:rPr>
              <a:t>b</a:t>
            </a:r>
            <a:endParaRPr sz="2850" baseline="-7309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3982" y="5451449"/>
            <a:ext cx="480695" cy="532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300" spc="245" dirty="0">
                <a:latin typeface="Times New Roman"/>
                <a:cs typeface="Times New Roman"/>
              </a:rPr>
              <a:t>R</a:t>
            </a:r>
            <a:r>
              <a:rPr sz="2850" spc="367" baseline="-24853" dirty="0">
                <a:latin typeface="Times New Roman"/>
                <a:cs typeface="Times New Roman"/>
              </a:rPr>
              <a:t>i</a:t>
            </a:r>
            <a:endParaRPr sz="2850" baseline="-2485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99870" y="4646325"/>
            <a:ext cx="131826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521334" algn="l"/>
                <a:tab pos="950594" algn="l"/>
              </a:tabLst>
            </a:pPr>
            <a:r>
              <a:rPr sz="3300" spc="65" dirty="0">
                <a:latin typeface="Times New Roman"/>
                <a:cs typeface="Times New Roman"/>
              </a:rPr>
              <a:t>1</a:t>
            </a:r>
            <a:r>
              <a:rPr sz="3300" dirty="0">
                <a:latin typeface="Times New Roman"/>
                <a:cs typeface="Times New Roman"/>
              </a:rPr>
              <a:t>	</a:t>
            </a:r>
            <a:r>
              <a:rPr sz="4950" spc="112" baseline="-35353" dirty="0">
                <a:latin typeface="Symbol"/>
                <a:cs typeface="Symbol"/>
              </a:rPr>
              <a:t></a:t>
            </a:r>
            <a:r>
              <a:rPr sz="4950" baseline="-35353" dirty="0">
                <a:latin typeface="Times New Roman"/>
                <a:cs typeface="Times New Roman"/>
              </a:rPr>
              <a:t>	</a:t>
            </a:r>
            <a:r>
              <a:rPr sz="7425" i="1" spc="150" baseline="-6734" dirty="0">
                <a:latin typeface="Times New Roman"/>
                <a:cs typeface="Times New Roman"/>
              </a:rPr>
              <a:t>i</a:t>
            </a:r>
            <a:r>
              <a:rPr sz="2850" i="1" spc="150" baseline="-23391" dirty="0">
                <a:latin typeface="Times New Roman"/>
                <a:cs typeface="Times New Roman"/>
              </a:rPr>
              <a:t>b</a:t>
            </a:r>
            <a:endParaRPr sz="2850" baseline="-23391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88692" y="4771644"/>
            <a:ext cx="1685925" cy="1396365"/>
          </a:xfrm>
          <a:custGeom>
            <a:avLst/>
            <a:gdLst/>
            <a:ahLst/>
            <a:cxnLst/>
            <a:rect l="l" t="t" r="r" b="b"/>
            <a:pathLst>
              <a:path w="1685925" h="1396364">
                <a:moveTo>
                  <a:pt x="0" y="1395983"/>
                </a:moveTo>
                <a:lnTo>
                  <a:pt x="1685544" y="1395983"/>
                </a:lnTo>
                <a:lnTo>
                  <a:pt x="1685544" y="0"/>
                </a:lnTo>
                <a:lnTo>
                  <a:pt x="0" y="0"/>
                </a:lnTo>
                <a:lnTo>
                  <a:pt x="0" y="1395983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856488"/>
            <a:ext cx="6288024" cy="31150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5403" y="1904580"/>
            <a:ext cx="25781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050" i="1" spc="75" dirty="0">
                <a:latin typeface="Times New Roman"/>
                <a:cs typeface="Times New Roman"/>
              </a:rPr>
              <a:t>v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1583" y="1375042"/>
            <a:ext cx="217804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050" i="1" u="sng" spc="-6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50" i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94360" y="2242475"/>
            <a:ext cx="1085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i="1" spc="10" dirty="0">
                <a:latin typeface="Times New Roman"/>
                <a:cs typeface="Times New Roman"/>
              </a:rPr>
              <a:t>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46323" y="1712928"/>
            <a:ext cx="1790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550" i="1" u="heavy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5257" y="1929621"/>
            <a:ext cx="120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o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64300" y="1701147"/>
            <a:ext cx="6889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73709" algn="l"/>
              </a:tabLst>
            </a:pPr>
            <a:r>
              <a:rPr sz="2700" spc="85" dirty="0">
                <a:latin typeface="Times New Roman"/>
                <a:cs typeface="Times New Roman"/>
              </a:rPr>
              <a:t>Y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5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95259" y="1415796"/>
            <a:ext cx="1313815" cy="1140460"/>
          </a:xfrm>
          <a:custGeom>
            <a:avLst/>
            <a:gdLst/>
            <a:ahLst/>
            <a:cxnLst/>
            <a:rect l="l" t="t" r="r" b="b"/>
            <a:pathLst>
              <a:path w="1313815" h="1140460">
                <a:moveTo>
                  <a:pt x="0" y="1139952"/>
                </a:moveTo>
                <a:lnTo>
                  <a:pt x="1313688" y="1139952"/>
                </a:lnTo>
                <a:lnTo>
                  <a:pt x="1313688" y="0"/>
                </a:lnTo>
                <a:lnTo>
                  <a:pt x="0" y="0"/>
                </a:lnTo>
                <a:lnTo>
                  <a:pt x="0" y="113995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83320" y="5685816"/>
            <a:ext cx="1285875" cy="0"/>
          </a:xfrm>
          <a:custGeom>
            <a:avLst/>
            <a:gdLst/>
            <a:ahLst/>
            <a:cxnLst/>
            <a:rect l="l" t="t" r="r" b="b"/>
            <a:pathLst>
              <a:path w="1285875">
                <a:moveTo>
                  <a:pt x="0" y="0"/>
                </a:moveTo>
                <a:lnTo>
                  <a:pt x="1285878" y="0"/>
                </a:lnTo>
              </a:path>
            </a:pathLst>
          </a:custGeom>
          <a:ln w="156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97001" y="5327187"/>
            <a:ext cx="36131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400" i="1" spc="-50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33891" y="5392068"/>
            <a:ext cx="57721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i="1" spc="-25" dirty="0">
                <a:latin typeface="Times New Roman"/>
                <a:cs typeface="Times New Roman"/>
              </a:rPr>
              <a:t>and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34774" y="4962401"/>
            <a:ext cx="101219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6600" i="1" baseline="4419" dirty="0">
                <a:latin typeface="Times New Roman"/>
                <a:cs typeface="Times New Roman"/>
              </a:rPr>
              <a:t>h</a:t>
            </a:r>
            <a:r>
              <a:rPr sz="6600" i="1" spc="-712" baseline="4419" dirty="0">
                <a:latin typeface="Times New Roman"/>
                <a:cs typeface="Times New Roman"/>
              </a:rPr>
              <a:t> </a:t>
            </a:r>
            <a:r>
              <a:rPr sz="2950" i="1" spc="50" dirty="0">
                <a:latin typeface="Times New Roman"/>
                <a:cs typeface="Times New Roman"/>
              </a:rPr>
              <a:t>fc</a:t>
            </a:r>
            <a:r>
              <a:rPr sz="6600" i="1" spc="75" baseline="11363" dirty="0">
                <a:latin typeface="Times New Roman"/>
                <a:cs typeface="Times New Roman"/>
              </a:rPr>
              <a:t>h</a:t>
            </a:r>
            <a:endParaRPr sz="6600" baseline="1136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85070" y="5983315"/>
            <a:ext cx="189865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50" dirty="0">
                <a:latin typeface="Times New Roman"/>
                <a:cs typeface="Times New Roman"/>
              </a:rPr>
              <a:t>ic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78977" y="5979608"/>
            <a:ext cx="9906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-50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06691" y="5405004"/>
            <a:ext cx="21209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40" dirty="0">
                <a:latin typeface="Times New Roman"/>
                <a:cs typeface="Times New Roman"/>
              </a:rPr>
              <a:t>rc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29309" y="5618556"/>
            <a:ext cx="49974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400" i="1" dirty="0">
                <a:latin typeface="Times New Roman"/>
                <a:cs typeface="Times New Roman"/>
              </a:rPr>
              <a:t>Y</a:t>
            </a:r>
            <a:r>
              <a:rPr sz="4400" i="1" spc="-615" dirty="0">
                <a:latin typeface="Times New Roman"/>
                <a:cs typeface="Times New Roman"/>
              </a:rPr>
              <a:t> </a:t>
            </a:r>
            <a:r>
              <a:rPr sz="2550" spc="-75" baseline="-4901" dirty="0">
                <a:latin typeface="Times New Roman"/>
                <a:cs typeface="Times New Roman"/>
              </a:rPr>
              <a:t>0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745973" y="5687494"/>
            <a:ext cx="123825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42061" y="5157013"/>
            <a:ext cx="505459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92125" algn="l"/>
              </a:tabLst>
            </a:pPr>
            <a:r>
              <a:rPr sz="2950" u="sng" spc="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9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44408" y="5392068"/>
            <a:ext cx="22161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7855" y="5618556"/>
            <a:ext cx="113411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4400" i="1" dirty="0">
                <a:latin typeface="Times New Roman"/>
                <a:cs typeface="Times New Roman"/>
              </a:rPr>
              <a:t>R</a:t>
            </a:r>
            <a:r>
              <a:rPr sz="4400" i="1" spc="235" dirty="0">
                <a:latin typeface="Times New Roman"/>
                <a:cs typeface="Times New Roman"/>
              </a:rPr>
              <a:t> </a:t>
            </a:r>
            <a:r>
              <a:rPr sz="4425" baseline="17890" dirty="0">
                <a:latin typeface="Symbol"/>
                <a:cs typeface="Symbol"/>
              </a:rPr>
              <a:t></a:t>
            </a:r>
            <a:r>
              <a:rPr sz="4425" spc="-352" baseline="17890" dirty="0">
                <a:latin typeface="Times New Roman"/>
                <a:cs typeface="Times New Roman"/>
              </a:rPr>
              <a:t> </a:t>
            </a:r>
            <a:r>
              <a:rPr sz="4400" i="1" spc="-50" dirty="0">
                <a:latin typeface="Times New Roman"/>
                <a:cs typeface="Times New Roman"/>
              </a:rPr>
              <a:t>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33431" y="5204845"/>
            <a:ext cx="213423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950" dirty="0">
                <a:latin typeface="Symbol"/>
                <a:cs typeface="Symbol"/>
              </a:rPr>
              <a:t></a:t>
            </a:r>
            <a:r>
              <a:rPr sz="2950" spc="-385" dirty="0">
                <a:latin typeface="Times New Roman"/>
                <a:cs typeface="Times New Roman"/>
              </a:rPr>
              <a:t> </a:t>
            </a:r>
            <a:r>
              <a:rPr sz="6600" i="1" baseline="-11994" dirty="0">
                <a:latin typeface="Times New Roman"/>
                <a:cs typeface="Times New Roman"/>
              </a:rPr>
              <a:t>Y</a:t>
            </a:r>
            <a:r>
              <a:rPr sz="6600" i="1" spc="-922" baseline="-11994" dirty="0">
                <a:latin typeface="Times New Roman"/>
                <a:cs typeface="Times New Roman"/>
              </a:rPr>
              <a:t> </a:t>
            </a:r>
            <a:r>
              <a:rPr sz="2550" baseline="-35947" dirty="0">
                <a:latin typeface="Times New Roman"/>
                <a:cs typeface="Times New Roman"/>
              </a:rPr>
              <a:t>0</a:t>
            </a:r>
            <a:r>
              <a:rPr sz="2550" spc="450" baseline="-35947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80" dirty="0">
                <a:latin typeface="Times New Roman"/>
                <a:cs typeface="Times New Roman"/>
              </a:rPr>
              <a:t> </a:t>
            </a:r>
            <a:r>
              <a:rPr sz="6600" i="1" baseline="-11363" dirty="0">
                <a:latin typeface="Times New Roman"/>
                <a:cs typeface="Times New Roman"/>
              </a:rPr>
              <a:t>h</a:t>
            </a:r>
            <a:r>
              <a:rPr sz="2550" i="1" baseline="-37581" dirty="0">
                <a:latin typeface="Times New Roman"/>
                <a:cs typeface="Times New Roman"/>
              </a:rPr>
              <a:t>oc</a:t>
            </a:r>
            <a:r>
              <a:rPr sz="2550" i="1" spc="127" baseline="-37581" dirty="0">
                <a:latin typeface="Times New Roman"/>
                <a:cs typeface="Times New Roman"/>
              </a:rPr>
              <a:t> </a:t>
            </a:r>
            <a:r>
              <a:rPr sz="2950" spc="-50" dirty="0">
                <a:latin typeface="Symbol"/>
                <a:cs typeface="Symbol"/>
              </a:rPr>
              <a:t>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13347" y="4893564"/>
            <a:ext cx="5611495" cy="1430020"/>
          </a:xfrm>
          <a:custGeom>
            <a:avLst/>
            <a:gdLst/>
            <a:ahLst/>
            <a:cxnLst/>
            <a:rect l="l" t="t" r="r" b="b"/>
            <a:pathLst>
              <a:path w="5611495" h="1430020">
                <a:moveTo>
                  <a:pt x="0" y="1429512"/>
                </a:moveTo>
                <a:lnTo>
                  <a:pt x="5611367" y="1429512"/>
                </a:lnTo>
                <a:lnTo>
                  <a:pt x="561136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108961" y="261874"/>
            <a:ext cx="8693150" cy="1158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latin typeface="Calibri"/>
                <a:cs typeface="Calibri"/>
              </a:rPr>
              <a:t>CB</a:t>
            </a:r>
            <a:r>
              <a:rPr sz="4400" spc="-11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Amplifier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(Using</a:t>
            </a:r>
            <a:r>
              <a:rPr sz="4400" b="1" spc="-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Hybrid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Model)</a:t>
            </a:r>
            <a:endParaRPr sz="4400">
              <a:latin typeface="Calibri"/>
              <a:cs typeface="Calibri"/>
            </a:endParaRPr>
          </a:p>
          <a:p>
            <a:pPr marL="5222240">
              <a:lnSpc>
                <a:spcPct val="100000"/>
              </a:lnSpc>
              <a:spcBef>
                <a:spcPts val="50"/>
              </a:spcBef>
            </a:pPr>
            <a:r>
              <a:rPr sz="3000" b="1" i="1" dirty="0">
                <a:latin typeface="Calibri"/>
                <a:cs typeface="Calibri"/>
              </a:rPr>
              <a:t>Output</a:t>
            </a:r>
            <a:r>
              <a:rPr sz="3000" b="1" i="1" spc="-13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Admittance</a:t>
            </a:r>
            <a:r>
              <a:rPr sz="3000" b="1" i="1" spc="-95" dirty="0">
                <a:latin typeface="Calibri"/>
                <a:cs typeface="Calibri"/>
              </a:rPr>
              <a:t> </a:t>
            </a:r>
            <a:r>
              <a:rPr sz="3000" b="1" i="1" spc="-25" dirty="0">
                <a:latin typeface="Calibri"/>
                <a:cs typeface="Calibri"/>
              </a:rPr>
              <a:t>Y</a:t>
            </a:r>
            <a:r>
              <a:rPr sz="3000" b="1" i="1" spc="-37" baseline="-19444" dirty="0">
                <a:latin typeface="Calibri"/>
                <a:cs typeface="Calibri"/>
              </a:rPr>
              <a:t>o</a:t>
            </a:r>
            <a:endParaRPr sz="3000" baseline="-19444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08837" y="3704258"/>
            <a:ext cx="64516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225" baseline="20671" dirty="0">
                <a:latin typeface="Symbol"/>
                <a:cs typeface="Symbol"/>
              </a:rPr>
              <a:t></a:t>
            </a:r>
            <a:r>
              <a:rPr sz="3225" spc="-232" baseline="20671" dirty="0">
                <a:latin typeface="Times New Roman"/>
                <a:cs typeface="Times New Roman"/>
              </a:rPr>
              <a:t> </a:t>
            </a:r>
            <a:r>
              <a:rPr sz="4800" i="1" spc="-37" baseline="2604" dirty="0">
                <a:latin typeface="Times New Roman"/>
                <a:cs typeface="Times New Roman"/>
              </a:rPr>
              <a:t>h</a:t>
            </a:r>
            <a:r>
              <a:rPr sz="1250" i="1" spc="-25" dirty="0">
                <a:latin typeface="Times New Roman"/>
                <a:cs typeface="Times New Roman"/>
              </a:rPr>
              <a:t>oc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4417" y="3475714"/>
            <a:ext cx="2580005" cy="941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ts val="3585"/>
              </a:lnSpc>
              <a:spcBef>
                <a:spcPts val="135"/>
              </a:spcBef>
            </a:pPr>
            <a:r>
              <a:rPr sz="3225" baseline="-25839" dirty="0">
                <a:latin typeface="Symbol"/>
                <a:cs typeface="Symbol"/>
              </a:rPr>
              <a:t></a:t>
            </a:r>
            <a:r>
              <a:rPr sz="3225" spc="67" baseline="-25839" dirty="0"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</a:t>
            </a:r>
            <a:r>
              <a:rPr sz="1875" i="1" u="sng" spc="-135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75" i="1" spc="532" baseline="-6666" dirty="0">
                <a:latin typeface="Times New Roman"/>
                <a:cs typeface="Times New Roman"/>
              </a:rPr>
              <a:t> </a:t>
            </a:r>
            <a:r>
              <a:rPr sz="3225" baseline="-25839" dirty="0">
                <a:latin typeface="Symbol"/>
                <a:cs typeface="Symbol"/>
              </a:rPr>
              <a:t></a:t>
            </a:r>
            <a:r>
              <a:rPr sz="3225" spc="30" baseline="-25839" dirty="0">
                <a:latin typeface="Times New Roman"/>
                <a:cs typeface="Times New Roman"/>
              </a:rPr>
              <a:t> </a:t>
            </a:r>
            <a:r>
              <a:rPr sz="3200" i="1" u="sng" spc="-48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75" i="1" u="sng" spc="187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i="1" spc="442" baseline="-6666" dirty="0">
                <a:latin typeface="Times New Roman"/>
                <a:cs typeface="Times New Roman"/>
              </a:rPr>
              <a:t> </a:t>
            </a:r>
            <a:r>
              <a:rPr sz="3225" baseline="-25839" dirty="0">
                <a:latin typeface="Symbol"/>
                <a:cs typeface="Symbol"/>
              </a:rPr>
              <a:t></a:t>
            </a:r>
            <a:r>
              <a:rPr sz="3225" spc="240" baseline="-25839" dirty="0">
                <a:latin typeface="Times New Roman"/>
                <a:cs typeface="Times New Roman"/>
              </a:rPr>
              <a:t> </a:t>
            </a:r>
            <a:r>
              <a:rPr sz="4800" i="1" u="sng" spc="135" baseline="4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875" i="1" u="sng" spc="135" baseline="444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fc</a:t>
            </a:r>
            <a:r>
              <a:rPr sz="4800" i="1" u="sng" spc="135" baseline="4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spc="135" baseline="444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875" baseline="4444">
              <a:latin typeface="Times New Roman"/>
              <a:cs typeface="Times New Roman"/>
            </a:endParaRPr>
          </a:p>
          <a:p>
            <a:pPr marL="471170">
              <a:lnSpc>
                <a:spcPts val="3585"/>
              </a:lnSpc>
              <a:tabLst>
                <a:tab pos="1362075" algn="l"/>
                <a:tab pos="2105025" algn="l"/>
              </a:tabLst>
            </a:pP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e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e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e</a:t>
            </a:r>
            <a:endParaRPr sz="1875" baseline="-6666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92133" y="3462025"/>
            <a:ext cx="1281430" cy="955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340">
              <a:lnSpc>
                <a:spcPts val="3640"/>
              </a:lnSpc>
              <a:spcBef>
                <a:spcPts val="135"/>
              </a:spcBef>
            </a:pPr>
            <a:r>
              <a:rPr sz="4800" i="1" u="sng" baseline="-173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baseline="-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875" i="1" u="sng" spc="179" baseline="-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i="1" spc="434" baseline="-11111" dirty="0">
                <a:latin typeface="Times New Roman"/>
                <a:cs typeface="Times New Roman"/>
              </a:rPr>
              <a:t> </a:t>
            </a:r>
            <a:r>
              <a:rPr sz="3225" baseline="-28423" dirty="0">
                <a:latin typeface="Symbol"/>
                <a:cs typeface="Symbol"/>
              </a:rPr>
              <a:t></a:t>
            </a:r>
            <a:r>
              <a:rPr sz="3225" spc="232" baseline="-28423" dirty="0">
                <a:latin typeface="Times New Roman"/>
                <a:cs typeface="Times New Roman"/>
              </a:rPr>
              <a:t> </a:t>
            </a:r>
            <a:r>
              <a:rPr sz="4800" i="1" u="sng" spc="135" baseline="26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25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fc</a:t>
            </a:r>
            <a:r>
              <a:rPr sz="4800" i="1" u="sng" spc="135" baseline="26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25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  <a:p>
            <a:pPr marL="63500">
              <a:lnSpc>
                <a:spcPts val="3640"/>
              </a:lnSpc>
              <a:tabLst>
                <a:tab pos="806450" algn="l"/>
              </a:tabLst>
            </a:pP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e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0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e</a:t>
            </a:r>
            <a:endParaRPr sz="1875" baseline="-6666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46644" y="2403711"/>
            <a:ext cx="2646680" cy="104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>
              <a:lnSpc>
                <a:spcPts val="4560"/>
              </a:lnSpc>
              <a:spcBef>
                <a:spcPts val="100"/>
              </a:spcBef>
            </a:pPr>
            <a:r>
              <a:rPr sz="6150" i="1" baseline="2710" dirty="0">
                <a:latin typeface="Times New Roman"/>
                <a:cs typeface="Times New Roman"/>
              </a:rPr>
              <a:t>i</a:t>
            </a:r>
            <a:r>
              <a:rPr sz="1600" i="1" dirty="0">
                <a:latin typeface="Times New Roman"/>
                <a:cs typeface="Times New Roman"/>
              </a:rPr>
              <a:t>e</a:t>
            </a:r>
            <a:r>
              <a:rPr sz="1600" i="1" spc="315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</a:t>
            </a:r>
            <a:r>
              <a:rPr sz="4050" spc="-30" baseline="21604" dirty="0">
                <a:latin typeface="Times New Roman"/>
                <a:cs typeface="Times New Roman"/>
              </a:rPr>
              <a:t> </a:t>
            </a:r>
            <a:r>
              <a:rPr sz="6150" i="1" spc="187" baseline="2710" dirty="0">
                <a:latin typeface="Times New Roman"/>
                <a:cs typeface="Times New Roman"/>
              </a:rPr>
              <a:t>h</a:t>
            </a:r>
            <a:r>
              <a:rPr sz="1600" i="1" spc="125" dirty="0">
                <a:latin typeface="Times New Roman"/>
                <a:cs typeface="Times New Roman"/>
              </a:rPr>
              <a:t>fc</a:t>
            </a:r>
            <a:r>
              <a:rPr sz="6150" i="1" spc="187" baseline="2710" dirty="0">
                <a:latin typeface="Times New Roman"/>
                <a:cs typeface="Times New Roman"/>
              </a:rPr>
              <a:t>i</a:t>
            </a:r>
            <a:r>
              <a:rPr sz="1600" i="1" spc="125" dirty="0">
                <a:latin typeface="Times New Roman"/>
                <a:cs typeface="Times New Roman"/>
              </a:rPr>
              <a:t>b</a:t>
            </a:r>
            <a:r>
              <a:rPr sz="1600" i="1" spc="145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</a:t>
            </a:r>
            <a:r>
              <a:rPr sz="4050" spc="-247" baseline="21604" dirty="0">
                <a:latin typeface="Times New Roman"/>
                <a:cs typeface="Times New Roman"/>
              </a:rPr>
              <a:t> </a:t>
            </a:r>
            <a:r>
              <a:rPr sz="6150" i="1" baseline="2710" dirty="0">
                <a:latin typeface="Times New Roman"/>
                <a:cs typeface="Times New Roman"/>
              </a:rPr>
              <a:t>h</a:t>
            </a:r>
            <a:r>
              <a:rPr sz="1600" i="1" dirty="0">
                <a:latin typeface="Times New Roman"/>
                <a:cs typeface="Times New Roman"/>
              </a:rPr>
              <a:t>oc</a:t>
            </a:r>
            <a:r>
              <a:rPr sz="1600" i="1" spc="-95" dirty="0">
                <a:latin typeface="Times New Roman"/>
                <a:cs typeface="Times New Roman"/>
              </a:rPr>
              <a:t> </a:t>
            </a:r>
            <a:r>
              <a:rPr sz="6150" i="1" spc="-37" baseline="2710" dirty="0">
                <a:latin typeface="Times New Roman"/>
                <a:cs typeface="Times New Roman"/>
              </a:rPr>
              <a:t>v</a:t>
            </a:r>
            <a:r>
              <a:rPr sz="1600" i="1" spc="-25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  <a:p>
            <a:pPr marL="50800">
              <a:lnSpc>
                <a:spcPts val="3479"/>
              </a:lnSpc>
            </a:pPr>
            <a:r>
              <a:rPr sz="3200" b="1" i="1" dirty="0">
                <a:latin typeface="Calibri"/>
                <a:cs typeface="Calibri"/>
              </a:rPr>
              <a:t>Dividing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By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V</a:t>
            </a:r>
            <a:r>
              <a:rPr sz="3150" b="1" i="1" spc="-37" baseline="-19841" dirty="0">
                <a:latin typeface="Calibri"/>
                <a:cs typeface="Calibri"/>
              </a:rPr>
              <a:t>e</a:t>
            </a:r>
            <a:endParaRPr sz="3150" baseline="-19841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22708" y="4427252"/>
            <a:ext cx="472440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11680" algn="l"/>
                <a:tab pos="3826510" algn="l"/>
              </a:tabLst>
            </a:pPr>
            <a:r>
              <a:rPr sz="6150" i="1" baseline="-6775" dirty="0">
                <a:latin typeface="Times New Roman"/>
                <a:cs typeface="Times New Roman"/>
              </a:rPr>
              <a:t>v</a:t>
            </a:r>
            <a:r>
              <a:rPr sz="6150" i="1" spc="810" baseline="-6775" dirty="0">
                <a:latin typeface="Times New Roman"/>
                <a:cs typeface="Times New Roman"/>
              </a:rPr>
              <a:t> </a:t>
            </a:r>
            <a:r>
              <a:rPr sz="4100" dirty="0">
                <a:latin typeface="Symbol"/>
                <a:cs typeface="Symbol"/>
              </a:rPr>
              <a:t></a:t>
            </a:r>
            <a:r>
              <a:rPr sz="4100" dirty="0">
                <a:latin typeface="Times New Roman"/>
                <a:cs typeface="Times New Roman"/>
              </a:rPr>
              <a:t>0,</a:t>
            </a:r>
            <a:r>
              <a:rPr sz="4100" i="1" dirty="0">
                <a:latin typeface="Times New Roman"/>
                <a:cs typeface="Times New Roman"/>
              </a:rPr>
              <a:t>R</a:t>
            </a:r>
            <a:r>
              <a:rPr sz="4100" i="1" spc="430" dirty="0">
                <a:latin typeface="Times New Roman"/>
                <a:cs typeface="Times New Roman"/>
              </a:rPr>
              <a:t> </a:t>
            </a:r>
            <a:r>
              <a:rPr sz="6150" i="1" spc="-89" baseline="-5420" dirty="0">
                <a:latin typeface="Times New Roman"/>
                <a:cs typeface="Times New Roman"/>
              </a:rPr>
              <a:t>i</a:t>
            </a:r>
            <a:r>
              <a:rPr sz="6150" i="1" baseline="-5420" dirty="0">
                <a:latin typeface="Times New Roman"/>
                <a:cs typeface="Times New Roman"/>
              </a:rPr>
              <a:t>	</a:t>
            </a:r>
            <a:r>
              <a:rPr sz="6150" spc="179" baseline="1355" dirty="0">
                <a:latin typeface="Symbol"/>
                <a:cs typeface="Symbol"/>
              </a:rPr>
              <a:t></a:t>
            </a:r>
            <a:r>
              <a:rPr sz="6150" i="1" spc="179" baseline="1355" dirty="0">
                <a:latin typeface="Times New Roman"/>
                <a:cs typeface="Times New Roman"/>
              </a:rPr>
              <a:t>h</a:t>
            </a:r>
            <a:r>
              <a:rPr sz="6150" i="1" spc="600" baseline="1355" dirty="0">
                <a:latin typeface="Times New Roman"/>
                <a:cs typeface="Times New Roman"/>
              </a:rPr>
              <a:t> </a:t>
            </a:r>
            <a:r>
              <a:rPr sz="6150" i="1" baseline="-7452" dirty="0">
                <a:latin typeface="Times New Roman"/>
                <a:cs typeface="Times New Roman"/>
              </a:rPr>
              <a:t>i</a:t>
            </a:r>
            <a:r>
              <a:rPr sz="6150" i="1" spc="532" baseline="-7452" dirty="0">
                <a:latin typeface="Times New Roman"/>
                <a:cs typeface="Times New Roman"/>
              </a:rPr>
              <a:t> </a:t>
            </a:r>
            <a:r>
              <a:rPr sz="4050" baseline="7201" dirty="0">
                <a:latin typeface="Symbol"/>
                <a:cs typeface="Symbol"/>
              </a:rPr>
              <a:t></a:t>
            </a:r>
            <a:r>
              <a:rPr sz="4050" spc="-277" baseline="7201" dirty="0">
                <a:latin typeface="Times New Roman"/>
                <a:cs typeface="Times New Roman"/>
              </a:rPr>
              <a:t> </a:t>
            </a:r>
            <a:r>
              <a:rPr sz="6150" i="1" spc="-75" baseline="-7452" dirty="0">
                <a:latin typeface="Times New Roman"/>
                <a:cs typeface="Times New Roman"/>
              </a:rPr>
              <a:t>h</a:t>
            </a:r>
            <a:r>
              <a:rPr sz="6150" i="1" baseline="-7452" dirty="0">
                <a:latin typeface="Times New Roman"/>
                <a:cs typeface="Times New Roman"/>
              </a:rPr>
              <a:t>	v</a:t>
            </a:r>
            <a:r>
              <a:rPr sz="6150" i="1" spc="622" baseline="-7452" dirty="0">
                <a:latin typeface="Times New Roman"/>
                <a:cs typeface="Times New Roman"/>
              </a:rPr>
              <a:t> </a:t>
            </a:r>
            <a:r>
              <a:rPr sz="4050" baseline="7201" dirty="0">
                <a:latin typeface="Symbol"/>
                <a:cs typeface="Symbol"/>
              </a:rPr>
              <a:t></a:t>
            </a:r>
            <a:r>
              <a:rPr sz="4050" spc="-104" baseline="7201" dirty="0">
                <a:latin typeface="Times New Roman"/>
                <a:cs typeface="Times New Roman"/>
              </a:rPr>
              <a:t> </a:t>
            </a:r>
            <a:r>
              <a:rPr sz="4050" spc="-75" baseline="7201" dirty="0">
                <a:latin typeface="Times New Roman"/>
                <a:cs typeface="Times New Roman"/>
              </a:rPr>
              <a:t>0</a:t>
            </a:r>
            <a:endParaRPr sz="4050" baseline="7201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34043" y="4837077"/>
            <a:ext cx="125730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00405" algn="l"/>
                <a:tab pos="1152525" algn="l"/>
              </a:tabLst>
            </a:pPr>
            <a:r>
              <a:rPr sz="1600" i="1" spc="-50" dirty="0">
                <a:latin typeface="Times New Roman"/>
                <a:cs typeface="Times New Roman"/>
              </a:rPr>
              <a:t>b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i="1" spc="-25" dirty="0">
                <a:latin typeface="Times New Roman"/>
                <a:cs typeface="Times New Roman"/>
              </a:rPr>
              <a:t>rc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i="1" spc="-50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97235" y="4916559"/>
            <a:ext cx="19177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i="1" spc="45" dirty="0">
                <a:latin typeface="Times New Roman"/>
                <a:cs typeface="Times New Roman"/>
              </a:rPr>
              <a:t>ic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77275" y="4709602"/>
            <a:ext cx="1784985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250315" algn="l"/>
                <a:tab pos="1557020" algn="l"/>
              </a:tabLst>
            </a:pPr>
            <a:r>
              <a:rPr sz="2700" i="1" spc="-50" dirty="0">
                <a:latin typeface="Times New Roman"/>
                <a:cs typeface="Times New Roman"/>
              </a:rPr>
              <a:t>s</a:t>
            </a:r>
            <a:r>
              <a:rPr sz="2700" i="1" dirty="0">
                <a:latin typeface="Times New Roman"/>
                <a:cs typeface="Times New Roman"/>
              </a:rPr>
              <a:t>	</a:t>
            </a:r>
            <a:r>
              <a:rPr sz="4050" i="1" spc="-75" baseline="-6172" dirty="0">
                <a:latin typeface="Times New Roman"/>
                <a:cs typeface="Times New Roman"/>
              </a:rPr>
              <a:t>s</a:t>
            </a:r>
            <a:r>
              <a:rPr sz="4050" i="1" baseline="-6172" dirty="0">
                <a:latin typeface="Times New Roman"/>
                <a:cs typeface="Times New Roman"/>
              </a:rPr>
              <a:t>	</a:t>
            </a:r>
            <a:r>
              <a:rPr sz="4050" i="1" spc="-75" baseline="2057" dirty="0">
                <a:latin typeface="Times New Roman"/>
                <a:cs typeface="Times New Roman"/>
              </a:rPr>
              <a:t>b</a:t>
            </a:r>
            <a:endParaRPr sz="4050" baseline="2057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95956" y="5588480"/>
            <a:ext cx="740410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8325" algn="l"/>
              </a:tabLst>
            </a:pPr>
            <a:r>
              <a:rPr sz="2750" i="1" spc="-25" dirty="0">
                <a:latin typeface="Times New Roman"/>
                <a:cs typeface="Times New Roman"/>
              </a:rPr>
              <a:t>rc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i="1" spc="-50" dirty="0">
                <a:latin typeface="Times New Roman"/>
                <a:cs typeface="Times New Roman"/>
              </a:rPr>
              <a:t>e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03388" y="5588480"/>
            <a:ext cx="1510030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6920" algn="l"/>
                <a:tab pos="1318260" algn="l"/>
              </a:tabLst>
            </a:pPr>
            <a:r>
              <a:rPr sz="4125" i="1" spc="-75" baseline="1010" dirty="0">
                <a:latin typeface="Times New Roman"/>
                <a:cs typeface="Times New Roman"/>
              </a:rPr>
              <a:t>s</a:t>
            </a:r>
            <a:r>
              <a:rPr sz="4125" i="1" baseline="1010" dirty="0">
                <a:latin typeface="Times New Roman"/>
                <a:cs typeface="Times New Roman"/>
              </a:rPr>
              <a:t>	</a:t>
            </a:r>
            <a:r>
              <a:rPr sz="2750" i="1" spc="-25" dirty="0">
                <a:latin typeface="Times New Roman"/>
                <a:cs typeface="Times New Roman"/>
              </a:rPr>
              <a:t>ic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i="1" spc="-50" dirty="0">
                <a:latin typeface="Times New Roman"/>
                <a:cs typeface="Times New Roman"/>
              </a:rPr>
              <a:t>b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66230" y="5134892"/>
            <a:ext cx="3530600" cy="859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567815" algn="l"/>
                <a:tab pos="2054860" algn="l"/>
                <a:tab pos="3253740" algn="l"/>
              </a:tabLst>
            </a:pPr>
            <a:r>
              <a:rPr sz="5450" dirty="0">
                <a:latin typeface="Symbol"/>
                <a:cs typeface="Symbol"/>
              </a:rPr>
              <a:t></a:t>
            </a:r>
            <a:r>
              <a:rPr sz="6150" i="1" baseline="-7452" dirty="0">
                <a:latin typeface="Times New Roman"/>
                <a:cs typeface="Times New Roman"/>
              </a:rPr>
              <a:t>R</a:t>
            </a:r>
            <a:r>
              <a:rPr sz="6150" i="1" spc="-7" baseline="-7452" dirty="0">
                <a:latin typeface="Times New Roman"/>
                <a:cs typeface="Times New Roman"/>
              </a:rPr>
              <a:t> </a:t>
            </a:r>
            <a:r>
              <a:rPr sz="4100" spc="114" dirty="0">
                <a:latin typeface="Symbol"/>
                <a:cs typeface="Symbol"/>
              </a:rPr>
              <a:t></a:t>
            </a:r>
            <a:r>
              <a:rPr sz="6150" i="1" spc="172" baseline="-6775" dirty="0">
                <a:latin typeface="Times New Roman"/>
                <a:cs typeface="Times New Roman"/>
              </a:rPr>
              <a:t>h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5450" spc="-405" dirty="0">
                <a:latin typeface="Symbol"/>
                <a:cs typeface="Symbol"/>
              </a:rPr>
              <a:t></a:t>
            </a:r>
            <a:r>
              <a:rPr sz="6150" i="1" spc="-607" baseline="-6775" dirty="0">
                <a:latin typeface="Times New Roman"/>
                <a:cs typeface="Times New Roman"/>
              </a:rPr>
              <a:t>i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4100" spc="100" dirty="0">
                <a:latin typeface="Symbol"/>
                <a:cs typeface="Symbol"/>
              </a:rPr>
              <a:t></a:t>
            </a:r>
            <a:r>
              <a:rPr sz="6150" i="1" spc="150" baseline="-6775" dirty="0">
                <a:latin typeface="Times New Roman"/>
                <a:cs typeface="Times New Roman"/>
              </a:rPr>
              <a:t>h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6150" i="1" spc="-75" baseline="-6775" dirty="0">
                <a:latin typeface="Times New Roman"/>
                <a:cs typeface="Times New Roman"/>
              </a:rPr>
              <a:t>v</a:t>
            </a:r>
            <a:endParaRPr sz="6150" baseline="-6775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925058" y="3474465"/>
            <a:ext cx="5177790" cy="2916555"/>
            <a:chOff x="5925058" y="3474465"/>
            <a:chExt cx="5177790" cy="2916555"/>
          </a:xfrm>
        </p:grpSpPr>
        <p:sp>
          <p:nvSpPr>
            <p:cNvPr id="36" name="object 36"/>
            <p:cNvSpPr/>
            <p:nvPr/>
          </p:nvSpPr>
          <p:spPr>
            <a:xfrm>
              <a:off x="5954268" y="3503675"/>
              <a:ext cx="1905" cy="2858135"/>
            </a:xfrm>
            <a:custGeom>
              <a:avLst/>
              <a:gdLst/>
              <a:ahLst/>
              <a:cxnLst/>
              <a:rect l="l" t="t" r="r" b="b"/>
              <a:pathLst>
                <a:path w="1904" h="2858135">
                  <a:moveTo>
                    <a:pt x="1651" y="0"/>
                  </a:moveTo>
                  <a:lnTo>
                    <a:pt x="0" y="2857525"/>
                  </a:lnTo>
                </a:path>
              </a:pathLst>
            </a:custGeom>
            <a:ln w="57911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54268" y="3500627"/>
              <a:ext cx="5143500" cy="1905"/>
            </a:xfrm>
            <a:custGeom>
              <a:avLst/>
              <a:gdLst/>
              <a:ahLst/>
              <a:cxnLst/>
              <a:rect l="l" t="t" r="r" b="b"/>
              <a:pathLst>
                <a:path w="5143500" h="1904">
                  <a:moveTo>
                    <a:pt x="0" y="0"/>
                  </a:moveTo>
                  <a:lnTo>
                    <a:pt x="5143500" y="165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851333" y="4091425"/>
            <a:ext cx="41592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4400" i="1" spc="-25" dirty="0">
                <a:latin typeface="Times New Roman"/>
                <a:cs typeface="Times New Roman"/>
              </a:rPr>
              <a:t>v</a:t>
            </a:r>
            <a:r>
              <a:rPr sz="2550" i="1" spc="-37" baseline="-6535" dirty="0">
                <a:latin typeface="Times New Roman"/>
                <a:cs typeface="Times New Roman"/>
              </a:rPr>
              <a:t>e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922160" y="4117268"/>
            <a:ext cx="130746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600" i="1" spc="89" baseline="1893" dirty="0">
                <a:latin typeface="Times New Roman"/>
                <a:cs typeface="Times New Roman"/>
              </a:rPr>
              <a:t>R</a:t>
            </a:r>
            <a:r>
              <a:rPr sz="2550" i="1" spc="89" baseline="1633" dirty="0">
                <a:latin typeface="Times New Roman"/>
                <a:cs typeface="Times New Roman"/>
              </a:rPr>
              <a:t>s</a:t>
            </a:r>
            <a:r>
              <a:rPr sz="2550" i="1" spc="209" baseline="1633" dirty="0">
                <a:latin typeface="Times New Roman"/>
                <a:cs typeface="Times New Roman"/>
              </a:rPr>
              <a:t> </a:t>
            </a:r>
            <a:r>
              <a:rPr sz="4425" baseline="20715" dirty="0">
                <a:latin typeface="Symbol"/>
                <a:cs typeface="Symbol"/>
              </a:rPr>
              <a:t></a:t>
            </a:r>
            <a:r>
              <a:rPr sz="4425" spc="-337" baseline="20715" dirty="0">
                <a:latin typeface="Times New Roman"/>
                <a:cs typeface="Times New Roman"/>
              </a:rPr>
              <a:t> </a:t>
            </a:r>
            <a:r>
              <a:rPr sz="6600" i="1" spc="-37" baseline="2525" dirty="0">
                <a:latin typeface="Times New Roman"/>
                <a:cs typeface="Times New Roman"/>
              </a:rPr>
              <a:t>h</a:t>
            </a:r>
            <a:r>
              <a:rPr sz="1700" i="1" spc="-25" dirty="0">
                <a:latin typeface="Times New Roman"/>
                <a:cs typeface="Times New Roman"/>
              </a:rPr>
              <a:t>ic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74352" y="3514012"/>
            <a:ext cx="286194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1943735" algn="l"/>
                <a:tab pos="2823210" algn="l"/>
              </a:tabLst>
            </a:pPr>
            <a:r>
              <a:rPr sz="4425" baseline="-25423" dirty="0">
                <a:latin typeface="Symbol"/>
                <a:cs typeface="Symbol"/>
              </a:rPr>
              <a:t></a:t>
            </a:r>
            <a:r>
              <a:rPr sz="4425" baseline="-25423" dirty="0">
                <a:latin typeface="Times New Roman"/>
                <a:cs typeface="Times New Roman"/>
              </a:rPr>
              <a:t> </a:t>
            </a:r>
            <a:r>
              <a:rPr sz="4400" i="1" u="sng" spc="-7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550" i="1" u="sng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550" i="1" u="sng" spc="225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i="1" spc="644" baseline="-6535" dirty="0">
                <a:latin typeface="Times New Roman"/>
                <a:cs typeface="Times New Roman"/>
              </a:rPr>
              <a:t> </a:t>
            </a:r>
            <a:r>
              <a:rPr sz="4425" baseline="-25423" dirty="0">
                <a:latin typeface="Symbol"/>
                <a:cs typeface="Symbol"/>
              </a:rPr>
              <a:t></a:t>
            </a:r>
            <a:r>
              <a:rPr sz="4425" spc="-15" baseline="-25423" dirty="0">
                <a:latin typeface="Times New Roman"/>
                <a:cs typeface="Times New Roman"/>
              </a:rPr>
              <a:t> </a:t>
            </a:r>
            <a:r>
              <a:rPr sz="4425" baseline="-25423" dirty="0">
                <a:latin typeface="Symbol"/>
                <a:cs typeface="Symbol"/>
              </a:rPr>
              <a:t></a:t>
            </a:r>
            <a:r>
              <a:rPr sz="4425" spc="-390" baseline="-25423" dirty="0"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4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550" i="1" u="sng" spc="-37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rc</a:t>
            </a:r>
            <a:r>
              <a:rPr sz="2550" i="1" u="sng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550" baseline="-6535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237488" y="917447"/>
            <a:ext cx="9046845" cy="3895725"/>
            <a:chOff x="1237488" y="917447"/>
            <a:chExt cx="9046845" cy="3895725"/>
          </a:xfrm>
        </p:grpSpPr>
        <p:sp>
          <p:nvSpPr>
            <p:cNvPr id="42" name="object 42"/>
            <p:cNvSpPr/>
            <p:nvPr/>
          </p:nvSpPr>
          <p:spPr>
            <a:xfrm>
              <a:off x="7341108" y="3558540"/>
              <a:ext cx="2929255" cy="1240790"/>
            </a:xfrm>
            <a:custGeom>
              <a:avLst/>
              <a:gdLst/>
              <a:ahLst/>
              <a:cxnLst/>
              <a:rect l="l" t="t" r="r" b="b"/>
              <a:pathLst>
                <a:path w="2929254" h="1240789">
                  <a:moveTo>
                    <a:pt x="0" y="1240536"/>
                  </a:moveTo>
                  <a:lnTo>
                    <a:pt x="2929128" y="1240536"/>
                  </a:lnTo>
                  <a:lnTo>
                    <a:pt x="2929128" y="0"/>
                  </a:lnTo>
                  <a:lnTo>
                    <a:pt x="0" y="0"/>
                  </a:lnTo>
                  <a:lnTo>
                    <a:pt x="0" y="1240536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7488" y="917447"/>
              <a:ext cx="5358384" cy="2654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914400"/>
            <a:ext cx="10591800" cy="5638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5300" y="304800"/>
            <a:ext cx="11201400" cy="437299"/>
          </a:xfrm>
          <a:prstGeom prst="rect">
            <a:avLst/>
          </a:prstGeom>
          <a:solidFill>
            <a:srgbClr val="FFCE33"/>
          </a:solidFill>
        </p:spPr>
        <p:txBody>
          <a:bodyPr vert="horz" wrap="square" lIns="0" tIns="158750" rIns="0" bIns="0" rtlCol="0">
            <a:spAutoFit/>
          </a:bodyPr>
          <a:lstStyle/>
          <a:p>
            <a:pPr marL="164465">
              <a:spcBef>
                <a:spcPts val="1250"/>
              </a:spcBef>
            </a:pPr>
            <a:r>
              <a:rPr spc="75" dirty="0">
                <a:latin typeface="Arial MT"/>
                <a:cs typeface="Arial MT"/>
              </a:rPr>
              <a:t>Hybrid</a:t>
            </a:r>
            <a:r>
              <a:rPr spc="200" dirty="0">
                <a:latin typeface="Arial MT"/>
                <a:cs typeface="Arial MT"/>
              </a:rPr>
              <a:t> </a:t>
            </a:r>
            <a:r>
              <a:rPr spc="50" dirty="0">
                <a:latin typeface="Arial MT"/>
                <a:cs typeface="Arial MT"/>
              </a:rPr>
              <a:t>Model</a:t>
            </a:r>
            <a:r>
              <a:rPr spc="229" dirty="0">
                <a:latin typeface="Arial MT"/>
                <a:cs typeface="Arial MT"/>
              </a:rPr>
              <a:t> </a:t>
            </a:r>
            <a:r>
              <a:rPr spc="50" dirty="0">
                <a:latin typeface="Arial MT"/>
                <a:cs typeface="Arial MT"/>
              </a:rPr>
              <a:t>and</a:t>
            </a:r>
            <a:r>
              <a:rPr spc="19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Equations</a:t>
            </a:r>
            <a:r>
              <a:rPr spc="170" dirty="0">
                <a:latin typeface="Arial MT"/>
                <a:cs typeface="Arial MT"/>
              </a:rPr>
              <a:t> </a:t>
            </a:r>
            <a:r>
              <a:rPr spc="80" dirty="0">
                <a:latin typeface="Arial MT"/>
                <a:cs typeface="Arial MT"/>
              </a:rPr>
              <a:t>for</a:t>
            </a:r>
            <a:r>
              <a:rPr spc="330" dirty="0">
                <a:latin typeface="Arial MT"/>
                <a:cs typeface="Arial MT"/>
              </a:rPr>
              <a:t> </a:t>
            </a:r>
            <a:r>
              <a:rPr spc="65" dirty="0">
                <a:latin typeface="Arial MT"/>
                <a:cs typeface="Arial MT"/>
              </a:rPr>
              <a:t>the</a:t>
            </a:r>
            <a:r>
              <a:rPr spc="204" dirty="0">
                <a:latin typeface="Arial MT"/>
                <a:cs typeface="Arial MT"/>
              </a:rPr>
              <a:t> </a:t>
            </a:r>
            <a:r>
              <a:rPr spc="85" dirty="0">
                <a:latin typeface="Arial MT"/>
                <a:cs typeface="Arial MT"/>
              </a:rPr>
              <a:t>transistor</a:t>
            </a:r>
            <a:r>
              <a:rPr spc="190" dirty="0">
                <a:latin typeface="Arial MT"/>
                <a:cs typeface="Arial MT"/>
              </a:rPr>
              <a:t> </a:t>
            </a:r>
            <a:r>
              <a:rPr spc="60" dirty="0">
                <a:latin typeface="Arial MT"/>
                <a:cs typeface="Arial MT"/>
              </a:rPr>
              <a:t>in</a:t>
            </a:r>
            <a:r>
              <a:rPr spc="250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three</a:t>
            </a:r>
            <a:r>
              <a:rPr spc="229" dirty="0">
                <a:latin typeface="Arial MT"/>
                <a:cs typeface="Arial MT"/>
              </a:rPr>
              <a:t> </a:t>
            </a:r>
            <a:r>
              <a:rPr spc="70" dirty="0">
                <a:latin typeface="Arial MT"/>
                <a:cs typeface="Arial MT"/>
              </a:rPr>
              <a:t>different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spc="85" dirty="0">
                <a:latin typeface="Arial MT"/>
                <a:cs typeface="Arial MT"/>
              </a:rPr>
              <a:t>configurations</a:t>
            </a:r>
            <a:r>
              <a:rPr spc="1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10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125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given</a:t>
            </a:r>
            <a:r>
              <a:rPr spc="254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below.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Conversion</a:t>
            </a:r>
            <a:r>
              <a:rPr spc="-170" dirty="0"/>
              <a:t> </a:t>
            </a:r>
            <a:r>
              <a:rPr dirty="0"/>
              <a:t>Formulae</a:t>
            </a:r>
            <a:r>
              <a:rPr spc="-120" dirty="0"/>
              <a:t> </a:t>
            </a:r>
            <a:r>
              <a:rPr dirty="0"/>
              <a:t>for</a:t>
            </a:r>
            <a:r>
              <a:rPr spc="-175" dirty="0"/>
              <a:t> </a:t>
            </a:r>
            <a:r>
              <a:rPr dirty="0"/>
              <a:t>Hybrid</a:t>
            </a:r>
            <a:r>
              <a:rPr spc="-145" dirty="0"/>
              <a:t> </a:t>
            </a:r>
            <a:r>
              <a:rPr spc="-10" dirty="0"/>
              <a:t>Parameters</a:t>
            </a:r>
          </a:p>
        </p:txBody>
      </p:sp>
      <p:pic>
        <p:nvPicPr>
          <p:cNvPr id="2050" name="Picture 2" descr="Transistor Models and Parameters">
            <a:extLst>
              <a:ext uri="{FF2B5EF4-FFF2-40B4-BE49-F238E27FC236}">
                <a16:creationId xmlns:a16="http://schemas.microsoft.com/office/drawing/2014/main" id="{BA193AAC-F6EE-E950-96BB-44E7418D86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93"/>
          <a:stretch>
            <a:fillRect/>
          </a:stretch>
        </p:blipFill>
        <p:spPr bwMode="auto">
          <a:xfrm>
            <a:off x="1295400" y="1172149"/>
            <a:ext cx="8915400" cy="5660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version of Hybrid Parameters in Transistor Three Configurations">
            <a:extLst>
              <a:ext uri="{FF2B5EF4-FFF2-40B4-BE49-F238E27FC236}">
                <a16:creationId xmlns:a16="http://schemas.microsoft.com/office/drawing/2014/main" id="{CD482432-D67C-A729-F17A-95CE2EB89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0"/>
            <a:ext cx="6503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49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1498</Words>
  <Application>Microsoft Office PowerPoint</Application>
  <PresentationFormat>Widescreen</PresentationFormat>
  <Paragraphs>463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Aptos</vt:lpstr>
      <vt:lpstr>Arial</vt:lpstr>
      <vt:lpstr>Arial MT</vt:lpstr>
      <vt:lpstr>Calibri</vt:lpstr>
      <vt:lpstr>Gill Sans MT</vt:lpstr>
      <vt:lpstr>Poppins</vt:lpstr>
      <vt:lpstr>Symbol</vt:lpstr>
      <vt:lpstr>Times New Roman</vt:lpstr>
      <vt:lpstr>Wingdings</vt:lpstr>
      <vt:lpstr>Office Theme</vt:lpstr>
      <vt:lpstr>Gallery</vt:lpstr>
      <vt:lpstr>PowerPoint Presentation</vt:lpstr>
      <vt:lpstr>Session content</vt:lpstr>
      <vt:lpstr>PowerPoint Presentation</vt:lpstr>
      <vt:lpstr>CE Amplifier With Emitter Resistance</vt:lpstr>
      <vt:lpstr>CE Amplifier With Emitter Resistance (Using Hybrid Model)</vt:lpstr>
      <vt:lpstr>PowerPoint Presentation</vt:lpstr>
      <vt:lpstr>PowerPoint Presentation</vt:lpstr>
      <vt:lpstr>CE Amplifier With Emitter Resistance (Using Approximate Hybrid Model)</vt:lpstr>
      <vt:lpstr>PowerPoint Presentation</vt:lpstr>
      <vt:lpstr>CB Amplifier(Using Hybrid Model)</vt:lpstr>
      <vt:lpstr>CB Amplifier(Using Hybrid Model)</vt:lpstr>
      <vt:lpstr>PowerPoint Presentation</vt:lpstr>
      <vt:lpstr>PowerPoint Presentation</vt:lpstr>
      <vt:lpstr> vc</vt:lpstr>
      <vt:lpstr>PowerPoint Presentation</vt:lpstr>
      <vt:lpstr>CC Amplifier(Using Hybrid Model)</vt:lpstr>
      <vt:lpstr>CB Amplifier(Using Hybrid Model)</vt:lpstr>
      <vt:lpstr>PowerPoint Presentation</vt:lpstr>
      <vt:lpstr>PowerPoint Presentation</vt:lpstr>
      <vt:lpstr> ve</vt:lpstr>
      <vt:lpstr>PowerPoint Presentation</vt:lpstr>
      <vt:lpstr>PowerPoint Presentation</vt:lpstr>
      <vt:lpstr>Conversion Formulae for Hybrid Parameters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syam sundar pillalamarri</cp:lastModifiedBy>
  <cp:revision>8</cp:revision>
  <dcterms:created xsi:type="dcterms:W3CDTF">2025-07-03T09:48:17Z</dcterms:created>
  <dcterms:modified xsi:type="dcterms:W3CDTF">2025-08-07T05:49:32Z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