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14"/>
  </p:notesMasterIdLst>
  <p:handoutMasterIdLst>
    <p:handoutMasterId r:id="rId15"/>
  </p:handoutMasterIdLst>
  <p:sldIdLst>
    <p:sldId id="478" r:id="rId5"/>
    <p:sldId id="569" r:id="rId6"/>
    <p:sldId id="572" r:id="rId7"/>
    <p:sldId id="471" r:id="rId8"/>
    <p:sldId id="567" r:id="rId9"/>
    <p:sldId id="568" r:id="rId10"/>
    <p:sldId id="468" r:id="rId11"/>
    <p:sldId id="467" r:id="rId12"/>
    <p:sldId id="3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12-07-2025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fld id="{640D14EC-31E8-4EF7-98CB-23384ECCB7EE}" type="datetime1">
              <a:rPr lang="en-US" smtClean="0"/>
              <a:t>7/12/2025</a:t>
            </a:fld>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fld id="{882D874B-A5A8-4B53-9863-28BB126B6BD6}" type="datetime1">
              <a:rPr lang="en-US" smtClean="0"/>
              <a:t>7/12/2025</a:t>
            </a:fld>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fld id="{D78D96EB-7887-466C-81D0-56574E92F203}" type="datetime1">
              <a:rPr lang="en-US" smtClean="0"/>
              <a:t>7/12/2025</a:t>
            </a:fld>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fld id="{64440AA1-1028-4F3F-BFB1-E2060EACAD7E}" type="datetime1">
              <a:rPr lang="en-US" smtClean="0"/>
              <a:t>7/12/2025</a:t>
            </a:fld>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fld id="{A8E5083E-C2B3-4F38-BAB1-13DB259095B6}" type="datetime1">
              <a:rPr lang="en-US" smtClean="0"/>
              <a:t>7/12/2025</a:t>
            </a:fld>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 Professor, Dept. of ECE, KLEF. </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fld id="{501C80A6-4373-4B84-92AC-4AF16922D3DE}" type="datetime1">
              <a:rPr lang="en-US" smtClean="0"/>
              <a:t>7/12/2025</a:t>
            </a:fld>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 Professor, Dept. of ECE, KLEF. </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fld id="{7E4CEEEC-4FD4-4E8D-ADDD-1CC17193E3A8}" type="datetime1">
              <a:rPr lang="en-US" smtClean="0"/>
              <a:t>7/12/2025</a:t>
            </a:fld>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 Professor, Dept. of ECE, KLEF. </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fld id="{3B771A49-5FB2-421B-9C81-C655EA851CCA}" type="datetime1">
              <a:rPr lang="en-US" smtClean="0"/>
              <a:t>7/12/2025</a:t>
            </a:fld>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fld id="{5B2132AA-779A-445D-882C-970DF0B34269}" type="datetime1">
              <a:rPr lang="en-US" smtClean="0"/>
              <a:t>7/12/2025</a:t>
            </a:fld>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 Professor, Dept. of ECE, KLEF. </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fld id="{73F29ABB-DC4F-4D5A-920A-D5D64902BF14}" type="datetime1">
              <a:rPr lang="en-US" smtClean="0"/>
              <a:t>7/12/2025</a:t>
            </a:fld>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fld id="{9C0DC3B3-83CB-4F1E-9231-794ECDA9722F}" type="datetime1">
              <a:rPr lang="en-US" smtClean="0"/>
              <a:t>7/12/2025</a:t>
            </a:fld>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 Professor, Dept. of ECE, KLEF. </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0D7569-36B1-4B0C-A5BF-9089D34D053E}" type="datetime1">
              <a:rPr lang="en-US" smtClean="0"/>
              <a:t>7/12/2025</a:t>
            </a:fld>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 Professor, Dept. of ECE, KLEF. </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6FEA6F-0882-4D2E-9B03-FE68E7C12E3F}"/>
              </a:ext>
            </a:extLst>
          </p:cNvPr>
          <p:cNvSpPr>
            <a:spLocks noGrp="1"/>
          </p:cNvSpPr>
          <p:nvPr>
            <p:ph idx="1"/>
          </p:nvPr>
        </p:nvSpPr>
        <p:spPr>
          <a:xfrm>
            <a:off x="1752600" y="551234"/>
            <a:ext cx="8229600" cy="2133600"/>
          </a:xfrm>
        </p:spPr>
        <p:txBody>
          <a:bodyPr>
            <a:normAutofit/>
          </a:bodyPr>
          <a:lstStyle/>
          <a:p>
            <a:pPr marL="0" indent="0" algn="ctr">
              <a:buNone/>
            </a:pPr>
            <a:r>
              <a:rPr lang="en-US" sz="4400" dirty="0">
                <a:solidFill>
                  <a:srgbClr val="FF0000"/>
                </a:solidFill>
                <a:latin typeface="Arial" panose="020B0604020202020204" pitchFamily="34" charset="0"/>
                <a:cs typeface="Arial" panose="020B0604020202020204" pitchFamily="34" charset="0"/>
              </a:rPr>
              <a:t>Signals and Communication Systems (SCS)</a:t>
            </a:r>
          </a:p>
        </p:txBody>
      </p:sp>
      <p:sp>
        <p:nvSpPr>
          <p:cNvPr id="2" name="Date Placeholder 1">
            <a:extLst>
              <a:ext uri="{FF2B5EF4-FFF2-40B4-BE49-F238E27FC236}">
                <a16:creationId xmlns:a16="http://schemas.microsoft.com/office/drawing/2014/main" id="{132B2F96-17AE-C877-7D88-00896449F6DE}"/>
              </a:ext>
            </a:extLst>
          </p:cNvPr>
          <p:cNvSpPr>
            <a:spLocks noGrp="1"/>
          </p:cNvSpPr>
          <p:nvPr>
            <p:ph type="dt" sz="half" idx="10"/>
          </p:nvPr>
        </p:nvSpPr>
        <p:spPr/>
        <p:txBody>
          <a:bodyPr/>
          <a:lstStyle/>
          <a:p>
            <a:fld id="{9577B67D-2122-44E7-B529-ADAB6E2D6E7F}" type="datetime1">
              <a:rPr lang="en-US" smtClean="0"/>
              <a:t>7/12/2025</a:t>
            </a:fld>
            <a:endParaRPr lang="en-US"/>
          </a:p>
        </p:txBody>
      </p:sp>
      <p:sp>
        <p:nvSpPr>
          <p:cNvPr id="5" name="Slide Number Placeholder 4">
            <a:extLst>
              <a:ext uri="{FF2B5EF4-FFF2-40B4-BE49-F238E27FC236}">
                <a16:creationId xmlns:a16="http://schemas.microsoft.com/office/drawing/2014/main" id="{FBD01DBA-6A87-663C-D190-B06FC3B890F6}"/>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6" name="Title 1">
            <a:extLst>
              <a:ext uri="{FF2B5EF4-FFF2-40B4-BE49-F238E27FC236}">
                <a16:creationId xmlns:a16="http://schemas.microsoft.com/office/drawing/2014/main" id="{BCDE9083-29D9-13C2-D4C9-4BB04C48A8C4}"/>
              </a:ext>
            </a:extLst>
          </p:cNvPr>
          <p:cNvSpPr>
            <a:spLocks noGrp="1"/>
          </p:cNvSpPr>
          <p:nvPr>
            <p:ph type="title"/>
          </p:nvPr>
        </p:nvSpPr>
        <p:spPr>
          <a:xfrm>
            <a:off x="888460" y="2498778"/>
            <a:ext cx="10192966" cy="1143000"/>
          </a:xfrm>
        </p:spPr>
        <p:txBody>
          <a:bodyPr>
            <a:normAutofit/>
          </a:bodyPr>
          <a:lstStyle/>
          <a:p>
            <a:pPr algn="ctr"/>
            <a:r>
              <a:rPr lang="en-US" altLang="en-US" dirty="0">
                <a:latin typeface="Arial" panose="020B0604020202020204" pitchFamily="34" charset="0"/>
                <a:cs typeface="Arial" panose="020B0604020202020204" pitchFamily="34" charset="0"/>
              </a:rPr>
              <a:t>Problems on Energy and Power Signals</a:t>
            </a:r>
            <a:endParaRPr lang="en-US" dirty="0">
              <a:latin typeface="Arial" pitchFamily="34" charset="0"/>
              <a:cs typeface="Arial" pitchFamily="34" charset="0"/>
            </a:endParaRPr>
          </a:p>
        </p:txBody>
      </p:sp>
      <p:sp>
        <p:nvSpPr>
          <p:cNvPr id="8" name="TextBox 7">
            <a:extLst>
              <a:ext uri="{FF2B5EF4-FFF2-40B4-BE49-F238E27FC236}">
                <a16:creationId xmlns:a16="http://schemas.microsoft.com/office/drawing/2014/main" id="{1719D7C0-774D-63F5-803A-7F9DE03DE120}"/>
              </a:ext>
            </a:extLst>
          </p:cNvPr>
          <p:cNvSpPr txBox="1"/>
          <p:nvPr/>
        </p:nvSpPr>
        <p:spPr>
          <a:xfrm>
            <a:off x="2937754" y="4598723"/>
            <a:ext cx="6094378" cy="707886"/>
          </a:xfrm>
          <a:prstGeom prst="rect">
            <a:avLst/>
          </a:prstGeom>
          <a:noFill/>
        </p:spPr>
        <p:txBody>
          <a:bodyPr wrap="square">
            <a:spAutoFit/>
          </a:bodyPr>
          <a:lstStyle/>
          <a:p>
            <a:pPr marL="0" indent="0" algn="ctr">
              <a:buNone/>
            </a:pPr>
            <a:r>
              <a:rPr lang="en-US" sz="4000" dirty="0">
                <a:solidFill>
                  <a:srgbClr val="0909B7"/>
                </a:solidFill>
                <a:latin typeface="Arial" panose="020B0604020202020204" pitchFamily="34" charset="0"/>
                <a:cs typeface="Arial" panose="020B0604020202020204" pitchFamily="34" charset="0"/>
              </a:rPr>
              <a:t>Session-6</a:t>
            </a:r>
          </a:p>
        </p:txBody>
      </p:sp>
    </p:spTree>
    <p:extLst>
      <p:ext uri="{BB962C8B-B14F-4D97-AF65-F5344CB8AC3E}">
        <p14:creationId xmlns:p14="http://schemas.microsoft.com/office/powerpoint/2010/main" val="414950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C92EB321-E3DF-3F74-DE2D-334672C8831F}"/>
              </a:ext>
            </a:extLst>
          </p:cNvPr>
          <p:cNvSpPr>
            <a:spLocks noGrp="1"/>
          </p:cNvSpPr>
          <p:nvPr>
            <p:ph type="title"/>
          </p:nvPr>
        </p:nvSpPr>
        <p:spPr>
          <a:xfrm>
            <a:off x="1676400" y="26956"/>
            <a:ext cx="8534400" cy="582644"/>
          </a:xfrm>
        </p:spPr>
        <p:txBody>
          <a:bodyPr>
            <a:normAutofit/>
          </a:bodyPr>
          <a:lstStyle/>
          <a:p>
            <a:pPr algn="l" eaLnBrk="1" hangingPunct="1"/>
            <a:r>
              <a:rPr lang="en-US" altLang="en-US" sz="3200" dirty="0">
                <a:solidFill>
                  <a:srgbClr val="2603BD"/>
                </a:solidFill>
                <a:latin typeface="Arial" panose="020B0604020202020204" pitchFamily="34" charset="0"/>
                <a:cs typeface="Arial" panose="020B0604020202020204" pitchFamily="34" charset="0"/>
              </a:rPr>
              <a:t>Problems on </a:t>
            </a:r>
            <a:r>
              <a:rPr lang="en-US" altLang="en-US" sz="3200" dirty="0">
                <a:solidFill>
                  <a:srgbClr val="FF0000"/>
                </a:solidFill>
                <a:latin typeface="Arial" panose="020B0604020202020204" pitchFamily="34" charset="0"/>
                <a:cs typeface="Arial" panose="020B0604020202020204" pitchFamily="34" charset="0"/>
              </a:rPr>
              <a:t>Energy</a:t>
            </a:r>
            <a:r>
              <a:rPr lang="en-US" altLang="en-US" sz="3200" dirty="0">
                <a:solidFill>
                  <a:srgbClr val="2603BD"/>
                </a:solidFill>
                <a:latin typeface="Arial" panose="020B0604020202020204" pitchFamily="34" charset="0"/>
                <a:cs typeface="Arial" panose="020B0604020202020204" pitchFamily="34" charset="0"/>
              </a:rPr>
              <a:t> and </a:t>
            </a:r>
            <a:r>
              <a:rPr lang="en-US" altLang="en-US" sz="3200" dirty="0">
                <a:solidFill>
                  <a:srgbClr val="FF0000"/>
                </a:solidFill>
                <a:latin typeface="Arial" panose="020B0604020202020204" pitchFamily="34" charset="0"/>
                <a:cs typeface="Arial" panose="020B0604020202020204" pitchFamily="34" charset="0"/>
              </a:rPr>
              <a:t>Power</a:t>
            </a:r>
            <a:r>
              <a:rPr lang="en-US" altLang="en-US" sz="3200" dirty="0">
                <a:solidFill>
                  <a:srgbClr val="2603BD"/>
                </a:solidFill>
                <a:latin typeface="Arial" panose="020B0604020202020204" pitchFamily="34" charset="0"/>
                <a:cs typeface="Arial" panose="020B0604020202020204" pitchFamily="34" charset="0"/>
              </a:rPr>
              <a:t> Signals</a:t>
            </a:r>
          </a:p>
        </p:txBody>
      </p:sp>
      <p:sp>
        <p:nvSpPr>
          <p:cNvPr id="47107" name="Rectangle 5">
            <a:extLst>
              <a:ext uri="{FF2B5EF4-FFF2-40B4-BE49-F238E27FC236}">
                <a16:creationId xmlns:a16="http://schemas.microsoft.com/office/drawing/2014/main" id="{248E1DDE-B1C6-7E3A-E0CA-11DCEBB753A0}"/>
              </a:ext>
            </a:extLst>
          </p:cNvPr>
          <p:cNvSpPr>
            <a:spLocks noChangeArrowheads="1"/>
          </p:cNvSpPr>
          <p:nvPr/>
        </p:nvSpPr>
        <p:spPr bwMode="auto">
          <a:xfrm>
            <a:off x="4343401" y="13996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aphicFrame>
        <p:nvGraphicFramePr>
          <p:cNvPr id="47108" name="Object 14">
            <a:extLst>
              <a:ext uri="{FF2B5EF4-FFF2-40B4-BE49-F238E27FC236}">
                <a16:creationId xmlns:a16="http://schemas.microsoft.com/office/drawing/2014/main" id="{53BA3D63-454C-B2B9-39CC-FF7F7F613F0B}"/>
              </a:ext>
            </a:extLst>
          </p:cNvPr>
          <p:cNvGraphicFramePr>
            <a:graphicFrameLocks noChangeAspect="1"/>
          </p:cNvGraphicFramePr>
          <p:nvPr/>
        </p:nvGraphicFramePr>
        <p:xfrm>
          <a:off x="3352800" y="3884613"/>
          <a:ext cx="2743200" cy="825190"/>
        </p:xfrm>
        <a:graphic>
          <a:graphicData uri="http://schemas.openxmlformats.org/presentationml/2006/ole">
            <mc:AlternateContent xmlns:mc="http://schemas.openxmlformats.org/markup-compatibility/2006">
              <mc:Choice xmlns:v="urn:schemas-microsoft-com:vml" Requires="v">
                <p:oleObj name="Equation" r:id="rId2" imgW="26822400" imgH="7924800" progId="Equation.DSMT4">
                  <p:embed/>
                </p:oleObj>
              </mc:Choice>
              <mc:Fallback>
                <p:oleObj name="Equation" r:id="rId2" imgW="26822400" imgH="7924800" progId="Equation.DSMT4">
                  <p:embed/>
                  <p:pic>
                    <p:nvPicPr>
                      <p:cNvPr id="47108" name="Object 14">
                        <a:extLst>
                          <a:ext uri="{FF2B5EF4-FFF2-40B4-BE49-F238E27FC236}">
                            <a16:creationId xmlns:a16="http://schemas.microsoft.com/office/drawing/2014/main" id="{53BA3D63-454C-B2B9-39CC-FF7F7F613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884613"/>
                        <a:ext cx="2743200" cy="825190"/>
                      </a:xfrm>
                      <a:prstGeom prst="rect">
                        <a:avLst/>
                      </a:prstGeom>
                      <a:noFill/>
                      <a:ln>
                        <a:noFill/>
                      </a:ln>
                    </p:spPr>
                  </p:pic>
                </p:oleObj>
              </mc:Fallback>
            </mc:AlternateContent>
          </a:graphicData>
        </a:graphic>
      </p:graphicFrame>
      <p:sp>
        <p:nvSpPr>
          <p:cNvPr id="47109" name="Rectangle 7">
            <a:extLst>
              <a:ext uri="{FF2B5EF4-FFF2-40B4-BE49-F238E27FC236}">
                <a16:creationId xmlns:a16="http://schemas.microsoft.com/office/drawing/2014/main" id="{A29C314C-16D5-CF9F-1F78-0A5CBA8B5FA6}"/>
              </a:ext>
            </a:extLst>
          </p:cNvPr>
          <p:cNvSpPr>
            <a:spLocks noChangeArrowheads="1"/>
          </p:cNvSpPr>
          <p:nvPr/>
        </p:nvSpPr>
        <p:spPr bwMode="auto">
          <a:xfrm>
            <a:off x="4343401" y="31220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pic>
        <p:nvPicPr>
          <p:cNvPr id="47110" name="Picture 2">
            <a:extLst>
              <a:ext uri="{FF2B5EF4-FFF2-40B4-BE49-F238E27FC236}">
                <a16:creationId xmlns:a16="http://schemas.microsoft.com/office/drawing/2014/main" id="{DA736952-735C-2EDD-565A-43503DE877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4888" y="4111341"/>
            <a:ext cx="11811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3">
            <a:extLst>
              <a:ext uri="{FF2B5EF4-FFF2-40B4-BE49-F238E27FC236}">
                <a16:creationId xmlns:a16="http://schemas.microsoft.com/office/drawing/2014/main" id="{9CFFC88D-4C6E-155B-DA70-EB03AADC97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2800" y="945325"/>
            <a:ext cx="11938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4">
            <a:extLst>
              <a:ext uri="{FF2B5EF4-FFF2-40B4-BE49-F238E27FC236}">
                <a16:creationId xmlns:a16="http://schemas.microsoft.com/office/drawing/2014/main" id="{A5FC7035-3D66-4AAD-451D-65AECF18A6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609600"/>
            <a:ext cx="3657600" cy="918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CB82A30E-3218-DC1D-F779-A4CC91CDF731}"/>
              </a:ext>
            </a:extLst>
          </p:cNvPr>
          <p:cNvSpPr txBox="1"/>
          <p:nvPr/>
        </p:nvSpPr>
        <p:spPr>
          <a:xfrm>
            <a:off x="1524000" y="1527931"/>
            <a:ext cx="9067800" cy="2343655"/>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power of given signal does not depend on frequency and phase components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a:p>
            <a:pPr marL="342900" marR="254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power depends on scaling in amplitude and squaring (or higher powers) of the signal.  However, the value of power does not depend on scaling in time (compression, expansion).</a:t>
            </a:r>
            <a:endParaRPr lang="en-US" sz="2000" kern="100" dirty="0">
              <a:latin typeface="Arial" panose="020B060402020202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585272B5-5098-5DB3-99E9-5CBB3554FF7E}"/>
              </a:ext>
            </a:extLst>
          </p:cNvPr>
          <p:cNvSpPr txBox="1"/>
          <p:nvPr/>
        </p:nvSpPr>
        <p:spPr>
          <a:xfrm>
            <a:off x="1638300" y="4739236"/>
            <a:ext cx="8915400" cy="1881990"/>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The value of energy does not depend on shifting, folding and combined shifting and folding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a:p>
            <a:pPr marL="342900" indent="-342900">
              <a:lnSpc>
                <a:spcPct val="150000"/>
              </a:lnSpc>
              <a:buFont typeface="Wingdings" panose="05000000000000000000" pitchFamily="2" charset="2"/>
              <a:buChar char=""/>
            </a:pPr>
            <a:r>
              <a:rPr lang="en-US" sz="2000" kern="100" dirty="0">
                <a:solidFill>
                  <a:srgbClr val="5325FB"/>
                </a:solidFill>
                <a:latin typeface="Arial" panose="020B0604020202020204" pitchFamily="34" charset="0"/>
                <a:ea typeface="Calibri" panose="020F0502020204030204" pitchFamily="34" charset="0"/>
                <a:cs typeface="Arial" panose="020B0604020202020204" pitchFamily="34" charset="0"/>
              </a:rPr>
              <a:t>However, the value of energy depends on scaling in time (compression, expansion) and amplitude and squaring of the signal.</a:t>
            </a:r>
            <a:endParaRPr lang="en-US" sz="2000" kern="100" dirty="0">
              <a:latin typeface="Arial" panose="020B0604020202020204" pitchFamily="34" charset="0"/>
              <a:ea typeface="Calibri" panose="020F0502020204030204" pitchFamily="34" charset="0"/>
              <a:cs typeface="Arial" panose="020B0604020202020204" pitchFamily="34" charset="0"/>
            </a:endParaRPr>
          </a:p>
        </p:txBody>
      </p:sp>
      <p:sp>
        <p:nvSpPr>
          <p:cNvPr id="8" name="Date Placeholder 7">
            <a:extLst>
              <a:ext uri="{FF2B5EF4-FFF2-40B4-BE49-F238E27FC236}">
                <a16:creationId xmlns:a16="http://schemas.microsoft.com/office/drawing/2014/main" id="{C1E69625-434C-1E32-2F50-AF7F54D15DBA}"/>
              </a:ext>
            </a:extLst>
          </p:cNvPr>
          <p:cNvSpPr>
            <a:spLocks noGrp="1"/>
          </p:cNvSpPr>
          <p:nvPr>
            <p:ph type="dt" sz="half" idx="10"/>
          </p:nvPr>
        </p:nvSpPr>
        <p:spPr/>
        <p:txBody>
          <a:bodyPr/>
          <a:lstStyle/>
          <a:p>
            <a:fld id="{91AA033E-78F9-4D40-BFAD-E2736A04A499}" type="datetime1">
              <a:rPr lang="en-US" smtClean="0"/>
              <a:t>7/12/2025</a:t>
            </a:fld>
            <a:endParaRPr lang="en-US"/>
          </a:p>
        </p:txBody>
      </p:sp>
      <p:sp>
        <p:nvSpPr>
          <p:cNvPr id="10" name="Slide Number Placeholder 9">
            <a:extLst>
              <a:ext uri="{FF2B5EF4-FFF2-40B4-BE49-F238E27FC236}">
                <a16:creationId xmlns:a16="http://schemas.microsoft.com/office/drawing/2014/main" id="{18857044-100E-37EA-16D4-67572EB5896E}"/>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70428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7111"/>
                                        </p:tgtEl>
                                        <p:attrNameLst>
                                          <p:attrName>style.visibility</p:attrName>
                                        </p:attrNameLst>
                                      </p:cBhvr>
                                      <p:to>
                                        <p:strVal val="visible"/>
                                      </p:to>
                                    </p:set>
                                    <p:animEffect transition="in" filter="barn(inVertical)">
                                      <p:cBhvr>
                                        <p:cTn id="7" dur="500"/>
                                        <p:tgtEl>
                                          <p:spTgt spid="471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7112"/>
                                        </p:tgtEl>
                                        <p:attrNameLst>
                                          <p:attrName>style.visibility</p:attrName>
                                        </p:attrNameLst>
                                      </p:cBhvr>
                                      <p:to>
                                        <p:strVal val="visible"/>
                                      </p:to>
                                    </p:set>
                                    <p:animEffect transition="in" filter="barn(inVertical)">
                                      <p:cBhvr>
                                        <p:cTn id="12" dur="500"/>
                                        <p:tgtEl>
                                          <p:spTgt spid="4711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barn(inVertical)">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barn(inVertical)">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7110"/>
                                        </p:tgtEl>
                                        <p:attrNameLst>
                                          <p:attrName>style.visibility</p:attrName>
                                        </p:attrNameLst>
                                      </p:cBhvr>
                                      <p:to>
                                        <p:strVal val="visible"/>
                                      </p:to>
                                    </p:set>
                                    <p:animEffect transition="in" filter="barn(inVertical)">
                                      <p:cBhvr>
                                        <p:cTn id="27" dur="500"/>
                                        <p:tgtEl>
                                          <p:spTgt spid="471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47108"/>
                                        </p:tgtEl>
                                        <p:attrNameLst>
                                          <p:attrName>style.visibility</p:attrName>
                                        </p:attrNameLst>
                                      </p:cBhvr>
                                      <p:to>
                                        <p:strVal val="visible"/>
                                      </p:to>
                                    </p:set>
                                    <p:animEffect transition="in" filter="barn(inVertical)">
                                      <p:cBhvr>
                                        <p:cTn id="32" dur="500"/>
                                        <p:tgtEl>
                                          <p:spTgt spid="47108"/>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barn(inVertical)">
                                      <p:cBhvr>
                                        <p:cTn id="37" dur="5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barn(inVertical)">
                                      <p:cBhvr>
                                        <p:cTn id="4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1676400" y="152400"/>
            <a:ext cx="8555318" cy="1066800"/>
          </a:xfrm>
          <a:prstGeom prst="rect">
            <a:avLst/>
          </a:prstGeom>
        </p:spPr>
      </p:pic>
      <p:pic>
        <p:nvPicPr>
          <p:cNvPr id="5" name="Picture 4"/>
          <p:cNvPicPr>
            <a:picLocks noChangeAspect="1"/>
          </p:cNvPicPr>
          <p:nvPr/>
        </p:nvPicPr>
        <p:blipFill>
          <a:blip r:embed="rId3" cstate="print"/>
          <a:stretch>
            <a:fillRect/>
          </a:stretch>
        </p:blipFill>
        <p:spPr>
          <a:xfrm>
            <a:off x="1676400" y="1524000"/>
            <a:ext cx="8493760" cy="914400"/>
          </a:xfrm>
          <a:prstGeom prst="rect">
            <a:avLst/>
          </a:prstGeom>
        </p:spPr>
      </p:pic>
      <p:pic>
        <p:nvPicPr>
          <p:cNvPr id="7" name="Picture 6"/>
          <p:cNvPicPr>
            <a:picLocks noChangeAspect="1"/>
          </p:cNvPicPr>
          <p:nvPr/>
        </p:nvPicPr>
        <p:blipFill>
          <a:blip r:embed="rId4" cstate="print"/>
          <a:stretch>
            <a:fillRect/>
          </a:stretch>
        </p:blipFill>
        <p:spPr>
          <a:xfrm>
            <a:off x="1884082" y="2543159"/>
            <a:ext cx="8326718" cy="1876443"/>
          </a:xfrm>
          <a:prstGeom prst="rect">
            <a:avLst/>
          </a:prstGeom>
        </p:spPr>
      </p:pic>
      <p:pic>
        <p:nvPicPr>
          <p:cNvPr id="8" name="Picture 7"/>
          <p:cNvPicPr>
            <a:picLocks noChangeAspect="1"/>
          </p:cNvPicPr>
          <p:nvPr/>
        </p:nvPicPr>
        <p:blipFill>
          <a:blip r:embed="rId5" cstate="print"/>
          <a:stretch>
            <a:fillRect/>
          </a:stretch>
        </p:blipFill>
        <p:spPr>
          <a:xfrm>
            <a:off x="2362200" y="4482111"/>
            <a:ext cx="6629400" cy="2162021"/>
          </a:xfrm>
          <a:prstGeom prst="rect">
            <a:avLst/>
          </a:prstGeom>
        </p:spPr>
      </p:pic>
      <p:sp>
        <p:nvSpPr>
          <p:cNvPr id="2" name="Date Placeholder 1">
            <a:extLst>
              <a:ext uri="{FF2B5EF4-FFF2-40B4-BE49-F238E27FC236}">
                <a16:creationId xmlns:a16="http://schemas.microsoft.com/office/drawing/2014/main" id="{3E5FF9FF-79D9-6834-C539-14A61FC776EC}"/>
              </a:ext>
            </a:extLst>
          </p:cNvPr>
          <p:cNvSpPr>
            <a:spLocks noGrp="1"/>
          </p:cNvSpPr>
          <p:nvPr>
            <p:ph type="dt" sz="half" idx="10"/>
          </p:nvPr>
        </p:nvSpPr>
        <p:spPr/>
        <p:txBody>
          <a:bodyPr/>
          <a:lstStyle/>
          <a:p>
            <a:fld id="{82B3A64C-7966-4970-8A60-225FDE4361A2}" type="datetime1">
              <a:rPr lang="en-US" smtClean="0"/>
              <a:t>7/12/2025</a:t>
            </a:fld>
            <a:endParaRPr lang="en-US"/>
          </a:p>
        </p:txBody>
      </p:sp>
      <p:sp>
        <p:nvSpPr>
          <p:cNvPr id="6" name="Slide Number Placeholder 5">
            <a:extLst>
              <a:ext uri="{FF2B5EF4-FFF2-40B4-BE49-F238E27FC236}">
                <a16:creationId xmlns:a16="http://schemas.microsoft.com/office/drawing/2014/main" id="{90243E89-A567-43B2-4D42-6C8EA39DD1E3}"/>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276975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97FC80D-9D97-34EB-DC83-D61F9625C947}"/>
              </a:ext>
            </a:extLst>
          </p:cNvPr>
          <p:cNvPicPr>
            <a:picLocks noChangeAspect="1"/>
          </p:cNvPicPr>
          <p:nvPr/>
        </p:nvPicPr>
        <p:blipFill>
          <a:blip r:embed="rId2"/>
          <a:stretch>
            <a:fillRect/>
          </a:stretch>
        </p:blipFill>
        <p:spPr>
          <a:xfrm>
            <a:off x="1557528" y="3005418"/>
            <a:ext cx="8881872" cy="792167"/>
          </a:xfrm>
          <a:prstGeom prst="rect">
            <a:avLst/>
          </a:prstGeom>
        </p:spPr>
      </p:pic>
      <p:pic>
        <p:nvPicPr>
          <p:cNvPr id="23" name="Picture 22">
            <a:extLst>
              <a:ext uri="{FF2B5EF4-FFF2-40B4-BE49-F238E27FC236}">
                <a16:creationId xmlns:a16="http://schemas.microsoft.com/office/drawing/2014/main" id="{1DD06B9A-81AA-AB19-11AE-C7A6663FC624}"/>
              </a:ext>
            </a:extLst>
          </p:cNvPr>
          <p:cNvPicPr>
            <a:picLocks noChangeAspect="1"/>
          </p:cNvPicPr>
          <p:nvPr/>
        </p:nvPicPr>
        <p:blipFill>
          <a:blip r:embed="rId3"/>
          <a:stretch>
            <a:fillRect/>
          </a:stretch>
        </p:blipFill>
        <p:spPr>
          <a:xfrm>
            <a:off x="1536192" y="3784388"/>
            <a:ext cx="9144000" cy="3073613"/>
          </a:xfrm>
          <a:prstGeom prst="rect">
            <a:avLst/>
          </a:prstGeom>
        </p:spPr>
      </p:pic>
      <p:pic>
        <p:nvPicPr>
          <p:cNvPr id="3" name="Picture 2">
            <a:extLst>
              <a:ext uri="{FF2B5EF4-FFF2-40B4-BE49-F238E27FC236}">
                <a16:creationId xmlns:a16="http://schemas.microsoft.com/office/drawing/2014/main" id="{932DFECE-CA40-1B47-8157-F2558ACAA83C}"/>
              </a:ext>
            </a:extLst>
          </p:cNvPr>
          <p:cNvPicPr>
            <a:picLocks noChangeAspect="1"/>
          </p:cNvPicPr>
          <p:nvPr/>
        </p:nvPicPr>
        <p:blipFill>
          <a:blip r:embed="rId4"/>
          <a:stretch>
            <a:fillRect/>
          </a:stretch>
        </p:blipFill>
        <p:spPr>
          <a:xfrm>
            <a:off x="1600200" y="123826"/>
            <a:ext cx="8934450" cy="2771775"/>
          </a:xfrm>
          <a:prstGeom prst="rect">
            <a:avLst/>
          </a:prstGeom>
        </p:spPr>
      </p:pic>
      <p:sp>
        <p:nvSpPr>
          <p:cNvPr id="4" name="Date Placeholder 3">
            <a:extLst>
              <a:ext uri="{FF2B5EF4-FFF2-40B4-BE49-F238E27FC236}">
                <a16:creationId xmlns:a16="http://schemas.microsoft.com/office/drawing/2014/main" id="{8D9A5A49-D16F-2F8A-9014-7ADE3F45E650}"/>
              </a:ext>
            </a:extLst>
          </p:cNvPr>
          <p:cNvSpPr>
            <a:spLocks noGrp="1"/>
          </p:cNvSpPr>
          <p:nvPr>
            <p:ph type="dt" sz="half" idx="10"/>
          </p:nvPr>
        </p:nvSpPr>
        <p:spPr/>
        <p:txBody>
          <a:bodyPr/>
          <a:lstStyle/>
          <a:p>
            <a:fld id="{6F43921F-50BC-4FAA-852C-026D07990CFC}" type="datetime1">
              <a:rPr lang="en-US" smtClean="0"/>
              <a:t>7/12/2025</a:t>
            </a:fld>
            <a:endParaRPr lang="en-US"/>
          </a:p>
        </p:txBody>
      </p:sp>
      <p:sp>
        <p:nvSpPr>
          <p:cNvPr id="6" name="Slide Number Placeholder 5">
            <a:extLst>
              <a:ext uri="{FF2B5EF4-FFF2-40B4-BE49-F238E27FC236}">
                <a16:creationId xmlns:a16="http://schemas.microsoft.com/office/drawing/2014/main" id="{7C575199-6F02-FE99-8590-212968CA42A3}"/>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08857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F654A3-3B7A-A8A4-6C93-81DAB9AB9DB0}"/>
              </a:ext>
            </a:extLst>
          </p:cNvPr>
          <p:cNvPicPr>
            <a:picLocks noChangeAspect="1"/>
          </p:cNvPicPr>
          <p:nvPr/>
        </p:nvPicPr>
        <p:blipFill>
          <a:blip r:embed="rId2"/>
          <a:stretch>
            <a:fillRect/>
          </a:stretch>
        </p:blipFill>
        <p:spPr>
          <a:xfrm>
            <a:off x="1600200" y="38506"/>
            <a:ext cx="8839200" cy="6667094"/>
          </a:xfrm>
          <a:prstGeom prst="rect">
            <a:avLst/>
          </a:prstGeom>
        </p:spPr>
      </p:pic>
      <p:sp>
        <p:nvSpPr>
          <p:cNvPr id="2" name="Date Placeholder 1">
            <a:extLst>
              <a:ext uri="{FF2B5EF4-FFF2-40B4-BE49-F238E27FC236}">
                <a16:creationId xmlns:a16="http://schemas.microsoft.com/office/drawing/2014/main" id="{5318AE30-C30D-027D-29A9-B9158AF09357}"/>
              </a:ext>
            </a:extLst>
          </p:cNvPr>
          <p:cNvSpPr>
            <a:spLocks noGrp="1"/>
          </p:cNvSpPr>
          <p:nvPr>
            <p:ph type="dt" sz="half" idx="10"/>
          </p:nvPr>
        </p:nvSpPr>
        <p:spPr/>
        <p:txBody>
          <a:bodyPr/>
          <a:lstStyle/>
          <a:p>
            <a:fld id="{E2C14D4A-BF25-48D0-A1C9-E2C9F9A327D7}" type="datetime1">
              <a:rPr lang="en-US" smtClean="0"/>
              <a:t>7/12/2025</a:t>
            </a:fld>
            <a:endParaRPr lang="en-US"/>
          </a:p>
        </p:txBody>
      </p:sp>
      <p:sp>
        <p:nvSpPr>
          <p:cNvPr id="4" name="Slide Number Placeholder 3">
            <a:extLst>
              <a:ext uri="{FF2B5EF4-FFF2-40B4-BE49-F238E27FC236}">
                <a16:creationId xmlns:a16="http://schemas.microsoft.com/office/drawing/2014/main" id="{9FE24689-6D5F-9126-9808-7B728EF7B55C}"/>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798777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C24BCC-F4F1-B3EB-6268-DBB0B7C9591A}"/>
              </a:ext>
            </a:extLst>
          </p:cNvPr>
          <p:cNvPicPr>
            <a:picLocks noChangeAspect="1"/>
          </p:cNvPicPr>
          <p:nvPr/>
        </p:nvPicPr>
        <p:blipFill>
          <a:blip r:embed="rId2"/>
          <a:stretch>
            <a:fillRect/>
          </a:stretch>
        </p:blipFill>
        <p:spPr>
          <a:xfrm>
            <a:off x="1524001" y="183640"/>
            <a:ext cx="9079729" cy="5678998"/>
          </a:xfrm>
          <a:prstGeom prst="rect">
            <a:avLst/>
          </a:prstGeom>
        </p:spPr>
      </p:pic>
      <p:sp>
        <p:nvSpPr>
          <p:cNvPr id="2" name="Date Placeholder 1">
            <a:extLst>
              <a:ext uri="{FF2B5EF4-FFF2-40B4-BE49-F238E27FC236}">
                <a16:creationId xmlns:a16="http://schemas.microsoft.com/office/drawing/2014/main" id="{FFFB60FD-955D-B0BE-D68E-B7D36141744F}"/>
              </a:ext>
            </a:extLst>
          </p:cNvPr>
          <p:cNvSpPr>
            <a:spLocks noGrp="1"/>
          </p:cNvSpPr>
          <p:nvPr>
            <p:ph type="dt" sz="half" idx="10"/>
          </p:nvPr>
        </p:nvSpPr>
        <p:spPr/>
        <p:txBody>
          <a:bodyPr/>
          <a:lstStyle/>
          <a:p>
            <a:fld id="{8E5CC291-65AD-4018-8A31-BA6F8E1F6D3E}" type="datetime1">
              <a:rPr lang="en-US" smtClean="0"/>
              <a:t>7/12/2025</a:t>
            </a:fld>
            <a:endParaRPr lang="en-US"/>
          </a:p>
        </p:txBody>
      </p:sp>
      <p:sp>
        <p:nvSpPr>
          <p:cNvPr id="4" name="Slide Number Placeholder 3">
            <a:extLst>
              <a:ext uri="{FF2B5EF4-FFF2-40B4-BE49-F238E27FC236}">
                <a16:creationId xmlns:a16="http://schemas.microsoft.com/office/drawing/2014/main" id="{E327EE60-B936-BF83-E2E8-38D373975532}"/>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45957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762AC-E36F-814C-435A-CAC7560414A1}"/>
              </a:ext>
            </a:extLst>
          </p:cNvPr>
          <p:cNvSpPr>
            <a:spLocks noGrp="1"/>
          </p:cNvSpPr>
          <p:nvPr>
            <p:ph type="title"/>
          </p:nvPr>
        </p:nvSpPr>
        <p:spPr>
          <a:xfrm>
            <a:off x="1676400" y="304800"/>
            <a:ext cx="8915400" cy="571500"/>
          </a:xfrm>
        </p:spPr>
        <p:txBody>
          <a:bodyPr>
            <a:noAutofit/>
          </a:bodyPr>
          <a:lstStyle/>
          <a:p>
            <a:pPr algn="l"/>
            <a:r>
              <a:rPr lang="en-US" sz="2600" dirty="0">
                <a:solidFill>
                  <a:srgbClr val="FF0000"/>
                </a:solidFill>
                <a:latin typeface="Arial" panose="020B0604020202020204" pitchFamily="34" charset="0"/>
                <a:cs typeface="Arial" panose="020B0604020202020204" pitchFamily="34" charset="0"/>
              </a:rPr>
              <a:t>Power:</a:t>
            </a:r>
            <a:r>
              <a:rPr lang="en-US" sz="2600" dirty="0"/>
              <a:t> </a:t>
            </a:r>
            <a:r>
              <a:rPr lang="en-US" sz="2600" dirty="0">
                <a:solidFill>
                  <a:srgbClr val="2603BD"/>
                </a:solidFill>
                <a:latin typeface="Arial" panose="020B0604020202020204" pitchFamily="34" charset="0"/>
                <a:cs typeface="Arial" panose="020B0604020202020204" pitchFamily="34" charset="0"/>
              </a:rPr>
              <a:t>Power depends only on </a:t>
            </a:r>
            <a:r>
              <a:rPr lang="en-US" sz="2600" dirty="0">
                <a:solidFill>
                  <a:srgbClr val="FF0000"/>
                </a:solidFill>
                <a:latin typeface="Arial" panose="020B0604020202020204" pitchFamily="34" charset="0"/>
                <a:cs typeface="Arial" panose="020B0604020202020204" pitchFamily="34" charset="0"/>
              </a:rPr>
              <a:t>amplitude</a:t>
            </a:r>
            <a:r>
              <a:rPr lang="en-US" sz="2600" dirty="0">
                <a:solidFill>
                  <a:srgbClr val="2603BD"/>
                </a:solidFill>
                <a:latin typeface="Arial" panose="020B0604020202020204" pitchFamily="34" charset="0"/>
                <a:cs typeface="Arial" panose="020B0604020202020204" pitchFamily="34" charset="0"/>
              </a:rPr>
              <a:t>, but not on frequency and phase</a:t>
            </a:r>
          </a:p>
        </p:txBody>
      </p:sp>
      <p:pic>
        <p:nvPicPr>
          <p:cNvPr id="5" name="Picture 4">
            <a:extLst>
              <a:ext uri="{FF2B5EF4-FFF2-40B4-BE49-F238E27FC236}">
                <a16:creationId xmlns:a16="http://schemas.microsoft.com/office/drawing/2014/main" id="{1696B8EF-23AE-2D22-F1E4-714819AB34BC}"/>
              </a:ext>
            </a:extLst>
          </p:cNvPr>
          <p:cNvPicPr>
            <a:picLocks noChangeAspect="1"/>
          </p:cNvPicPr>
          <p:nvPr/>
        </p:nvPicPr>
        <p:blipFill>
          <a:blip r:embed="rId2"/>
          <a:stretch>
            <a:fillRect/>
          </a:stretch>
        </p:blipFill>
        <p:spPr>
          <a:xfrm>
            <a:off x="1628300" y="1409700"/>
            <a:ext cx="8833772" cy="4038600"/>
          </a:xfrm>
          <a:prstGeom prst="rect">
            <a:avLst/>
          </a:prstGeom>
        </p:spPr>
      </p:pic>
      <p:sp>
        <p:nvSpPr>
          <p:cNvPr id="3" name="Date Placeholder 2">
            <a:extLst>
              <a:ext uri="{FF2B5EF4-FFF2-40B4-BE49-F238E27FC236}">
                <a16:creationId xmlns:a16="http://schemas.microsoft.com/office/drawing/2014/main" id="{95944258-FFA2-6172-9FDA-97C234146FE4}"/>
              </a:ext>
            </a:extLst>
          </p:cNvPr>
          <p:cNvSpPr>
            <a:spLocks noGrp="1"/>
          </p:cNvSpPr>
          <p:nvPr>
            <p:ph type="dt" sz="half" idx="10"/>
          </p:nvPr>
        </p:nvSpPr>
        <p:spPr/>
        <p:txBody>
          <a:bodyPr/>
          <a:lstStyle/>
          <a:p>
            <a:fld id="{741BC367-32EF-4F5B-9055-D16F57E6C26E}" type="datetime1">
              <a:rPr lang="en-US" smtClean="0"/>
              <a:t>7/12/2025</a:t>
            </a:fld>
            <a:endParaRPr lang="en-US"/>
          </a:p>
        </p:txBody>
      </p:sp>
      <p:sp>
        <p:nvSpPr>
          <p:cNvPr id="6" name="Slide Number Placeholder 5">
            <a:extLst>
              <a:ext uri="{FF2B5EF4-FFF2-40B4-BE49-F238E27FC236}">
                <a16:creationId xmlns:a16="http://schemas.microsoft.com/office/drawing/2014/main" id="{CBB12D1B-83A5-D458-6A90-031A8F739952}"/>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3563531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06F451-5F90-CC50-2595-F9EB15FB9267}"/>
              </a:ext>
            </a:extLst>
          </p:cNvPr>
          <p:cNvPicPr>
            <a:picLocks noChangeAspect="1"/>
          </p:cNvPicPr>
          <p:nvPr/>
        </p:nvPicPr>
        <p:blipFill>
          <a:blip r:embed="rId2"/>
          <a:stretch>
            <a:fillRect/>
          </a:stretch>
        </p:blipFill>
        <p:spPr>
          <a:xfrm>
            <a:off x="1766888" y="914401"/>
            <a:ext cx="8658225" cy="2905125"/>
          </a:xfrm>
          <a:prstGeom prst="rect">
            <a:avLst/>
          </a:prstGeom>
        </p:spPr>
      </p:pic>
      <p:sp>
        <p:nvSpPr>
          <p:cNvPr id="9" name="TextBox 8">
            <a:extLst>
              <a:ext uri="{FF2B5EF4-FFF2-40B4-BE49-F238E27FC236}">
                <a16:creationId xmlns:a16="http://schemas.microsoft.com/office/drawing/2014/main" id="{E7CEFAAF-DA70-DA4F-AC47-9FCB1720E69F}"/>
              </a:ext>
            </a:extLst>
          </p:cNvPr>
          <p:cNvSpPr txBox="1"/>
          <p:nvPr/>
        </p:nvSpPr>
        <p:spPr>
          <a:xfrm>
            <a:off x="1607248" y="342258"/>
            <a:ext cx="4572000" cy="461665"/>
          </a:xfrm>
          <a:prstGeom prst="rect">
            <a:avLst/>
          </a:prstGeom>
          <a:noFill/>
        </p:spPr>
        <p:txBody>
          <a:bodyPr wrap="square">
            <a:spAutoFit/>
          </a:bodyPr>
          <a:lstStyle/>
          <a:p>
            <a:r>
              <a:rPr lang="en-US" sz="2400" dirty="0">
                <a:solidFill>
                  <a:srgbClr val="FF0000"/>
                </a:solidFill>
                <a:latin typeface="Arial" panose="020B0604020202020204" pitchFamily="34" charset="0"/>
                <a:cs typeface="Arial" panose="020B0604020202020204" pitchFamily="34" charset="0"/>
              </a:rPr>
              <a:t>Power:</a:t>
            </a:r>
            <a:r>
              <a:rPr lang="en-US" dirty="0"/>
              <a:t> </a:t>
            </a:r>
          </a:p>
        </p:txBody>
      </p:sp>
      <p:pic>
        <p:nvPicPr>
          <p:cNvPr id="13" name="Picture 12">
            <a:extLst>
              <a:ext uri="{FF2B5EF4-FFF2-40B4-BE49-F238E27FC236}">
                <a16:creationId xmlns:a16="http://schemas.microsoft.com/office/drawing/2014/main" id="{4722B0A6-7629-5BB9-7BFD-7BBF81E062D1}"/>
              </a:ext>
            </a:extLst>
          </p:cNvPr>
          <p:cNvPicPr>
            <a:picLocks noChangeAspect="1"/>
          </p:cNvPicPr>
          <p:nvPr/>
        </p:nvPicPr>
        <p:blipFill>
          <a:blip r:embed="rId3"/>
          <a:stretch>
            <a:fillRect/>
          </a:stretch>
        </p:blipFill>
        <p:spPr>
          <a:xfrm>
            <a:off x="1676400" y="3838576"/>
            <a:ext cx="8420100" cy="1876425"/>
          </a:xfrm>
          <a:prstGeom prst="rect">
            <a:avLst/>
          </a:prstGeom>
        </p:spPr>
      </p:pic>
      <p:sp>
        <p:nvSpPr>
          <p:cNvPr id="2" name="Date Placeholder 1">
            <a:extLst>
              <a:ext uri="{FF2B5EF4-FFF2-40B4-BE49-F238E27FC236}">
                <a16:creationId xmlns:a16="http://schemas.microsoft.com/office/drawing/2014/main" id="{B4DCE052-9D9F-7F33-6045-3FD98121A20B}"/>
              </a:ext>
            </a:extLst>
          </p:cNvPr>
          <p:cNvSpPr>
            <a:spLocks noGrp="1"/>
          </p:cNvSpPr>
          <p:nvPr>
            <p:ph type="dt" sz="half" idx="10"/>
          </p:nvPr>
        </p:nvSpPr>
        <p:spPr/>
        <p:txBody>
          <a:bodyPr/>
          <a:lstStyle/>
          <a:p>
            <a:fld id="{C94465C1-85EE-4823-A06C-52BD38FD153D}" type="datetime1">
              <a:rPr lang="en-US" smtClean="0"/>
              <a:t>7/12/2025</a:t>
            </a:fld>
            <a:endParaRPr lang="en-US"/>
          </a:p>
        </p:txBody>
      </p:sp>
      <p:sp>
        <p:nvSpPr>
          <p:cNvPr id="4" name="Slide Number Placeholder 3">
            <a:extLst>
              <a:ext uri="{FF2B5EF4-FFF2-40B4-BE49-F238E27FC236}">
                <a16:creationId xmlns:a16="http://schemas.microsoft.com/office/drawing/2014/main" id="{743C3281-0435-DAA0-3B79-5AFD4A086C0E}"/>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651531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9934" y="3112851"/>
            <a:ext cx="1412132" cy="1143000"/>
          </a:xfrm>
        </p:spPr>
        <p:txBody>
          <a:bodyPr>
            <a:normAutofit/>
          </a:bodyPr>
          <a:lstStyle/>
          <a:p>
            <a:r>
              <a:rPr lang="en-US" sz="4000" dirty="0">
                <a:solidFill>
                  <a:srgbClr val="2603BD"/>
                </a:solidFill>
                <a:latin typeface="Arial" pitchFamily="34" charset="0"/>
                <a:cs typeface="Arial" pitchFamily="34" charset="0"/>
              </a:rPr>
              <a:t>End</a:t>
            </a:r>
          </a:p>
        </p:txBody>
      </p:sp>
      <p:sp>
        <p:nvSpPr>
          <p:cNvPr id="3" name="Date Placeholder 2">
            <a:extLst>
              <a:ext uri="{FF2B5EF4-FFF2-40B4-BE49-F238E27FC236}">
                <a16:creationId xmlns:a16="http://schemas.microsoft.com/office/drawing/2014/main" id="{046AB49C-B7CE-5040-E5D4-7ECE0E0F8265}"/>
              </a:ext>
            </a:extLst>
          </p:cNvPr>
          <p:cNvSpPr>
            <a:spLocks noGrp="1"/>
          </p:cNvSpPr>
          <p:nvPr>
            <p:ph type="dt" sz="half" idx="10"/>
          </p:nvPr>
        </p:nvSpPr>
        <p:spPr/>
        <p:txBody>
          <a:bodyPr/>
          <a:lstStyle/>
          <a:p>
            <a:fld id="{94EDDC95-8664-46AA-B914-8C12CEB3727B}" type="datetime1">
              <a:rPr lang="en-US" smtClean="0"/>
              <a:t>7/12/2025</a:t>
            </a:fld>
            <a:endParaRPr lang="en-US"/>
          </a:p>
        </p:txBody>
      </p:sp>
      <p:sp>
        <p:nvSpPr>
          <p:cNvPr id="5" name="Slide Number Placeholder 4">
            <a:extLst>
              <a:ext uri="{FF2B5EF4-FFF2-40B4-BE49-F238E27FC236}">
                <a16:creationId xmlns:a16="http://schemas.microsoft.com/office/drawing/2014/main" id="{C765DC6F-E0B8-6F8B-556C-F6B2B3AB11BB}"/>
              </a:ext>
            </a:extLst>
          </p:cNvPr>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4A4D56B-9EDA-4F8D-84ED-5B5B230CCC16}">
  <ds:schemaRefs>
    <ds:schemaRef ds:uri="http://schemas.microsoft.com/sharepoint/v3/contenttype/forms"/>
  </ds:schemaRefs>
</ds:datastoreItem>
</file>

<file path=customXml/itemProps2.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customXml/itemProps3.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99</TotalTime>
  <Words>156</Words>
  <Application>Microsoft Office PowerPoint</Application>
  <PresentationFormat>Widescreen</PresentationFormat>
  <Paragraphs>29</Paragraphs>
  <Slides>9</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5" baseType="lpstr">
      <vt:lpstr>Arial</vt:lpstr>
      <vt:lpstr>Calibri</vt:lpstr>
      <vt:lpstr>Calibri Light</vt:lpstr>
      <vt:lpstr>Wingdings</vt:lpstr>
      <vt:lpstr>Office Theme</vt:lpstr>
      <vt:lpstr>Equation</vt:lpstr>
      <vt:lpstr>Problems on Energy and Power Signals</vt:lpstr>
      <vt:lpstr>Problems on Energy and Power Signals</vt:lpstr>
      <vt:lpstr>PowerPoint Presentation</vt:lpstr>
      <vt:lpstr>PowerPoint Presentation</vt:lpstr>
      <vt:lpstr>PowerPoint Presentation</vt:lpstr>
      <vt:lpstr>PowerPoint Presentation</vt:lpstr>
      <vt:lpstr>Power: Power depends only on amplitude, but not on frequency and phase</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15</cp:revision>
  <dcterms:created xsi:type="dcterms:W3CDTF">2023-05-08T13:48:07Z</dcterms:created>
  <dcterms:modified xsi:type="dcterms:W3CDTF">2025-07-12T08:54:24Z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