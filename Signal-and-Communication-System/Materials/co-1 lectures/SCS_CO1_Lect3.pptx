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17"/>
  </p:notesMasterIdLst>
  <p:handoutMasterIdLst>
    <p:handoutMasterId r:id="rId18"/>
  </p:handoutMasterIdLst>
  <p:sldIdLst>
    <p:sldId id="478" r:id="rId5"/>
    <p:sldId id="542" r:id="rId6"/>
    <p:sldId id="442" r:id="rId7"/>
    <p:sldId id="443" r:id="rId8"/>
    <p:sldId id="436" r:id="rId9"/>
    <p:sldId id="541" r:id="rId10"/>
    <p:sldId id="437" r:id="rId11"/>
    <p:sldId id="438" r:id="rId12"/>
    <p:sldId id="490" r:id="rId13"/>
    <p:sldId id="431" r:id="rId14"/>
    <p:sldId id="432" r:id="rId15"/>
    <p:sldId id="3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0186D-4966-45F7-A481-67FF1F828A8E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AC2C-D9C3-4A87-827B-6312BC1DFBC9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71236-2675-4B79-B8F2-85B0EE4EE35A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2B5F1-B5EB-454C-B61B-938E594C511D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C34B-C7D8-421A-A1FB-9D72357129D9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DA11-2204-4B83-B443-8DE939E1DF5E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9AE9E-C5B0-462A-ACBB-DC6DE9DB9881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E4849-098E-4154-9035-F43C5326D80A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EA161-4F03-4420-B34C-1333AC3D48D2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E605-40BC-4142-9D40-4040946D9F2E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83AB4-17FE-4798-A2ED-BFEF661D50EA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03EE6-A437-4A1C-8E5D-4DF454218222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EA6F-0882-4D2E-9B03-FE68E7C12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3923" y="590144"/>
            <a:ext cx="8229600" cy="2133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Communication Systems (SCS)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B2F96-17AE-C877-7D88-00896449F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45470-8822-40D1-990C-2EEC5E921156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01DBA-6A87-663C-D190-B06FC3B8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330DA1-9126-EE9E-834E-A14D5618F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923" y="244214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Representation of basic elementary continuous time signals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DBD3DC-F6A9-4324-C0D5-8114B6BCDABB}"/>
              </a:ext>
            </a:extLst>
          </p:cNvPr>
          <p:cNvSpPr txBox="1"/>
          <p:nvPr/>
        </p:nvSpPr>
        <p:spPr>
          <a:xfrm>
            <a:off x="2620794" y="4148113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Session-3</a:t>
            </a:r>
          </a:p>
        </p:txBody>
      </p:sp>
    </p:spTree>
    <p:extLst>
      <p:ext uri="{BB962C8B-B14F-4D97-AF65-F5344CB8AC3E}">
        <p14:creationId xmlns:p14="http://schemas.microsoft.com/office/powerpoint/2010/main" val="4149506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EA6F-0882-4D2E-9B03-FE68E7C12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3923" y="590144"/>
            <a:ext cx="8229600" cy="2133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Communication Systems (SCS)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B2F96-17AE-C877-7D88-00896449F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8FE4C-B6E5-41D9-9100-CAACA5D06C3B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01DBA-6A87-663C-D190-B06FC3B8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DBD3DC-F6A9-4324-C0D5-8114B6BCDABB}"/>
              </a:ext>
            </a:extLst>
          </p:cNvPr>
          <p:cNvSpPr txBox="1"/>
          <p:nvPr/>
        </p:nvSpPr>
        <p:spPr>
          <a:xfrm>
            <a:off x="2951534" y="4342666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Session-4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90CD1D-AF5C-625B-5897-DFD30D862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843" y="2723744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Basic Singularity Functions</a:t>
            </a:r>
          </a:p>
        </p:txBody>
      </p:sp>
    </p:spTree>
    <p:extLst>
      <p:ext uri="{BB962C8B-B14F-4D97-AF65-F5344CB8AC3E}">
        <p14:creationId xmlns:p14="http://schemas.microsoft.com/office/powerpoint/2010/main" val="145961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6670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Basic Singularity Functions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CADC1-E839-694B-46B5-B2F13886F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37099-C4B8-4EEF-A8FE-5EDADF176153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E8A282-705D-A93D-0338-ED8FF848B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12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Unit Impulse Function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00200" y="914401"/>
            <a:ext cx="9067800" cy="4143375"/>
          </a:xfrm>
          <a:prstGeom prst="rect">
            <a:avLst/>
          </a:prstGeom>
        </p:spPr>
      </p:pic>
      <p:pic>
        <p:nvPicPr>
          <p:cNvPr id="1710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057775"/>
            <a:ext cx="8153400" cy="1638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AE6EC4-FDD5-5048-0EB0-51756A39A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A792-77EF-4F7A-9AF2-6F520B6804AA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816ED-BE73-60C2-7865-9343C4932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10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79755" y="-1859"/>
            <a:ext cx="9032966" cy="2057400"/>
          </a:xfrm>
          <a:prstGeom prst="rect">
            <a:avLst/>
          </a:prstGeom>
        </p:spPr>
      </p:pic>
      <p:pic>
        <p:nvPicPr>
          <p:cNvPr id="1720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755" y="2438400"/>
            <a:ext cx="8886406" cy="1193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83060" y="126392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905001" y="1616077"/>
          <a:ext cx="2591133" cy="759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330200" progId="Equation.DSMT4">
                  <p:embed/>
                </p:oleObj>
              </mc:Choice>
              <mc:Fallback>
                <p:oleObj name="Equation" r:id="rId4" imgW="1143000" imgH="33020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1616077"/>
                        <a:ext cx="2591133" cy="7593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752601" y="3731943"/>
            <a:ext cx="8082539" cy="1600200"/>
          </a:xfrm>
          <a:prstGeom prst="rect">
            <a:avLst/>
          </a:prstGeom>
        </p:spPr>
      </p:pic>
      <p:pic>
        <p:nvPicPr>
          <p:cNvPr id="172037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5408108"/>
            <a:ext cx="5410201" cy="1449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752080" y="5638800"/>
            <a:ext cx="2458720" cy="8382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401B09-7D27-5568-2BAC-511AA06F7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97F4-1878-4C81-8C2A-536335F62A40}" type="datetime1">
              <a:rPr lang="en-US" smtClean="0"/>
              <a:t>7/12/2025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F3065A-26ED-824B-5AAB-C37812E7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6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20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147B8C-43B9-DA3D-76EA-EEA45F26E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744538"/>
            <a:ext cx="1811338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D6B0AC-99C6-39A8-46E0-91EC509E1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471989"/>
            <a:ext cx="2533650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1D4C81-9E64-0502-8B4E-0F33F7EE0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850" y="3690939"/>
            <a:ext cx="21209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76D703-8F15-0825-FC45-2CD172CE7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1" y="1339850"/>
            <a:ext cx="2022475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7392C1-0084-2CA3-E735-58DE8944D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463" y="2424114"/>
            <a:ext cx="3124200" cy="87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1EB3BD-D5AF-2647-678F-3B7A7A5FB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5553076"/>
            <a:ext cx="4114800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6" name="Picture 9">
            <a:extLst>
              <a:ext uri="{FF2B5EF4-FFF2-40B4-BE49-F238E27FC236}">
                <a16:creationId xmlns:a16="http://schemas.microsoft.com/office/drawing/2014/main" id="{5EA750F4-5F8A-18C8-462B-7F7BF1A7C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4" y="120651"/>
            <a:ext cx="849788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03C45-4EAF-D8D7-5BD6-C0F44FBD2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BA9E-1248-46CC-8400-FD60DD4D937F}" type="datetime1">
              <a:rPr lang="en-US" smtClean="0"/>
              <a:t>7/12/2025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5FFDA2B-79C4-71C3-283B-1C0A8387F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28801" y="2514600"/>
            <a:ext cx="8715375" cy="2057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6400" y="685800"/>
            <a:ext cx="8610600" cy="11620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B58ACD-FA7D-EA7B-4005-D65BBFF41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51970-D44C-4626-824C-5C06191D078F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AFFD2-52C3-C31B-9D10-16D50D7C8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Singularity functions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63523" y="931535"/>
            <a:ext cx="2243328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43744" y="1667450"/>
            <a:ext cx="2325029" cy="9076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72001" y="1667451"/>
            <a:ext cx="3297473" cy="83029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33786" y="2552584"/>
            <a:ext cx="3091204" cy="80473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894435" y="2461643"/>
            <a:ext cx="5457848" cy="99233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733786" y="3550640"/>
            <a:ext cx="8754916" cy="77945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739362" y="4540049"/>
            <a:ext cx="8702818" cy="75503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3ACC4D-C474-D05F-F525-04ABFC2B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48E89-11D6-4CDD-A558-4AD12161CC60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D0BF6-E13E-51D0-7FF2-33D81CB3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7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435BB-13C1-5C9D-ABE8-46D6544AD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DD02-D250-497B-882A-C55C632D5D9A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7B675-EAF8-3D0C-C3D8-0D7EF501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864C8A7-1390-156A-501F-8FFA85A18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E568097-DAE1-6497-E0EE-D28E4E1BF2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758" y="1676406"/>
          <a:ext cx="8417043" cy="4114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46240" imgH="1422360" progId="Equation.DSMT4">
                  <p:embed/>
                </p:oleObj>
              </mc:Choice>
              <mc:Fallback>
                <p:oleObj name="Equation" r:id="rId2" imgW="2946240" imgH="142236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FE568097-DAE1-6497-E0EE-D28E4E1BF2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758" y="1676406"/>
                        <a:ext cx="8417043" cy="41147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897CEC8-1851-DF83-CBBC-F2E8BFE1D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Properties of Singularity functions</a:t>
            </a:r>
          </a:p>
        </p:txBody>
      </p:sp>
    </p:spTree>
    <p:extLst>
      <p:ext uri="{BB962C8B-B14F-4D97-AF65-F5344CB8AC3E}">
        <p14:creationId xmlns:p14="http://schemas.microsoft.com/office/powerpoint/2010/main" val="395741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6401" y="304800"/>
            <a:ext cx="8848725" cy="26479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6400" y="3505201"/>
            <a:ext cx="8848726" cy="279082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4B8B58-D813-3AF9-4772-5D23A9CCD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44D02-9E96-4BCA-8CDC-7D6AF2A7058D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33393-FAE0-11A6-8A73-1AD991EF7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464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28800" y="1690688"/>
            <a:ext cx="8763001" cy="347662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DC248-D706-BB36-0F9E-21E6E9983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8A6B-71F8-413B-857F-0BCA8F2708D4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563D98-54AC-2BDB-87B4-69459A08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132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4038" y="2857500"/>
            <a:ext cx="1606685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2603BD"/>
                </a:solidFill>
                <a:latin typeface="Arial" pitchFamily="34" charset="0"/>
                <a:cs typeface="Arial" pitchFamily="34" charset="0"/>
              </a:rPr>
              <a:t>End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AB49C-B7CE-5040-E5D4-7ECE0E0F8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8D7A0-AD22-4B0E-89D0-9AFA5B96C3AB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5DC6F-E0B8-6F8B-556C-F6B2B3AB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Words>66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Equation</vt:lpstr>
      <vt:lpstr>Representation of basic elementary continuous time signals</vt:lpstr>
      <vt:lpstr>Basic Singularity Functions</vt:lpstr>
      <vt:lpstr>Basic Singularity Functions</vt:lpstr>
      <vt:lpstr>A Unit Impulse Function</vt:lpstr>
      <vt:lpstr>PowerPoint Presentation</vt:lpstr>
      <vt:lpstr>PowerPoint Presentation</vt:lpstr>
      <vt:lpstr>PowerPoint Presentation</vt:lpstr>
      <vt:lpstr>Properties of Singularity functions</vt:lpstr>
      <vt:lpstr>Properties of Singularity functions</vt:lpstr>
      <vt:lpstr>PowerPoint Presentation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15</cp:revision>
  <dcterms:created xsi:type="dcterms:W3CDTF">2023-05-08T13:48:07Z</dcterms:created>
  <dcterms:modified xsi:type="dcterms:W3CDTF">2025-07-12T08:52:34Z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