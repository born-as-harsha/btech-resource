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32" r:id="rId2"/>
    <p:sldId id="400" r:id="rId3"/>
    <p:sldId id="341" r:id="rId4"/>
    <p:sldId id="342" r:id="rId5"/>
    <p:sldId id="343" r:id="rId6"/>
    <p:sldId id="391" r:id="rId7"/>
    <p:sldId id="392" r:id="rId8"/>
    <p:sldId id="399" r:id="rId9"/>
    <p:sldId id="372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726"/>
    <a:srgbClr val="3200C0"/>
    <a:srgbClr val="025618"/>
    <a:srgbClr val="024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8" autoAdjust="0"/>
  </p:normalViewPr>
  <p:slideViewPr>
    <p:cSldViewPr>
      <p:cViewPr varScale="1">
        <p:scale>
          <a:sx n="79" d="100"/>
          <a:sy n="79" d="100"/>
        </p:scale>
        <p:origin x="11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0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A57D98-ECCB-B059-CF42-E27A6CCC01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431BB-9574-6261-14CB-76ABED8112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5CC687F-AAD1-44E7-8E46-C693EAC36019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22058A-7642-8B40-CB5D-E39AA83B5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D858C0-9B68-BF0E-5437-15F95A566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43BC9-8116-5C38-BF87-602529943F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94C7-82B0-730B-2A63-A17FB43F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2FD3995-519C-4273-A717-711E05A62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65F59-A808-E0A1-09E5-AD69D3DA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E07D2-D844-4E23-9B5A-10A161277FF5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F103-9940-54E2-28A2-7E551139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A8275-C180-CD32-E17C-7F1715BE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356D3-2F07-42B3-9987-3AA098174B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90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E6F-B06E-4BF9-2371-D3F81D31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6692A-C748-476B-BFBD-886FAFDCBA77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602D-3BE5-3B0D-6F68-0BE1ED0B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4B1C-2C01-7965-F71D-67BC1733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6990-D4C1-4396-A72A-7CFEA48290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6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936AB-135B-B5E3-8D73-5EC0E287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ED0D1-0C34-4BFE-8521-C552627FC196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A7643-5715-62AE-3747-3119DF68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7238-5D58-BF6D-EBD4-015A6526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01F13-AB09-4022-8483-3C880A1EF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1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2FFF84-4294-3B5B-B7F4-E29C651B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6AC3A-4328-47D4-950B-911778796EC8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B4C455-13B6-842D-BC29-1E8ACFC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716A79-A563-0A1B-ADB8-13FA5BED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02AE1-887B-47B7-A78C-AE80929E86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82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3D4EF8-80A9-323C-C7C9-DA8A62D0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412ED-104F-40D1-AE34-FD9184335FB9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64B8AD-5E91-0F9E-87A9-AB30EEE1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497839-FE35-883E-9A61-E69F04A4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2F93D-5229-4DFB-A1C9-7ECD35CDBE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02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56B2C9-D9DE-AB82-863F-B1FDDBC3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81279-5649-4FC4-B94E-ECD99187428E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2C9182-BBFF-1FF6-BB21-1BE99218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2EB23-9B65-47E6-4003-C16950FD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5A3C8-46E6-4077-B3AC-F16A97FC2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2E496F-5646-621D-18E9-7E5ECBA8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AE0B8-88F8-4D49-95AC-47388BB646C7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948698-537C-D54C-22D9-0BD6A654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48CC54-C518-A22F-C041-C66E9798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869F5-62E9-4FB3-8C2B-A298386101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0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9D3442-7F3F-8BAA-7486-15C045FB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4C92C-FF42-44D4-B433-6F3BC872F544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6B05BE0-2FCD-EAF5-C864-74309945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7E139D-74FA-0601-2A03-1B19531D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3EC15-4DCB-4749-9EE3-5A1EB36ED8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4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D1EA46-0352-F467-E7CA-914E1BDC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D8815-8DB7-4331-823A-0D73961F968B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DFBF9B-3460-C970-987D-2ADBD2A5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320F3D-9012-91E2-AE6E-D70F0DC9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53B67-2F1F-4979-AF51-6BA0ACA3C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0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92547-9F82-025B-FFB7-E0CFA7D0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8F005-1E0D-44C7-930D-7153DD8A416E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7773-08C7-3D97-9C85-48AB20A8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75F5A-DF28-4F3B-DDAF-73713C5E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4E2E5-E4B7-4288-B26D-F40DA73E80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32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641-5B4D-D856-4295-BCBDF635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3F62C-245F-43A1-98F7-46BA27FABB27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94980-EB1E-AB81-0C04-BD0D0654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53CC-CF21-69DF-78E3-48D0EBDC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2CA0B-8C1D-45A3-96EF-8C6FAC1885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2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D860A97-680C-DA4F-F093-AFBE373031D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8FAB6DD-E84D-59F9-54F5-F628F57585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6488-78E3-484C-9B80-E7B925577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6E76745-BC5C-4BE7-AACE-562E19A01386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35ADE-9FD6-5F5C-BCD7-91E39818B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E1F94-34A3-8397-2B12-926DD4A83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F718C42-E982-4B7F-9508-2D740258BC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E11BF34D-24A1-C268-9B8E-5EAC7DD93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838200"/>
            <a:ext cx="7772400" cy="1470025"/>
          </a:xfrm>
        </p:spPr>
        <p:txBody>
          <a:bodyPr/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456C7-644B-BC22-BF05-6BBA6C594C8A}"/>
              </a:ext>
            </a:extLst>
          </p:cNvPr>
          <p:cNvSpPr txBox="1">
            <a:spLocks/>
          </p:cNvSpPr>
          <p:nvPr/>
        </p:nvSpPr>
        <p:spPr bwMode="auto">
          <a:xfrm>
            <a:off x="33528" y="3505200"/>
            <a:ext cx="9144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AF53-59AA-AF67-4BC1-1A72963A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2590800"/>
            <a:ext cx="8229600" cy="1143000"/>
          </a:xfrm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Tone Angle Modulation </a:t>
            </a:r>
            <a:endParaRPr lang="en-IN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01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62C8C07-4445-CA35-431D-981D30E7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Tone Angle Modulation (PM)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ED2D6747-0619-4AED-7785-73111659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FF0000"/>
                </a:solidFill>
              </a:rPr>
              <a:t>Let a message signal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01EB3794-A9EF-9656-30C7-4CC212A21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2FCE5F34-ECF7-1E6E-670E-F2F69B6ED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788988"/>
          <a:ext cx="28194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215900" progId="Equation.DSMT4">
                  <p:embed/>
                </p:oleObj>
              </mc:Choice>
              <mc:Fallback>
                <p:oleObj name="Equation" r:id="rId2" imgW="1308100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788988"/>
                        <a:ext cx="28194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0" name="Picture 6">
            <a:extLst>
              <a:ext uri="{FF2B5EF4-FFF2-40B4-BE49-F238E27FC236}">
                <a16:creationId xmlns:a16="http://schemas.microsoft.com/office/drawing/2014/main" id="{A4C2049B-26F3-3304-DB0F-55F3DDD0D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1295400"/>
            <a:ext cx="8534400" cy="544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EC80551-40A3-94C5-085D-8169557D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216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Tone Angle Modulation</a:t>
            </a:r>
            <a:r>
              <a:rPr lang="en-US" altLang="en-US" sz="3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(FM)</a:t>
            </a:r>
            <a:endParaRPr lang="en-US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0A3004F-9AB1-6ACB-AC3B-C63B24E5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287963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FF0000"/>
                </a:solidFill>
              </a:rPr>
              <a:t>For a single tone </a:t>
            </a:r>
            <a:r>
              <a:rPr lang="en-US" altLang="en-US">
                <a:solidFill>
                  <a:srgbClr val="3200C0"/>
                </a:solidFill>
              </a:rPr>
              <a:t>FM Modulation </a:t>
            </a:r>
            <a:r>
              <a:rPr lang="en-US" altLang="en-US">
                <a:solidFill>
                  <a:srgbClr val="FF0000"/>
                </a:solidFill>
              </a:rPr>
              <a:t>is given by 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FAC759AF-7099-5456-6D9F-0F14B2DEC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360014F2-9FEC-70F2-98D1-7CB349BAE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685800"/>
          <a:ext cx="6477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381000" progId="Equation.DSMT4">
                  <p:embed/>
                </p:oleObj>
              </mc:Choice>
              <mc:Fallback>
                <p:oleObj name="Equation" r:id="rId2" imgW="26289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85800"/>
                        <a:ext cx="6477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7">
            <a:extLst>
              <a:ext uri="{FF2B5EF4-FFF2-40B4-BE49-F238E27FC236}">
                <a16:creationId xmlns:a16="http://schemas.microsoft.com/office/drawing/2014/main" id="{CCB9643C-1813-7C59-DCDC-41118219C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7415" name="Object 6">
            <a:extLst>
              <a:ext uri="{FF2B5EF4-FFF2-40B4-BE49-F238E27FC236}">
                <a16:creationId xmlns:a16="http://schemas.microsoft.com/office/drawing/2014/main" id="{E4606E89-2E05-D705-C710-503EA0E92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905000"/>
          <a:ext cx="7351713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800" imgH="1219200" progId="Equation.DSMT4">
                  <p:embed/>
                </p:oleObj>
              </mc:Choice>
              <mc:Fallback>
                <p:oleObj name="Equation" r:id="rId4" imgW="3098800" imgH="1219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7351713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6" name="Picture 8">
            <a:extLst>
              <a:ext uri="{FF2B5EF4-FFF2-40B4-BE49-F238E27FC236}">
                <a16:creationId xmlns:a16="http://schemas.microsoft.com/office/drawing/2014/main" id="{9F166DA1-DE3A-21A6-B910-F1FE9948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4814888"/>
            <a:ext cx="88534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B655879-E11D-E7BF-58BF-D7B239BE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18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 Summary</a:t>
            </a:r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3A8BFB35-64BC-06CD-8A04-5A7D4861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1219200"/>
            <a:ext cx="88074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5">
            <a:extLst>
              <a:ext uri="{FF2B5EF4-FFF2-40B4-BE49-F238E27FC236}">
                <a16:creationId xmlns:a16="http://schemas.microsoft.com/office/drawing/2014/main" id="{3673096F-C771-CF30-A9C9-857DCDD4F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4114800"/>
            <a:ext cx="89154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AF158F5-5FC1-C57D-03DE-619AE238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 dirty="0">
                <a:solidFill>
                  <a:srgbClr val="3200C0"/>
                </a:solidFill>
              </a:rPr>
              <a:t>Phase and Frequency Deviations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92602774-200D-77E1-7D1C-5885AA992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893921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3">
            <a:extLst>
              <a:ext uri="{FF2B5EF4-FFF2-40B4-BE49-F238E27FC236}">
                <a16:creationId xmlns:a16="http://schemas.microsoft.com/office/drawing/2014/main" id="{9226AF08-2306-4426-2DFA-4EFDB24FF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38800"/>
            <a:ext cx="50180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B41878F-76AF-81B1-98AE-69E2533A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3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Phase and Frequency Deviation…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D8496999-4DF7-0C2D-97E1-3F35DD61A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990600"/>
            <a:ext cx="8839200" cy="578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5">
            <a:extLst>
              <a:ext uri="{FF2B5EF4-FFF2-40B4-BE49-F238E27FC236}">
                <a16:creationId xmlns:a16="http://schemas.microsoft.com/office/drawing/2014/main" id="{10A55D7C-5358-7F07-F36D-C7BEECF7D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898366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B52CADD-5603-DBA8-0681-DF485EE9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2110</TotalTime>
  <Words>52</Words>
  <Application>Microsoft Office PowerPoint</Application>
  <PresentationFormat>On-screen Show (4:3)</PresentationFormat>
  <Paragraphs>12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Office Theme</vt:lpstr>
      <vt:lpstr>Equation</vt:lpstr>
      <vt:lpstr>Analog Communications</vt:lpstr>
      <vt:lpstr>Single Tone Angle Modulation </vt:lpstr>
      <vt:lpstr>Single Tone Angle Modulation (PM)</vt:lpstr>
      <vt:lpstr>Single Tone Angle Modulation (FM)</vt:lpstr>
      <vt:lpstr>Brief Summary</vt:lpstr>
      <vt:lpstr>Phase and Frequency Deviations</vt:lpstr>
      <vt:lpstr>Phase and Frequency Deviation…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D Sreenivasa Rao</cp:lastModifiedBy>
  <cp:revision>268</cp:revision>
  <dcterms:created xsi:type="dcterms:W3CDTF">2006-08-16T00:00:00Z</dcterms:created>
  <dcterms:modified xsi:type="dcterms:W3CDTF">2025-09-20T09:52:26Z</dcterms:modified>
</cp:coreProperties>
</file>