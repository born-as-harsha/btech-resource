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21"/>
  </p:notesMasterIdLst>
  <p:handoutMasterIdLst>
    <p:handoutMasterId r:id="rId22"/>
  </p:handoutMasterIdLst>
  <p:sldIdLst>
    <p:sldId id="332" r:id="rId5"/>
    <p:sldId id="399" r:id="rId6"/>
    <p:sldId id="404" r:id="rId7"/>
    <p:sldId id="420" r:id="rId8"/>
    <p:sldId id="443" r:id="rId9"/>
    <p:sldId id="264" r:id="rId10"/>
    <p:sldId id="444" r:id="rId11"/>
    <p:sldId id="403" r:id="rId12"/>
    <p:sldId id="442" r:id="rId13"/>
    <p:sldId id="447" r:id="rId14"/>
    <p:sldId id="445" r:id="rId15"/>
    <p:sldId id="356" r:id="rId16"/>
    <p:sldId id="357" r:id="rId17"/>
    <p:sldId id="358" r:id="rId18"/>
    <p:sldId id="359" r:id="rId19"/>
    <p:sldId id="44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9E9B36-2AB6-4AC3-A1C6-F7BB712AB803}" v="13" dt="2023-05-08T14:03:32.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FE9E9B36-2AB6-4AC3-A1C6-F7BB712AB803}"/>
    <pc:docChg chg="custSel delSld modSld">
      <pc:chgData name="MVGR" userId="f2c0952e-ef03-4304-8056-d84e15f5cef7" providerId="ADAL" clId="{FE9E9B36-2AB6-4AC3-A1C6-F7BB712AB803}" dt="2023-05-08T14:03:32.543" v="95" actId="1076"/>
      <pc:docMkLst>
        <pc:docMk/>
      </pc:docMkLst>
      <pc:sldChg chg="addSp modSp mod">
        <pc:chgData name="MVGR" userId="f2c0952e-ef03-4304-8056-d84e15f5cef7" providerId="ADAL" clId="{FE9E9B36-2AB6-4AC3-A1C6-F7BB712AB803}" dt="2023-05-08T13:58:18.655" v="60" actId="1076"/>
        <pc:sldMkLst>
          <pc:docMk/>
          <pc:sldMk cId="0" sldId="399"/>
        </pc:sldMkLst>
        <pc:spChg chg="add mod">
          <ac:chgData name="MVGR" userId="f2c0952e-ef03-4304-8056-d84e15f5cef7" providerId="ADAL" clId="{FE9E9B36-2AB6-4AC3-A1C6-F7BB712AB803}" dt="2023-05-08T13:58:18.655" v="60" actId="1076"/>
          <ac:spMkLst>
            <pc:docMk/>
            <pc:sldMk cId="0" sldId="399"/>
            <ac:spMk id="4" creationId="{22C88BAA-79A0-1375-DA58-F8BE805A25EF}"/>
          </ac:spMkLst>
        </pc:spChg>
        <pc:spChg chg="mod">
          <ac:chgData name="MVGR" userId="f2c0952e-ef03-4304-8056-d84e15f5cef7" providerId="ADAL" clId="{FE9E9B36-2AB6-4AC3-A1C6-F7BB712AB803}" dt="2023-05-08T13:57:00.727" v="32" actId="1076"/>
          <ac:spMkLst>
            <pc:docMk/>
            <pc:sldMk cId="0" sldId="399"/>
            <ac:spMk id="29698" creationId="{BA68D7E3-1A74-08DF-802B-CF6B55C3A326}"/>
          </ac:spMkLst>
        </pc:spChg>
      </pc:sldChg>
      <pc:sldChg chg="modSp mod">
        <pc:chgData name="MVGR" userId="f2c0952e-ef03-4304-8056-d84e15f5cef7" providerId="ADAL" clId="{FE9E9B36-2AB6-4AC3-A1C6-F7BB712AB803}" dt="2023-05-08T13:55:52.872" v="3" actId="255"/>
        <pc:sldMkLst>
          <pc:docMk/>
          <pc:sldMk cId="0" sldId="401"/>
        </pc:sldMkLst>
        <pc:spChg chg="mod">
          <ac:chgData name="MVGR" userId="f2c0952e-ef03-4304-8056-d84e15f5cef7" providerId="ADAL" clId="{FE9E9B36-2AB6-4AC3-A1C6-F7BB712AB803}" dt="2023-05-08T13:55:52.872" v="3" actId="255"/>
          <ac:spMkLst>
            <pc:docMk/>
            <pc:sldMk cId="0" sldId="401"/>
            <ac:spMk id="5125" creationId="{33C259A4-D647-415D-4C47-B1EE1B50CE46}"/>
          </ac:spMkLst>
        </pc:spChg>
      </pc:sldChg>
      <pc:sldChg chg="modSp mod">
        <pc:chgData name="MVGR" userId="f2c0952e-ef03-4304-8056-d84e15f5cef7" providerId="ADAL" clId="{FE9E9B36-2AB6-4AC3-A1C6-F7BB712AB803}" dt="2023-05-08T14:00:15.853" v="66" actId="207"/>
        <pc:sldMkLst>
          <pc:docMk/>
          <pc:sldMk cId="0" sldId="404"/>
        </pc:sldMkLst>
        <pc:spChg chg="mod">
          <ac:chgData name="MVGR" userId="f2c0952e-ef03-4304-8056-d84e15f5cef7" providerId="ADAL" clId="{FE9E9B36-2AB6-4AC3-A1C6-F7BB712AB803}" dt="2023-05-08T14:00:15.853" v="66" actId="207"/>
          <ac:spMkLst>
            <pc:docMk/>
            <pc:sldMk cId="0" sldId="404"/>
            <ac:spMk id="2" creationId="{25455848-88C6-E856-4F98-0DCA614AD9B1}"/>
          </ac:spMkLst>
        </pc:spChg>
      </pc:sldChg>
      <pc:sldChg chg="addSp delSp modSp mod">
        <pc:chgData name="MVGR" userId="f2c0952e-ef03-4304-8056-d84e15f5cef7" providerId="ADAL" clId="{FE9E9B36-2AB6-4AC3-A1C6-F7BB712AB803}" dt="2023-05-08T14:02:05.384" v="82" actId="255"/>
        <pc:sldMkLst>
          <pc:docMk/>
          <pc:sldMk cId="0" sldId="408"/>
        </pc:sldMkLst>
        <pc:spChg chg="add mod">
          <ac:chgData name="MVGR" userId="f2c0952e-ef03-4304-8056-d84e15f5cef7" providerId="ADAL" clId="{FE9E9B36-2AB6-4AC3-A1C6-F7BB712AB803}" dt="2023-05-08T14:01:47.175" v="78" actId="1076"/>
          <ac:spMkLst>
            <pc:docMk/>
            <pc:sldMk cId="0" sldId="408"/>
            <ac:spMk id="4" creationId="{C416ACC3-FF34-98C3-4F17-06FBCDA731C3}"/>
          </ac:spMkLst>
        </pc:spChg>
        <pc:spChg chg="mod">
          <ac:chgData name="MVGR" userId="f2c0952e-ef03-4304-8056-d84e15f5cef7" providerId="ADAL" clId="{FE9E9B36-2AB6-4AC3-A1C6-F7BB712AB803}" dt="2023-05-08T14:02:05.384" v="82" actId="255"/>
          <ac:spMkLst>
            <pc:docMk/>
            <pc:sldMk cId="0" sldId="408"/>
            <ac:spMk id="34818" creationId="{D43AE9FF-E3B6-ACD7-7A0D-76ADCD7D6428}"/>
          </ac:spMkLst>
        </pc:spChg>
        <pc:picChg chg="del">
          <ac:chgData name="MVGR" userId="f2c0952e-ef03-4304-8056-d84e15f5cef7" providerId="ADAL" clId="{FE9E9B36-2AB6-4AC3-A1C6-F7BB712AB803}" dt="2023-05-08T14:01:37.771" v="75" actId="478"/>
          <ac:picMkLst>
            <pc:docMk/>
            <pc:sldMk cId="0" sldId="408"/>
            <ac:picMk id="34819" creationId="{9562F826-AFF2-6410-14F4-305743D00CA5}"/>
          </ac:picMkLst>
        </pc:picChg>
      </pc:sldChg>
      <pc:sldChg chg="modSp mod">
        <pc:chgData name="MVGR" userId="f2c0952e-ef03-4304-8056-d84e15f5cef7" providerId="ADAL" clId="{FE9E9B36-2AB6-4AC3-A1C6-F7BB712AB803}" dt="2023-05-08T14:01:30.607" v="74" actId="14100"/>
        <pc:sldMkLst>
          <pc:docMk/>
          <pc:sldMk cId="0" sldId="409"/>
        </pc:sldMkLst>
        <pc:spChg chg="mod">
          <ac:chgData name="MVGR" userId="f2c0952e-ef03-4304-8056-d84e15f5cef7" providerId="ADAL" clId="{FE9E9B36-2AB6-4AC3-A1C6-F7BB712AB803}" dt="2023-05-08T14:01:30.607" v="74" actId="14100"/>
          <ac:spMkLst>
            <pc:docMk/>
            <pc:sldMk cId="0" sldId="409"/>
            <ac:spMk id="6148" creationId="{7C9B00CB-1E5E-EEAB-FB9D-B0C744E5C1E6}"/>
          </ac:spMkLst>
        </pc:spChg>
        <pc:picChg chg="mod">
          <ac:chgData name="MVGR" userId="f2c0952e-ef03-4304-8056-d84e15f5cef7" providerId="ADAL" clId="{FE9E9B36-2AB6-4AC3-A1C6-F7BB712AB803}" dt="2023-05-08T14:01:24.822" v="73" actId="1076"/>
          <ac:picMkLst>
            <pc:docMk/>
            <pc:sldMk cId="0" sldId="409"/>
            <ac:picMk id="6151" creationId="{25D9BE86-5A8B-8DFF-FE6C-28821B91D333}"/>
          </ac:picMkLst>
        </pc:picChg>
      </pc:sldChg>
      <pc:sldChg chg="addSp modSp mod">
        <pc:chgData name="MVGR" userId="f2c0952e-ef03-4304-8056-d84e15f5cef7" providerId="ADAL" clId="{FE9E9B36-2AB6-4AC3-A1C6-F7BB712AB803}" dt="2023-05-08T13:58:59.091" v="63" actId="20577"/>
        <pc:sldMkLst>
          <pc:docMk/>
          <pc:sldMk cId="0" sldId="411"/>
        </pc:sldMkLst>
        <pc:spChg chg="add mod">
          <ac:chgData name="MVGR" userId="f2c0952e-ef03-4304-8056-d84e15f5cef7" providerId="ADAL" clId="{FE9E9B36-2AB6-4AC3-A1C6-F7BB712AB803}" dt="2023-05-08T13:58:59.091" v="63" actId="20577"/>
          <ac:spMkLst>
            <pc:docMk/>
            <pc:sldMk cId="0" sldId="411"/>
            <ac:spMk id="4" creationId="{63E1D8A9-A674-FA21-CA0F-4D208C28C2B7}"/>
          </ac:spMkLst>
        </pc:spChg>
        <pc:spChg chg="mod">
          <ac:chgData name="MVGR" userId="f2c0952e-ef03-4304-8056-d84e15f5cef7" providerId="ADAL" clId="{FE9E9B36-2AB6-4AC3-A1C6-F7BB712AB803}" dt="2023-05-08T13:56:42.463" v="31" actId="122"/>
          <ac:spMkLst>
            <pc:docMk/>
            <pc:sldMk cId="0" sldId="411"/>
            <ac:spMk id="36866" creationId="{31151830-7CAF-1D9B-DDE5-AC34AE22B820}"/>
          </ac:spMkLst>
        </pc:spChg>
      </pc:sldChg>
      <pc:sldChg chg="del">
        <pc:chgData name="MVGR" userId="f2c0952e-ef03-4304-8056-d84e15f5cef7" providerId="ADAL" clId="{FE9E9B36-2AB6-4AC3-A1C6-F7BB712AB803}" dt="2023-05-08T14:02:25.444" v="83" actId="47"/>
        <pc:sldMkLst>
          <pc:docMk/>
          <pc:sldMk cId="0" sldId="415"/>
        </pc:sldMkLst>
      </pc:sldChg>
      <pc:sldChg chg="del">
        <pc:chgData name="MVGR" userId="f2c0952e-ef03-4304-8056-d84e15f5cef7" providerId="ADAL" clId="{FE9E9B36-2AB6-4AC3-A1C6-F7BB712AB803}" dt="2023-05-08T14:02:26.717" v="84" actId="47"/>
        <pc:sldMkLst>
          <pc:docMk/>
          <pc:sldMk cId="0" sldId="416"/>
        </pc:sldMkLst>
      </pc:sldChg>
      <pc:sldChg chg="del">
        <pc:chgData name="MVGR" userId="f2c0952e-ef03-4304-8056-d84e15f5cef7" providerId="ADAL" clId="{FE9E9B36-2AB6-4AC3-A1C6-F7BB712AB803}" dt="2023-05-08T14:02:43.561" v="87" actId="47"/>
        <pc:sldMkLst>
          <pc:docMk/>
          <pc:sldMk cId="0" sldId="418"/>
        </pc:sldMkLst>
      </pc:sldChg>
      <pc:sldChg chg="del">
        <pc:chgData name="MVGR" userId="f2c0952e-ef03-4304-8056-d84e15f5cef7" providerId="ADAL" clId="{FE9E9B36-2AB6-4AC3-A1C6-F7BB712AB803}" dt="2023-05-08T14:02:44.593" v="88" actId="47"/>
        <pc:sldMkLst>
          <pc:docMk/>
          <pc:sldMk cId="0" sldId="419"/>
        </pc:sldMkLst>
      </pc:sldChg>
      <pc:sldChg chg="modSp mod">
        <pc:chgData name="MVGR" userId="f2c0952e-ef03-4304-8056-d84e15f5cef7" providerId="ADAL" clId="{FE9E9B36-2AB6-4AC3-A1C6-F7BB712AB803}" dt="2023-05-08T13:55:27.038" v="1" actId="1076"/>
        <pc:sldMkLst>
          <pc:docMk/>
          <pc:sldMk cId="0" sldId="423"/>
        </pc:sldMkLst>
        <pc:spChg chg="mod">
          <ac:chgData name="MVGR" userId="f2c0952e-ef03-4304-8056-d84e15f5cef7" providerId="ADAL" clId="{FE9E9B36-2AB6-4AC3-A1C6-F7BB712AB803}" dt="2023-05-08T13:55:27.038" v="1" actId="1076"/>
          <ac:spMkLst>
            <pc:docMk/>
            <pc:sldMk cId="0" sldId="423"/>
            <ac:spMk id="32770" creationId="{C1E917F0-78B2-7D32-5F6C-B98D1378102F}"/>
          </ac:spMkLst>
        </pc:spChg>
      </pc:sldChg>
      <pc:sldChg chg="del">
        <pc:chgData name="MVGR" userId="f2c0952e-ef03-4304-8056-d84e15f5cef7" providerId="ADAL" clId="{FE9E9B36-2AB6-4AC3-A1C6-F7BB712AB803}" dt="2023-05-08T14:02:27.732" v="85" actId="47"/>
        <pc:sldMkLst>
          <pc:docMk/>
          <pc:sldMk cId="0" sldId="425"/>
        </pc:sldMkLst>
      </pc:sldChg>
      <pc:sldChg chg="del">
        <pc:chgData name="MVGR" userId="f2c0952e-ef03-4304-8056-d84e15f5cef7" providerId="ADAL" clId="{FE9E9B36-2AB6-4AC3-A1C6-F7BB712AB803}" dt="2023-05-08T14:02:36.811" v="86" actId="47"/>
        <pc:sldMkLst>
          <pc:docMk/>
          <pc:sldMk cId="0" sldId="426"/>
        </pc:sldMkLst>
      </pc:sldChg>
      <pc:sldChg chg="addSp modSp mod">
        <pc:chgData name="MVGR" userId="f2c0952e-ef03-4304-8056-d84e15f5cef7" providerId="ADAL" clId="{FE9E9B36-2AB6-4AC3-A1C6-F7BB712AB803}" dt="2023-05-08T14:00:48.968" v="69" actId="20577"/>
        <pc:sldMkLst>
          <pc:docMk/>
          <pc:sldMk cId="0" sldId="427"/>
        </pc:sldMkLst>
        <pc:spChg chg="add mod">
          <ac:chgData name="MVGR" userId="f2c0952e-ef03-4304-8056-d84e15f5cef7" providerId="ADAL" clId="{FE9E9B36-2AB6-4AC3-A1C6-F7BB712AB803}" dt="2023-05-08T14:00:48.968" v="69" actId="20577"/>
          <ac:spMkLst>
            <pc:docMk/>
            <pc:sldMk cId="0" sldId="427"/>
            <ac:spMk id="4" creationId="{6656DF87-D68C-B020-F52D-7C29DC0F872B}"/>
          </ac:spMkLst>
        </pc:spChg>
      </pc:sldChg>
      <pc:sldChg chg="modSp">
        <pc:chgData name="MVGR" userId="f2c0952e-ef03-4304-8056-d84e15f5cef7" providerId="ADAL" clId="{FE9E9B36-2AB6-4AC3-A1C6-F7BB712AB803}" dt="2023-05-08T14:03:32.543" v="95" actId="1076"/>
        <pc:sldMkLst>
          <pc:docMk/>
          <pc:sldMk cId="0" sldId="439"/>
        </pc:sldMkLst>
        <pc:picChg chg="mod">
          <ac:chgData name="MVGR" userId="f2c0952e-ef03-4304-8056-d84e15f5cef7" providerId="ADAL" clId="{FE9E9B36-2AB6-4AC3-A1C6-F7BB712AB803}" dt="2023-05-08T14:03:32.543" v="95" actId="1076"/>
          <ac:picMkLst>
            <pc:docMk/>
            <pc:sldMk cId="0" sldId="439"/>
            <ac:picMk id="41986" creationId="{51769CCE-1AE1-6877-05E7-347B1004E9BA}"/>
          </ac:picMkLst>
        </pc:picChg>
      </pc:sldChg>
      <pc:sldChg chg="modSp mod">
        <pc:chgData name="MVGR" userId="f2c0952e-ef03-4304-8056-d84e15f5cef7" providerId="ADAL" clId="{FE9E9B36-2AB6-4AC3-A1C6-F7BB712AB803}" dt="2023-05-08T14:03:14.959" v="90" actId="1076"/>
        <pc:sldMkLst>
          <pc:docMk/>
          <pc:sldMk cId="0" sldId="441"/>
        </pc:sldMkLst>
        <pc:spChg chg="mod">
          <ac:chgData name="MVGR" userId="f2c0952e-ef03-4304-8056-d84e15f5cef7" providerId="ADAL" clId="{FE9E9B36-2AB6-4AC3-A1C6-F7BB712AB803}" dt="2023-05-08T14:03:14.959" v="90" actId="1076"/>
          <ac:spMkLst>
            <pc:docMk/>
            <pc:sldMk cId="0" sldId="441"/>
            <ac:spMk id="44034" creationId="{7179A05B-FF4D-9E42-2FA0-EB040865294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16-10-2025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A825265-D0CA-CD2C-F63F-C62D771C5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2831099-6276-9969-85D2-29B6D93224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286C5438-B070-C625-07F8-E9F835DD2A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F86EC-06BE-4CF1-B578-9687628E0B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FBBE1467-5F62-8D8C-36AE-C189819586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F485278B-DC28-7EA1-3A95-CEE3167BB6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8" name="Slide Number Placeholder 3">
            <a:extLst>
              <a:ext uri="{FF2B5EF4-FFF2-40B4-BE49-F238E27FC236}">
                <a16:creationId xmlns:a16="http://schemas.microsoft.com/office/drawing/2014/main" id="{71FC9B14-2295-5871-42D5-5E677C3735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126EED-D7BD-4D0C-BCA3-0B1FD5BAACCC}" type="slidenum">
              <a:rPr lang="en-US" altLang="en-US"/>
              <a:pPr/>
              <a:t>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Box 3">
            <a:extLst>
              <a:ext uri="{FF2B5EF4-FFF2-40B4-BE49-F238E27FC236}">
                <a16:creationId xmlns:a16="http://schemas.microsoft.com/office/drawing/2014/main" id="{A12F97AF-3BC9-6EED-E58E-57C094F9B02A}"/>
              </a:ext>
            </a:extLst>
          </p:cNvPr>
          <p:cNvSpPr txBox="1">
            <a:spLocks noChangeArrowheads="1"/>
          </p:cNvSpPr>
          <p:nvPr/>
        </p:nvSpPr>
        <p:spPr bwMode="auto">
          <a:xfrm>
            <a:off x="3292602" y="3243580"/>
            <a:ext cx="543610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dirty="0"/>
              <a:t>FM Transmitter and Receiver</a:t>
            </a:r>
          </a:p>
        </p:txBody>
      </p:sp>
      <p:sp>
        <p:nvSpPr>
          <p:cNvPr id="3" name="TextBox 2">
            <a:extLst>
              <a:ext uri="{FF2B5EF4-FFF2-40B4-BE49-F238E27FC236}">
                <a16:creationId xmlns:a16="http://schemas.microsoft.com/office/drawing/2014/main" id="{2A7C63F9-A35B-8620-AFB6-E436A472F157}"/>
              </a:ext>
            </a:extLst>
          </p:cNvPr>
          <p:cNvSpPr txBox="1"/>
          <p:nvPr/>
        </p:nvSpPr>
        <p:spPr>
          <a:xfrm>
            <a:off x="1862328" y="511314"/>
            <a:ext cx="8827008" cy="707886"/>
          </a:xfrm>
          <a:prstGeom prst="rect">
            <a:avLst/>
          </a:prstGeom>
          <a:noFill/>
        </p:spPr>
        <p:txBody>
          <a:bodyPr wrap="square">
            <a:spAutoFit/>
          </a:bodyPr>
          <a:lstStyle/>
          <a:p>
            <a:r>
              <a:rPr lang="en-US" altLang="en-US" sz="4000" dirty="0">
                <a:solidFill>
                  <a:srgbClr val="3200C0"/>
                </a:solidFill>
                <a:latin typeface="Arial" panose="020B0604020202020204" pitchFamily="34" charset="0"/>
                <a:cs typeface="Arial" panose="020B0604020202020204" pitchFamily="34" charset="0"/>
              </a:rPr>
              <a:t>Signals and  Communication Systems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BA68D7E3-1A74-08DF-802B-CF6B55C3A326}"/>
              </a:ext>
            </a:extLst>
          </p:cNvPr>
          <p:cNvSpPr>
            <a:spLocks noGrp="1"/>
          </p:cNvSpPr>
          <p:nvPr>
            <p:ph type="title"/>
          </p:nvPr>
        </p:nvSpPr>
        <p:spPr>
          <a:xfrm>
            <a:off x="1889760" y="3429000"/>
            <a:ext cx="8229600" cy="1143000"/>
          </a:xfrm>
        </p:spPr>
        <p:txBody>
          <a:bodyPr>
            <a:normAutofit fontScale="90000"/>
          </a:bodyPr>
          <a:lstStyle/>
          <a:p>
            <a:pPr algn="ctr"/>
            <a:br>
              <a:rPr lang="en-US" altLang="en-US" dirty="0">
                <a:solidFill>
                  <a:srgbClr val="FF0000"/>
                </a:solidFill>
                <a:latin typeface="Arial" panose="020B0604020202020204" pitchFamily="34" charset="0"/>
                <a:cs typeface="Arial" panose="020B0604020202020204" pitchFamily="34" charset="0"/>
              </a:rPr>
            </a:br>
            <a:r>
              <a:rPr lang="en-US" altLang="en-US" dirty="0">
                <a:solidFill>
                  <a:srgbClr val="FF0000"/>
                </a:solidFill>
                <a:latin typeface="Arial" panose="020B0604020202020204" pitchFamily="34" charset="0"/>
                <a:cs typeface="Arial" panose="020B0604020202020204" pitchFamily="34" charset="0"/>
              </a:rPr>
              <a:t>FM Transmitters</a:t>
            </a:r>
            <a:r>
              <a:rPr lang="en-US" altLang="en-US" dirty="0">
                <a:latin typeface="Arial" panose="020B0604020202020204" pitchFamily="34" charset="0"/>
                <a:cs typeface="Arial" panose="020B0604020202020204" pitchFamily="34" charset="0"/>
              </a:rPr>
              <a:t> </a:t>
            </a:r>
            <a:br>
              <a:rPr lang="en-US" altLang="en-US" dirty="0">
                <a:latin typeface="Arial" panose="020B0604020202020204" pitchFamily="34" charset="0"/>
                <a:cs typeface="Arial" panose="020B0604020202020204" pitchFamily="34" charset="0"/>
              </a:rPr>
            </a:br>
            <a:br>
              <a:rPr lang="en-US" altLang="en-US" dirty="0">
                <a:solidFill>
                  <a:srgbClr val="FF0000"/>
                </a:solidFill>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6A9107BA-70B0-7829-FDAB-D017159EBFFA}"/>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4" name="TextBox 3">
            <a:extLst>
              <a:ext uri="{FF2B5EF4-FFF2-40B4-BE49-F238E27FC236}">
                <a16:creationId xmlns:a16="http://schemas.microsoft.com/office/drawing/2014/main" id="{22C88BAA-79A0-1375-DA58-F8BE805A25EF}"/>
              </a:ext>
            </a:extLst>
          </p:cNvPr>
          <p:cNvSpPr txBox="1"/>
          <p:nvPr/>
        </p:nvSpPr>
        <p:spPr>
          <a:xfrm>
            <a:off x="4663440" y="1801368"/>
            <a:ext cx="2682240" cy="646331"/>
          </a:xfrm>
          <a:prstGeom prst="rect">
            <a:avLst/>
          </a:prstGeom>
          <a:noFill/>
        </p:spPr>
        <p:txBody>
          <a:bodyPr wrap="square" rtlCol="0">
            <a:spAutoFit/>
          </a:bodyPr>
          <a:lstStyle/>
          <a:p>
            <a:r>
              <a:rPr lang="en-US" sz="3600" dirty="0">
                <a:solidFill>
                  <a:srgbClr val="00B050"/>
                </a:solidFill>
                <a:latin typeface="Arial" panose="020B0604020202020204" pitchFamily="34" charset="0"/>
                <a:cs typeface="Arial" panose="020B0604020202020204" pitchFamily="34" charset="0"/>
              </a:rPr>
              <a:t>Session-33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C74881-9926-8D4B-6CAE-A02ACE54AC58}"/>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6" name="Title 5">
            <a:extLst>
              <a:ext uri="{FF2B5EF4-FFF2-40B4-BE49-F238E27FC236}">
                <a16:creationId xmlns:a16="http://schemas.microsoft.com/office/drawing/2014/main" id="{F41C2996-580B-E78B-BECF-21F7615C599B}"/>
              </a:ext>
            </a:extLst>
          </p:cNvPr>
          <p:cNvSpPr>
            <a:spLocks noGrp="1"/>
          </p:cNvSpPr>
          <p:nvPr>
            <p:ph type="title"/>
          </p:nvPr>
        </p:nvSpPr>
        <p:spPr>
          <a:xfrm>
            <a:off x="1533144" y="0"/>
            <a:ext cx="6403848" cy="816864"/>
          </a:xfrm>
        </p:spPr>
        <p:txBody>
          <a:bodyPr>
            <a:normAutofit/>
          </a:bodyPr>
          <a:lstStyle/>
          <a:p>
            <a:r>
              <a:rPr lang="en-US" sz="3400" dirty="0">
                <a:solidFill>
                  <a:srgbClr val="FF0000"/>
                </a:solidFill>
                <a:latin typeface="Arial" panose="020B0604020202020204" pitchFamily="34" charset="0"/>
                <a:cs typeface="Arial" panose="020B0604020202020204" pitchFamily="34" charset="0"/>
              </a:rPr>
              <a:t>FM Specifications / Standards</a:t>
            </a:r>
          </a:p>
        </p:txBody>
      </p:sp>
      <p:pic>
        <p:nvPicPr>
          <p:cNvPr id="9" name="Picture 8">
            <a:extLst>
              <a:ext uri="{FF2B5EF4-FFF2-40B4-BE49-F238E27FC236}">
                <a16:creationId xmlns:a16="http://schemas.microsoft.com/office/drawing/2014/main" id="{2313C7F2-2882-2642-5FA0-59719B1D1A71}"/>
              </a:ext>
            </a:extLst>
          </p:cNvPr>
          <p:cNvPicPr>
            <a:picLocks noChangeAspect="1"/>
          </p:cNvPicPr>
          <p:nvPr/>
        </p:nvPicPr>
        <p:blipFill>
          <a:blip r:embed="rId2"/>
          <a:stretch>
            <a:fillRect/>
          </a:stretch>
        </p:blipFill>
        <p:spPr>
          <a:xfrm>
            <a:off x="356300" y="816864"/>
            <a:ext cx="11119996" cy="49621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a:extLst>
              <a:ext uri="{FF2B5EF4-FFF2-40B4-BE49-F238E27FC236}">
                <a16:creationId xmlns:a16="http://schemas.microsoft.com/office/drawing/2014/main" id="{62452F52-07BE-482A-9461-0AC38F87235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031" name="Rectangle 4">
            <a:extLst>
              <a:ext uri="{FF2B5EF4-FFF2-40B4-BE49-F238E27FC236}">
                <a16:creationId xmlns:a16="http://schemas.microsoft.com/office/drawing/2014/main" id="{7050B027-4799-C230-8E20-A779DA9B774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3" name="Slide Number Placeholder 2">
            <a:extLst>
              <a:ext uri="{FF2B5EF4-FFF2-40B4-BE49-F238E27FC236}">
                <a16:creationId xmlns:a16="http://schemas.microsoft.com/office/drawing/2014/main" id="{36BD83D2-888B-F572-E921-5E6E3A2C12B7}"/>
              </a:ext>
            </a:extLst>
          </p:cNvPr>
          <p:cNvSpPr>
            <a:spLocks noGrp="1"/>
          </p:cNvSpPr>
          <p:nvPr>
            <p:ph type="sldNum" sz="quarter" idx="12"/>
          </p:nvPr>
        </p:nvSpPr>
        <p:spPr/>
        <p:txBody>
          <a:bodyPr/>
          <a:lstStyle/>
          <a:p>
            <a:fld id="{CBABCCC1-BF11-4F37-963E-1BCD5B23FD72}" type="slidenum">
              <a:rPr lang="en-IN" smtClean="0"/>
              <a:t>4</a:t>
            </a:fld>
            <a:endParaRPr lang="en-IN"/>
          </a:p>
        </p:txBody>
      </p:sp>
      <p:pic>
        <p:nvPicPr>
          <p:cNvPr id="9" name="Picture 8">
            <a:extLst>
              <a:ext uri="{FF2B5EF4-FFF2-40B4-BE49-F238E27FC236}">
                <a16:creationId xmlns:a16="http://schemas.microsoft.com/office/drawing/2014/main" id="{56F01593-7668-125C-DD44-91F3A2C63872}"/>
              </a:ext>
            </a:extLst>
          </p:cNvPr>
          <p:cNvPicPr>
            <a:picLocks noChangeAspect="1"/>
          </p:cNvPicPr>
          <p:nvPr/>
        </p:nvPicPr>
        <p:blipFill>
          <a:blip r:embed="rId2"/>
          <a:stretch>
            <a:fillRect/>
          </a:stretch>
        </p:blipFill>
        <p:spPr>
          <a:xfrm>
            <a:off x="379483" y="816864"/>
            <a:ext cx="10974317" cy="5122736"/>
          </a:xfrm>
          <a:prstGeom prst="rect">
            <a:avLst/>
          </a:prstGeom>
        </p:spPr>
      </p:pic>
      <p:sp>
        <p:nvSpPr>
          <p:cNvPr id="10" name="Title 5">
            <a:extLst>
              <a:ext uri="{FF2B5EF4-FFF2-40B4-BE49-F238E27FC236}">
                <a16:creationId xmlns:a16="http://schemas.microsoft.com/office/drawing/2014/main" id="{E7DC561F-4F9E-B268-149E-B7E5762F1191}"/>
              </a:ext>
            </a:extLst>
          </p:cNvPr>
          <p:cNvSpPr>
            <a:spLocks noGrp="1"/>
          </p:cNvSpPr>
          <p:nvPr>
            <p:ph type="title"/>
          </p:nvPr>
        </p:nvSpPr>
        <p:spPr>
          <a:xfrm>
            <a:off x="1533144" y="0"/>
            <a:ext cx="6403848" cy="816864"/>
          </a:xfrm>
        </p:spPr>
        <p:txBody>
          <a:bodyPr>
            <a:normAutofit/>
          </a:bodyPr>
          <a:lstStyle/>
          <a:p>
            <a:r>
              <a:rPr lang="en-US" sz="3400" dirty="0">
                <a:solidFill>
                  <a:srgbClr val="FF0000"/>
                </a:solidFill>
                <a:latin typeface="Arial" panose="020B0604020202020204" pitchFamily="34" charset="0"/>
                <a:cs typeface="Arial" panose="020B0604020202020204" pitchFamily="34" charset="0"/>
              </a:rPr>
              <a:t>FM Specifications / Standards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A5F5E-B10F-9063-C587-AA5F870FBA48}"/>
              </a:ext>
            </a:extLst>
          </p:cNvPr>
          <p:cNvSpPr>
            <a:spLocks noGrp="1"/>
          </p:cNvSpPr>
          <p:nvPr>
            <p:ph type="title"/>
          </p:nvPr>
        </p:nvSpPr>
        <p:spPr>
          <a:xfrm>
            <a:off x="838200" y="365125"/>
            <a:ext cx="10515600" cy="695579"/>
          </a:xfrm>
        </p:spPr>
        <p:txBody>
          <a:bodyPr/>
          <a:lstStyle/>
          <a:p>
            <a:r>
              <a:rPr lang="en-US" dirty="0">
                <a:solidFill>
                  <a:srgbClr val="FF0000"/>
                </a:solidFill>
                <a:latin typeface="Arial" panose="020B0604020202020204" pitchFamily="34" charset="0"/>
                <a:cs typeface="Arial" panose="020B0604020202020204" pitchFamily="34" charset="0"/>
              </a:rPr>
              <a:t>FM Transmitter</a:t>
            </a:r>
          </a:p>
        </p:txBody>
      </p:sp>
      <p:sp>
        <p:nvSpPr>
          <p:cNvPr id="3" name="Content Placeholder 2">
            <a:extLst>
              <a:ext uri="{FF2B5EF4-FFF2-40B4-BE49-F238E27FC236}">
                <a16:creationId xmlns:a16="http://schemas.microsoft.com/office/drawing/2014/main" id="{66288F71-6FDC-7ADA-AFDF-2EB1D03FC70F}"/>
              </a:ext>
            </a:extLst>
          </p:cNvPr>
          <p:cNvSpPr>
            <a:spLocks noGrp="1"/>
          </p:cNvSpPr>
          <p:nvPr>
            <p:ph idx="1"/>
          </p:nvPr>
        </p:nvSpPr>
        <p:spPr>
          <a:xfrm>
            <a:off x="365760" y="1460500"/>
            <a:ext cx="10988040" cy="4351338"/>
          </a:xfrm>
        </p:spPr>
        <p:txBody>
          <a:bodyPr/>
          <a:lstStyle/>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FM signals have no amplitude variation, therefore FM transmitter can employ class-C throughout even after modulation.</a:t>
            </a:r>
          </a:p>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There are two types of FM transmitters.</a:t>
            </a:r>
          </a:p>
          <a:p>
            <a:pPr marL="0" indent="0">
              <a:lnSpc>
                <a:spcPct val="150000"/>
              </a:lnSpc>
              <a:buNone/>
            </a:pPr>
            <a:r>
              <a:rPr lang="en-US" dirty="0">
                <a:latin typeface="Arial" panose="020B0604020202020204" pitchFamily="34" charset="0"/>
                <a:cs typeface="Arial" panose="020B0604020202020204" pitchFamily="34" charset="0"/>
              </a:rPr>
              <a:t>1. Directly modulated (Variable </a:t>
            </a:r>
            <a:r>
              <a:rPr lang="en-US" dirty="0" err="1">
                <a:latin typeface="Arial" panose="020B0604020202020204" pitchFamily="34" charset="0"/>
                <a:cs typeface="Arial" panose="020B0604020202020204" pitchFamily="34" charset="0"/>
              </a:rPr>
              <a:t>ReactanceType</a:t>
            </a:r>
            <a:r>
              <a:rPr lang="en-US" dirty="0">
                <a:latin typeface="Arial" panose="020B0604020202020204" pitchFamily="34" charset="0"/>
                <a:cs typeface="Arial" panose="020B0604020202020204" pitchFamily="34" charset="0"/>
              </a:rPr>
              <a:t>) FM transmitter 2.Indirectly (phase) modulated FM transmitter.</a:t>
            </a:r>
          </a:p>
        </p:txBody>
      </p:sp>
      <p:sp>
        <p:nvSpPr>
          <p:cNvPr id="5" name="Slide Number Placeholder 4">
            <a:extLst>
              <a:ext uri="{FF2B5EF4-FFF2-40B4-BE49-F238E27FC236}">
                <a16:creationId xmlns:a16="http://schemas.microsoft.com/office/drawing/2014/main" id="{1725B112-6531-E085-40D0-387574E1FFAD}"/>
              </a:ext>
            </a:extLst>
          </p:cNvPr>
          <p:cNvSpPr>
            <a:spLocks noGrp="1"/>
          </p:cNvSpPr>
          <p:nvPr>
            <p:ph type="sldNum" sz="quarter" idx="12"/>
          </p:nvPr>
        </p:nvSpPr>
        <p:spPr/>
        <p:txBody>
          <a:bodyPr/>
          <a:lstStyle/>
          <a:p>
            <a:fld id="{CBABCCC1-BF11-4F37-963E-1BCD5B23FD72}" type="slidenum">
              <a:rPr lang="en-IN" smtClean="0"/>
              <a:t>5</a:t>
            </a:fld>
            <a:endParaRPr lang="en-IN"/>
          </a:p>
        </p:txBody>
      </p:sp>
    </p:spTree>
    <p:extLst>
      <p:ext uri="{BB962C8B-B14F-4D97-AF65-F5344CB8AC3E}">
        <p14:creationId xmlns:p14="http://schemas.microsoft.com/office/powerpoint/2010/main" val="96417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45D6C66-4228-F0FA-9E81-FADD1AF3ACF4}"/>
              </a:ext>
            </a:extLst>
          </p:cNvPr>
          <p:cNvSpPr>
            <a:spLocks noGrp="1" noChangeArrowheads="1"/>
          </p:cNvSpPr>
          <p:nvPr>
            <p:ph type="title"/>
          </p:nvPr>
        </p:nvSpPr>
        <p:spPr/>
        <p:txBody>
          <a:bodyPr/>
          <a:lstStyle/>
          <a:p>
            <a:r>
              <a:rPr lang="en-US" altLang="en-US">
                <a:latin typeface="Arial" panose="020B0604020202020204" pitchFamily="34" charset="0"/>
              </a:rPr>
              <a:t>Block Diagram</a:t>
            </a:r>
          </a:p>
        </p:txBody>
      </p:sp>
      <p:sp>
        <p:nvSpPr>
          <p:cNvPr id="10243" name="Rectangle 3">
            <a:extLst>
              <a:ext uri="{FF2B5EF4-FFF2-40B4-BE49-F238E27FC236}">
                <a16:creationId xmlns:a16="http://schemas.microsoft.com/office/drawing/2014/main" id="{F059D085-F29F-8B8B-DA16-94AE276BE051}"/>
              </a:ext>
            </a:extLst>
          </p:cNvPr>
          <p:cNvSpPr>
            <a:spLocks noChangeArrowheads="1"/>
          </p:cNvSpPr>
          <p:nvPr/>
        </p:nvSpPr>
        <p:spPr bwMode="auto">
          <a:xfrm>
            <a:off x="3810000" y="4114800"/>
            <a:ext cx="14478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DC Bias</a:t>
            </a:r>
          </a:p>
          <a:p>
            <a:pPr algn="ctr"/>
            <a:r>
              <a:rPr lang="en-US" altLang="en-US">
                <a:latin typeface="Times New Roman" panose="02020603050405020304" pitchFamily="18" charset="0"/>
              </a:rPr>
              <a:t>Vcc/2</a:t>
            </a:r>
          </a:p>
        </p:txBody>
      </p:sp>
      <p:sp>
        <p:nvSpPr>
          <p:cNvPr id="10245" name="Oval 5">
            <a:extLst>
              <a:ext uri="{FF2B5EF4-FFF2-40B4-BE49-F238E27FC236}">
                <a16:creationId xmlns:a16="http://schemas.microsoft.com/office/drawing/2014/main" id="{34C7F256-D310-DDC2-A9BC-989A55245D7E}"/>
              </a:ext>
            </a:extLst>
          </p:cNvPr>
          <p:cNvSpPr>
            <a:spLocks noChangeArrowheads="1"/>
          </p:cNvSpPr>
          <p:nvPr/>
        </p:nvSpPr>
        <p:spPr bwMode="auto">
          <a:xfrm>
            <a:off x="4114800" y="2895600"/>
            <a:ext cx="685800" cy="685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sym typeface="Symbol" panose="05050102010706020507" pitchFamily="18" charset="2"/>
              </a:rPr>
              <a:t></a:t>
            </a:r>
            <a:endParaRPr lang="en-US" altLang="en-US">
              <a:latin typeface="Times New Roman" panose="02020603050405020304" pitchFamily="18" charset="0"/>
            </a:endParaRPr>
          </a:p>
        </p:txBody>
      </p:sp>
      <p:sp>
        <p:nvSpPr>
          <p:cNvPr id="10247" name="Rectangle 7">
            <a:extLst>
              <a:ext uri="{FF2B5EF4-FFF2-40B4-BE49-F238E27FC236}">
                <a16:creationId xmlns:a16="http://schemas.microsoft.com/office/drawing/2014/main" id="{6C7D7CFF-1A09-99BF-DEDF-20CDED1F08E7}"/>
              </a:ext>
            </a:extLst>
          </p:cNvPr>
          <p:cNvSpPr>
            <a:spLocks noChangeArrowheads="1"/>
          </p:cNvSpPr>
          <p:nvPr/>
        </p:nvSpPr>
        <p:spPr bwMode="auto">
          <a:xfrm>
            <a:off x="5943600" y="2895600"/>
            <a:ext cx="11430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solidFill>
                  <a:srgbClr val="FF0000"/>
                </a:solidFill>
                <a:latin typeface="Arial" panose="020B0604020202020204" pitchFamily="34" charset="0"/>
                <a:cs typeface="Arial" panose="020B0604020202020204" pitchFamily="34" charset="0"/>
              </a:rPr>
              <a:t>VCO</a:t>
            </a:r>
          </a:p>
        </p:txBody>
      </p:sp>
      <p:sp>
        <p:nvSpPr>
          <p:cNvPr id="10249" name="AutoShape 9">
            <a:extLst>
              <a:ext uri="{FF2B5EF4-FFF2-40B4-BE49-F238E27FC236}">
                <a16:creationId xmlns:a16="http://schemas.microsoft.com/office/drawing/2014/main" id="{48EF80A5-36EC-9EA7-AB4D-B6FD38F6F23F}"/>
              </a:ext>
            </a:extLst>
          </p:cNvPr>
          <p:cNvSpPr>
            <a:spLocks noChangeArrowheads="1"/>
          </p:cNvSpPr>
          <p:nvPr/>
        </p:nvSpPr>
        <p:spPr bwMode="auto">
          <a:xfrm rot="5400000" flipH="1">
            <a:off x="7810500" y="2628900"/>
            <a:ext cx="1066800" cy="114300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r>
              <a:rPr lang="en-US" altLang="en-US">
                <a:latin typeface="Times New Roman" panose="02020603050405020304" pitchFamily="18" charset="0"/>
              </a:rPr>
              <a:t>PA</a:t>
            </a:r>
          </a:p>
        </p:txBody>
      </p:sp>
      <p:sp>
        <p:nvSpPr>
          <p:cNvPr id="10250" name="Line 10">
            <a:extLst>
              <a:ext uri="{FF2B5EF4-FFF2-40B4-BE49-F238E27FC236}">
                <a16:creationId xmlns:a16="http://schemas.microsoft.com/office/drawing/2014/main" id="{7C84E68F-C282-D364-86C8-07ED494174E7}"/>
              </a:ext>
            </a:extLst>
          </p:cNvPr>
          <p:cNvSpPr>
            <a:spLocks noChangeShapeType="1"/>
          </p:cNvSpPr>
          <p:nvPr/>
        </p:nvSpPr>
        <p:spPr bwMode="auto">
          <a:xfrm>
            <a:off x="9525000" y="2286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1" name="Line 11">
            <a:extLst>
              <a:ext uri="{FF2B5EF4-FFF2-40B4-BE49-F238E27FC236}">
                <a16:creationId xmlns:a16="http://schemas.microsoft.com/office/drawing/2014/main" id="{C1305E56-8123-70D9-361D-41E73C374943}"/>
              </a:ext>
            </a:extLst>
          </p:cNvPr>
          <p:cNvSpPr>
            <a:spLocks noChangeShapeType="1"/>
          </p:cNvSpPr>
          <p:nvPr/>
        </p:nvSpPr>
        <p:spPr bwMode="auto">
          <a:xfrm>
            <a:off x="9296400" y="22860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2" name="Line 12">
            <a:extLst>
              <a:ext uri="{FF2B5EF4-FFF2-40B4-BE49-F238E27FC236}">
                <a16:creationId xmlns:a16="http://schemas.microsoft.com/office/drawing/2014/main" id="{071E00DF-63E3-007A-8031-3DDAF5F2834C}"/>
              </a:ext>
            </a:extLst>
          </p:cNvPr>
          <p:cNvSpPr>
            <a:spLocks noChangeShapeType="1"/>
          </p:cNvSpPr>
          <p:nvPr/>
        </p:nvSpPr>
        <p:spPr bwMode="auto">
          <a:xfrm>
            <a:off x="9296400" y="2286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3" name="Line 13">
            <a:extLst>
              <a:ext uri="{FF2B5EF4-FFF2-40B4-BE49-F238E27FC236}">
                <a16:creationId xmlns:a16="http://schemas.microsoft.com/office/drawing/2014/main" id="{7229E0E7-AEE0-2383-2DAB-2767CAB2E81F}"/>
              </a:ext>
            </a:extLst>
          </p:cNvPr>
          <p:cNvSpPr>
            <a:spLocks noChangeShapeType="1"/>
          </p:cNvSpPr>
          <p:nvPr/>
        </p:nvSpPr>
        <p:spPr bwMode="auto">
          <a:xfrm flipH="1">
            <a:off x="9525000" y="2286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5" name="Line 15">
            <a:extLst>
              <a:ext uri="{FF2B5EF4-FFF2-40B4-BE49-F238E27FC236}">
                <a16:creationId xmlns:a16="http://schemas.microsoft.com/office/drawing/2014/main" id="{FD3D4C0E-93AA-9D7C-AF29-2501F3ADC02D}"/>
              </a:ext>
            </a:extLst>
          </p:cNvPr>
          <p:cNvSpPr>
            <a:spLocks noChangeShapeType="1"/>
          </p:cNvSpPr>
          <p:nvPr/>
        </p:nvSpPr>
        <p:spPr bwMode="auto">
          <a:xfrm>
            <a:off x="3276600" y="3200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6" name="Line 16">
            <a:extLst>
              <a:ext uri="{FF2B5EF4-FFF2-40B4-BE49-F238E27FC236}">
                <a16:creationId xmlns:a16="http://schemas.microsoft.com/office/drawing/2014/main" id="{B1C8A8CA-9310-F799-39EB-E451227164AB}"/>
              </a:ext>
            </a:extLst>
          </p:cNvPr>
          <p:cNvSpPr>
            <a:spLocks noChangeShapeType="1"/>
          </p:cNvSpPr>
          <p:nvPr/>
        </p:nvSpPr>
        <p:spPr bwMode="auto">
          <a:xfrm flipV="1">
            <a:off x="4419600" y="3581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7" name="Line 17">
            <a:extLst>
              <a:ext uri="{FF2B5EF4-FFF2-40B4-BE49-F238E27FC236}">
                <a16:creationId xmlns:a16="http://schemas.microsoft.com/office/drawing/2014/main" id="{BFD89C0F-BBC1-61E0-4275-7DFF5E11F562}"/>
              </a:ext>
            </a:extLst>
          </p:cNvPr>
          <p:cNvSpPr>
            <a:spLocks noChangeShapeType="1"/>
          </p:cNvSpPr>
          <p:nvPr/>
        </p:nvSpPr>
        <p:spPr bwMode="auto">
          <a:xfrm>
            <a:off x="4800600" y="32004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8" name="Line 18">
            <a:extLst>
              <a:ext uri="{FF2B5EF4-FFF2-40B4-BE49-F238E27FC236}">
                <a16:creationId xmlns:a16="http://schemas.microsoft.com/office/drawing/2014/main" id="{9A0E7E27-C09B-1769-3690-E24861A5E6A0}"/>
              </a:ext>
            </a:extLst>
          </p:cNvPr>
          <p:cNvSpPr>
            <a:spLocks noChangeShapeType="1"/>
          </p:cNvSpPr>
          <p:nvPr/>
        </p:nvSpPr>
        <p:spPr bwMode="auto">
          <a:xfrm>
            <a:off x="7086600" y="32004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Line 19">
            <a:extLst>
              <a:ext uri="{FF2B5EF4-FFF2-40B4-BE49-F238E27FC236}">
                <a16:creationId xmlns:a16="http://schemas.microsoft.com/office/drawing/2014/main" id="{D2CB588F-D5E7-BA62-D22B-140664E6B2D8}"/>
              </a:ext>
            </a:extLst>
          </p:cNvPr>
          <p:cNvSpPr>
            <a:spLocks noChangeShapeType="1"/>
          </p:cNvSpPr>
          <p:nvPr/>
        </p:nvSpPr>
        <p:spPr bwMode="auto">
          <a:xfrm>
            <a:off x="8915400" y="32004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0" name="Text Box 20">
            <a:extLst>
              <a:ext uri="{FF2B5EF4-FFF2-40B4-BE49-F238E27FC236}">
                <a16:creationId xmlns:a16="http://schemas.microsoft.com/office/drawing/2014/main" id="{CAD6447D-C2D8-4973-52EA-9D6CC75F36BA}"/>
              </a:ext>
            </a:extLst>
          </p:cNvPr>
          <p:cNvSpPr txBox="1">
            <a:spLocks noChangeArrowheads="1"/>
          </p:cNvSpPr>
          <p:nvPr/>
        </p:nvSpPr>
        <p:spPr bwMode="auto">
          <a:xfrm>
            <a:off x="2362201" y="2971800"/>
            <a:ext cx="6719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Input</a:t>
            </a:r>
          </a:p>
        </p:txBody>
      </p:sp>
      <p:sp>
        <p:nvSpPr>
          <p:cNvPr id="2" name="Slide Number Placeholder 1">
            <a:extLst>
              <a:ext uri="{FF2B5EF4-FFF2-40B4-BE49-F238E27FC236}">
                <a16:creationId xmlns:a16="http://schemas.microsoft.com/office/drawing/2014/main" id="{D0A09586-E626-92C5-DD2E-BE352C0FCE7E}"/>
              </a:ext>
            </a:extLst>
          </p:cNvPr>
          <p:cNvSpPr>
            <a:spLocks noGrp="1"/>
          </p:cNvSpPr>
          <p:nvPr>
            <p:ph type="sldNum" sz="quarter" idx="12"/>
          </p:nvPr>
        </p:nvSpPr>
        <p:spPr/>
        <p:txBody>
          <a:bodyPr/>
          <a:lstStyle/>
          <a:p>
            <a:fld id="{CBABCCC1-BF11-4F37-963E-1BCD5B23FD72}"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0C00-A373-7E75-B5FB-F75A6D0A6E5D}"/>
              </a:ext>
            </a:extLst>
          </p:cNvPr>
          <p:cNvSpPr>
            <a:spLocks noGrp="1"/>
          </p:cNvSpPr>
          <p:nvPr>
            <p:ph type="title"/>
          </p:nvPr>
        </p:nvSpPr>
        <p:spPr>
          <a:xfrm>
            <a:off x="1606296" y="0"/>
            <a:ext cx="7440168" cy="732155"/>
          </a:xfrm>
        </p:spPr>
        <p:txBody>
          <a:bodyPr>
            <a:normAutofit/>
          </a:bodyPr>
          <a:lstStyle/>
          <a:p>
            <a:r>
              <a:rPr lang="en-US" sz="3600" dirty="0">
                <a:solidFill>
                  <a:srgbClr val="FF0000"/>
                </a:solidFill>
                <a:latin typeface="Arial" panose="020B0604020202020204" pitchFamily="34" charset="0"/>
                <a:cs typeface="Arial" panose="020B0604020202020204" pitchFamily="34" charset="0"/>
              </a:rPr>
              <a:t>Directly Modulated FM Transmitter</a:t>
            </a:r>
          </a:p>
        </p:txBody>
      </p:sp>
      <p:sp>
        <p:nvSpPr>
          <p:cNvPr id="4" name="Slide Number Placeholder 3">
            <a:extLst>
              <a:ext uri="{FF2B5EF4-FFF2-40B4-BE49-F238E27FC236}">
                <a16:creationId xmlns:a16="http://schemas.microsoft.com/office/drawing/2014/main" id="{99FF1074-A302-21ED-2B12-F97CAAB5D734}"/>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6" name="TextBox 5">
            <a:extLst>
              <a:ext uri="{FF2B5EF4-FFF2-40B4-BE49-F238E27FC236}">
                <a16:creationId xmlns:a16="http://schemas.microsoft.com/office/drawing/2014/main" id="{4AB9BD42-E2BB-DC43-9AB6-FE3A955E758F}"/>
              </a:ext>
            </a:extLst>
          </p:cNvPr>
          <p:cNvSpPr txBox="1"/>
          <p:nvPr/>
        </p:nvSpPr>
        <p:spPr>
          <a:xfrm>
            <a:off x="377952" y="732155"/>
            <a:ext cx="11106912" cy="6124754"/>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Direct frequency modulation can be employed using any of the FM circuits. However, direct FM at the final carrier frequency is not feasible because of the problem of maintaining high frequency stability of the carrier while at the same time obtaining adequate frequency deviation. </a:t>
            </a:r>
          </a:p>
          <a:p>
            <a:pPr marL="342900" indent="-342900">
              <a:buFont typeface="Wingdings" panose="05000000000000000000" pitchFamily="2" charset="2"/>
              <a:buChar char="Ø"/>
            </a:pPr>
            <a:r>
              <a:rPr lang="en-US" sz="2800" dirty="0">
                <a:solidFill>
                  <a:srgbClr val="0909B7"/>
                </a:solidFill>
                <a:latin typeface="Arial" panose="020B0604020202020204" pitchFamily="34" charset="0"/>
                <a:cs typeface="Arial" panose="020B0604020202020204" pitchFamily="34" charset="0"/>
              </a:rPr>
              <a:t>To solve this problem, indirectly modulated FM transmitters, the frequency modulation is carried out at a lower frequency and with a smaller frequency deviation. Then passing this FM wave through frequency multiplier circuit, the desired carrier frequency and desired frequency is achieved.</a:t>
            </a:r>
          </a:p>
          <a:p>
            <a:pPr marL="342900" indent="-342900">
              <a:buFont typeface="Wingdings" panose="05000000000000000000" pitchFamily="2" charset="2"/>
              <a:buChar char="Ø"/>
            </a:pPr>
            <a:r>
              <a:rPr lang="en-US" sz="2800" dirty="0">
                <a:solidFill>
                  <a:srgbClr val="FF0000"/>
                </a:solidFill>
                <a:latin typeface="Arial" panose="020B0604020202020204" pitchFamily="34" charset="0"/>
                <a:cs typeface="Arial" panose="020B0604020202020204" pitchFamily="34" charset="0"/>
              </a:rPr>
              <a:t>With frequency multiplication, the instantaneous frequency is multiplied.</a:t>
            </a:r>
          </a:p>
          <a:p>
            <a:pPr marL="342900" indent="-342900">
              <a:buFont typeface="Wingdings" panose="05000000000000000000" pitchFamily="2" charset="2"/>
              <a:buChar char="Ø"/>
            </a:pPr>
            <a:r>
              <a:rPr lang="en-US" sz="2800" dirty="0">
                <a:solidFill>
                  <a:srgbClr val="0909B7"/>
                </a:solidFill>
                <a:latin typeface="Arial" panose="020B0604020202020204" pitchFamily="34" charset="0"/>
                <a:cs typeface="Arial" panose="020B0604020202020204" pitchFamily="34" charset="0"/>
              </a:rPr>
              <a:t>With frequency mixing the deviation is not altered.</a:t>
            </a:r>
          </a:p>
          <a:p>
            <a:pPr marL="342900" indent="-3429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828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a:extLst>
              <a:ext uri="{FF2B5EF4-FFF2-40B4-BE49-F238E27FC236}">
                <a16:creationId xmlns:a16="http://schemas.microsoft.com/office/drawing/2014/main" id="{74CFDDBA-713B-F46B-16FA-D3566B1EEB02}"/>
              </a:ext>
            </a:extLst>
          </p:cNvPr>
          <p:cNvSpPr>
            <a:spLocks noGrp="1"/>
          </p:cNvSpPr>
          <p:nvPr>
            <p:ph type="title"/>
          </p:nvPr>
        </p:nvSpPr>
        <p:spPr>
          <a:xfrm>
            <a:off x="1981200" y="1"/>
            <a:ext cx="8229600" cy="868363"/>
          </a:xfrm>
        </p:spPr>
        <p:txBody>
          <a:bodyPr/>
          <a:lstStyle/>
          <a:p>
            <a:r>
              <a:rPr lang="en-US" altLang="en-US" dirty="0" err="1">
                <a:solidFill>
                  <a:srgbClr val="FF0000"/>
                </a:solidFill>
                <a:latin typeface="Arial" panose="020B0604020202020204" pitchFamily="34" charset="0"/>
                <a:cs typeface="Arial" panose="020B0604020202020204" pitchFamily="34" charset="0"/>
              </a:rPr>
              <a:t>Aemstrong</a:t>
            </a:r>
            <a:r>
              <a:rPr lang="en-US" altLang="en-US" dirty="0">
                <a:solidFill>
                  <a:srgbClr val="FF0000"/>
                </a:solidFill>
                <a:latin typeface="Arial" panose="020B0604020202020204" pitchFamily="34" charset="0"/>
                <a:cs typeface="Arial" panose="020B0604020202020204" pitchFamily="34" charset="0"/>
              </a:rPr>
              <a:t> Method</a:t>
            </a:r>
            <a:endParaRPr lang="en-US" altLang="en-US" dirty="0">
              <a:solidFill>
                <a:srgbClr val="024614"/>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59A9F5BA-25CD-7917-62B6-01C008B46DC2}"/>
              </a:ext>
            </a:extLst>
          </p:cNvPr>
          <p:cNvSpPr>
            <a:spLocks noGrp="1"/>
          </p:cNvSpPr>
          <p:nvPr>
            <p:ph type="sldNum" sz="quarter" idx="12"/>
          </p:nvPr>
        </p:nvSpPr>
        <p:spPr/>
        <p:txBody>
          <a:bodyPr/>
          <a:lstStyle/>
          <a:p>
            <a:fld id="{CBABCCC1-BF11-4F37-963E-1BCD5B23FD72}" type="slidenum">
              <a:rPr lang="en-IN" smtClean="0"/>
              <a:t>8</a:t>
            </a:fld>
            <a:endParaRPr lang="en-IN"/>
          </a:p>
        </p:txBody>
      </p:sp>
      <p:pic>
        <p:nvPicPr>
          <p:cNvPr id="4" name="Picture 3">
            <a:extLst>
              <a:ext uri="{FF2B5EF4-FFF2-40B4-BE49-F238E27FC236}">
                <a16:creationId xmlns:a16="http://schemas.microsoft.com/office/drawing/2014/main" id="{0B7BD73D-546A-19CC-BB1D-D478664FE1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44963"/>
            <a:ext cx="10021824" cy="565561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671E336-6682-092E-B26B-0A0CB4B48270}"/>
              </a:ext>
            </a:extLst>
          </p:cNvPr>
          <p:cNvSpPr>
            <a:spLocks noGrp="1"/>
          </p:cNvSpPr>
          <p:nvPr>
            <p:ph type="sldNum" sz="quarter" idx="12"/>
          </p:nvPr>
        </p:nvSpPr>
        <p:spPr/>
        <p:txBody>
          <a:bodyPr/>
          <a:lstStyle/>
          <a:p>
            <a:fld id="{CBABCCC1-BF11-4F37-963E-1BCD5B23FD72}" type="slidenum">
              <a:rPr lang="en-IN" smtClean="0"/>
              <a:t>9</a:t>
            </a:fld>
            <a:endParaRPr lang="en-IN"/>
          </a:p>
        </p:txBody>
      </p:sp>
      <p:pic>
        <p:nvPicPr>
          <p:cNvPr id="6" name="Picture 5">
            <a:extLst>
              <a:ext uri="{FF2B5EF4-FFF2-40B4-BE49-F238E27FC236}">
                <a16:creationId xmlns:a16="http://schemas.microsoft.com/office/drawing/2014/main" id="{15E388A5-737C-9A3E-95B4-37797086CA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4272" y="964112"/>
            <a:ext cx="8765182" cy="4929775"/>
          </a:xfrm>
          <a:prstGeom prst="rect">
            <a:avLst/>
          </a:prstGeom>
          <a:noFill/>
          <a:ln>
            <a:noFill/>
          </a:ln>
        </p:spPr>
      </p:pic>
      <p:sp>
        <p:nvSpPr>
          <p:cNvPr id="8" name="TextBox 7">
            <a:extLst>
              <a:ext uri="{FF2B5EF4-FFF2-40B4-BE49-F238E27FC236}">
                <a16:creationId xmlns:a16="http://schemas.microsoft.com/office/drawing/2014/main" id="{AB5C5D2C-DD29-AD2F-0FE0-B06EB243D628}"/>
              </a:ext>
            </a:extLst>
          </p:cNvPr>
          <p:cNvSpPr txBox="1"/>
          <p:nvPr/>
        </p:nvSpPr>
        <p:spPr>
          <a:xfrm>
            <a:off x="2514600" y="213542"/>
            <a:ext cx="6096000" cy="658835"/>
          </a:xfrm>
          <a:prstGeom prst="rect">
            <a:avLst/>
          </a:prstGeom>
          <a:noFill/>
        </p:spPr>
        <p:txBody>
          <a:bodyPr wrap="square">
            <a:spAutoFit/>
          </a:bodyPr>
          <a:lstStyle/>
          <a:p>
            <a:pPr marL="0" marR="0" algn="just">
              <a:lnSpc>
                <a:spcPct val="150000"/>
              </a:lnSpc>
              <a:spcBef>
                <a:spcPts val="0"/>
              </a:spcBef>
              <a:spcAft>
                <a:spcPts val="0"/>
              </a:spcAft>
            </a:pPr>
            <a:r>
              <a:rPr lang="en-US" sz="28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Phase Modulator Circuit</a:t>
            </a:r>
          </a:p>
        </p:txBody>
      </p:sp>
    </p:spTree>
    <p:extLst>
      <p:ext uri="{BB962C8B-B14F-4D97-AF65-F5344CB8AC3E}">
        <p14:creationId xmlns:p14="http://schemas.microsoft.com/office/powerpoint/2010/main" val="3454534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A92AD7-A223-A710-BC0E-93AA5687DC74}"/>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6" name="Title 5">
            <a:extLst>
              <a:ext uri="{FF2B5EF4-FFF2-40B4-BE49-F238E27FC236}">
                <a16:creationId xmlns:a16="http://schemas.microsoft.com/office/drawing/2014/main" id="{5BA99EA9-AF7F-C5F0-5E39-81D1EA005384}"/>
              </a:ext>
            </a:extLst>
          </p:cNvPr>
          <p:cNvSpPr txBox="1">
            <a:spLocks noGrp="1"/>
          </p:cNvSpPr>
          <p:nvPr>
            <p:ph type="title"/>
          </p:nvPr>
        </p:nvSpPr>
        <p:spPr>
          <a:xfrm>
            <a:off x="4544568" y="2402745"/>
            <a:ext cx="2843784" cy="590931"/>
          </a:xfrm>
          <a:prstGeom prst="rect">
            <a:avLst/>
          </a:prstGeom>
          <a:noFill/>
        </p:spPr>
        <p:txBody>
          <a:bodyPr wrap="square" rtlCol="0">
            <a:spAutoFit/>
          </a:bodyPr>
          <a:lstStyle/>
          <a:p>
            <a:r>
              <a:rPr lang="en-US" sz="3600" dirty="0">
                <a:solidFill>
                  <a:srgbClr val="00B050"/>
                </a:solidFill>
                <a:latin typeface="Arial" panose="020B0604020202020204" pitchFamily="34" charset="0"/>
                <a:cs typeface="Arial" panose="020B0604020202020204" pitchFamily="34" charset="0"/>
              </a:rPr>
              <a:t>Session-34</a:t>
            </a:r>
          </a:p>
        </p:txBody>
      </p:sp>
      <p:sp>
        <p:nvSpPr>
          <p:cNvPr id="8" name="TextBox 7">
            <a:extLst>
              <a:ext uri="{FF2B5EF4-FFF2-40B4-BE49-F238E27FC236}">
                <a16:creationId xmlns:a16="http://schemas.microsoft.com/office/drawing/2014/main" id="{A2BF57BD-F870-B377-AF08-1815DABB13BA}"/>
              </a:ext>
            </a:extLst>
          </p:cNvPr>
          <p:cNvSpPr txBox="1"/>
          <p:nvPr/>
        </p:nvSpPr>
        <p:spPr>
          <a:xfrm>
            <a:off x="4247388" y="3156439"/>
            <a:ext cx="3438144" cy="707886"/>
          </a:xfrm>
          <a:prstGeom prst="rect">
            <a:avLst/>
          </a:prstGeom>
          <a:noFill/>
        </p:spPr>
        <p:txBody>
          <a:bodyPr wrap="square">
            <a:spAutoFit/>
          </a:bodyPr>
          <a:lstStyle/>
          <a:p>
            <a:r>
              <a:rPr lang="en-US" sz="4000" dirty="0">
                <a:solidFill>
                  <a:srgbClr val="FF0000"/>
                </a:solidFill>
                <a:latin typeface="Arial" panose="020B0604020202020204" pitchFamily="34" charset="0"/>
                <a:cs typeface="Arial" panose="020B0604020202020204" pitchFamily="34" charset="0"/>
              </a:rPr>
              <a:t>FM Receiver</a:t>
            </a:r>
          </a:p>
        </p:txBody>
      </p:sp>
    </p:spTree>
    <p:extLst>
      <p:ext uri="{BB962C8B-B14F-4D97-AF65-F5344CB8AC3E}">
        <p14:creationId xmlns:p14="http://schemas.microsoft.com/office/powerpoint/2010/main" val="3447073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B0C4A7-7AD9-D24B-26DB-D73FACFAF959}"/>
              </a:ext>
            </a:extLst>
          </p:cNvPr>
          <p:cNvSpPr>
            <a:spLocks noGrp="1"/>
          </p:cNvSpPr>
          <p:nvPr>
            <p:ph type="sldNum" sz="quarter" idx="12"/>
          </p:nvPr>
        </p:nvSpPr>
        <p:spPr/>
        <p:txBody>
          <a:bodyPr/>
          <a:lstStyle/>
          <a:p>
            <a:fld id="{CBABCCC1-BF11-4F37-963E-1BCD5B23FD72}" type="slidenum">
              <a:rPr lang="en-IN" smtClean="0"/>
              <a:t>11</a:t>
            </a:fld>
            <a:endParaRPr lang="en-IN"/>
          </a:p>
        </p:txBody>
      </p:sp>
      <p:pic>
        <p:nvPicPr>
          <p:cNvPr id="7" name="Picture 6">
            <a:extLst>
              <a:ext uri="{FF2B5EF4-FFF2-40B4-BE49-F238E27FC236}">
                <a16:creationId xmlns:a16="http://schemas.microsoft.com/office/drawing/2014/main" id="{160D5757-5AF1-32DD-A44E-4A8DD35C2DF0}"/>
              </a:ext>
            </a:extLst>
          </p:cNvPr>
          <p:cNvPicPr>
            <a:picLocks noChangeAspect="1"/>
          </p:cNvPicPr>
          <p:nvPr/>
        </p:nvPicPr>
        <p:blipFill>
          <a:blip r:embed="rId2"/>
          <a:stretch>
            <a:fillRect/>
          </a:stretch>
        </p:blipFill>
        <p:spPr>
          <a:xfrm>
            <a:off x="1194816" y="860484"/>
            <a:ext cx="8863584" cy="5305366"/>
          </a:xfrm>
          <a:prstGeom prst="rect">
            <a:avLst/>
          </a:prstGeom>
        </p:spPr>
      </p:pic>
      <p:sp>
        <p:nvSpPr>
          <p:cNvPr id="8" name="TextBox 7">
            <a:extLst>
              <a:ext uri="{FF2B5EF4-FFF2-40B4-BE49-F238E27FC236}">
                <a16:creationId xmlns:a16="http://schemas.microsoft.com/office/drawing/2014/main" id="{3A3E7022-1441-5034-1F59-3527B2522DF3}"/>
              </a:ext>
            </a:extLst>
          </p:cNvPr>
          <p:cNvSpPr txBox="1"/>
          <p:nvPr/>
        </p:nvSpPr>
        <p:spPr>
          <a:xfrm>
            <a:off x="3750564" y="214153"/>
            <a:ext cx="3422904" cy="646331"/>
          </a:xfrm>
          <a:prstGeom prst="rect">
            <a:avLst/>
          </a:prstGeom>
          <a:noFill/>
        </p:spPr>
        <p:txBody>
          <a:bodyPr wrap="square" rtlCol="0">
            <a:spAutoFit/>
          </a:bodyPr>
          <a:lstStyle/>
          <a:p>
            <a:r>
              <a:rPr lang="en-US" sz="3600" dirty="0">
                <a:solidFill>
                  <a:srgbClr val="FF0000"/>
                </a:solidFill>
                <a:latin typeface="Arial" panose="020B0604020202020204" pitchFamily="34" charset="0"/>
                <a:cs typeface="Arial" panose="020B0604020202020204" pitchFamily="34" charset="0"/>
              </a:rPr>
              <a:t>FM Receiver</a:t>
            </a:r>
          </a:p>
        </p:txBody>
      </p:sp>
    </p:spTree>
    <p:extLst>
      <p:ext uri="{BB962C8B-B14F-4D97-AF65-F5344CB8AC3E}">
        <p14:creationId xmlns:p14="http://schemas.microsoft.com/office/powerpoint/2010/main" val="2593004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46A78242-30A4-0713-F918-E0239A43E602}"/>
              </a:ext>
            </a:extLst>
          </p:cNvPr>
          <p:cNvSpPr>
            <a:spLocks noGrp="1" noChangeArrowheads="1"/>
          </p:cNvSpPr>
          <p:nvPr>
            <p:ph type="title" idx="4294967295"/>
          </p:nvPr>
        </p:nvSpPr>
        <p:spPr>
          <a:xfrm>
            <a:off x="1689370" y="304798"/>
            <a:ext cx="9144000" cy="228600"/>
          </a:xfrm>
        </p:spPr>
        <p:txBody>
          <a:bodyPr>
            <a:noAutofit/>
          </a:bodyPr>
          <a:lstStyle/>
          <a:p>
            <a:pPr eaLnBrk="1" hangingPunct="1"/>
            <a:r>
              <a:rPr lang="en-US" altLang="en-US" sz="3600" dirty="0">
                <a:solidFill>
                  <a:srgbClr val="FF0000"/>
                </a:solidFill>
                <a:latin typeface="Arial" panose="020B0604020202020204" pitchFamily="34" charset="0"/>
                <a:cs typeface="Arial" panose="020B0604020202020204" pitchFamily="34" charset="0"/>
              </a:rPr>
              <a:t>Frequency Modulation Detector</a:t>
            </a:r>
          </a:p>
        </p:txBody>
      </p:sp>
      <p:pic>
        <p:nvPicPr>
          <p:cNvPr id="3" name="Picture 2">
            <a:extLst>
              <a:ext uri="{FF2B5EF4-FFF2-40B4-BE49-F238E27FC236}">
                <a16:creationId xmlns:a16="http://schemas.microsoft.com/office/drawing/2014/main" id="{84285322-D7BB-4FFF-1BE7-3A1A3B63D481}"/>
              </a:ext>
            </a:extLst>
          </p:cNvPr>
          <p:cNvPicPr>
            <a:picLocks noChangeAspect="1"/>
          </p:cNvPicPr>
          <p:nvPr/>
        </p:nvPicPr>
        <p:blipFill>
          <a:blip r:embed="rId2"/>
          <a:stretch>
            <a:fillRect/>
          </a:stretch>
        </p:blipFill>
        <p:spPr>
          <a:xfrm>
            <a:off x="241064" y="627738"/>
            <a:ext cx="7877175" cy="3228975"/>
          </a:xfrm>
          <a:prstGeom prst="rect">
            <a:avLst/>
          </a:prstGeom>
        </p:spPr>
      </p:pic>
      <p:pic>
        <p:nvPicPr>
          <p:cNvPr id="5" name="Picture 4">
            <a:extLst>
              <a:ext uri="{FF2B5EF4-FFF2-40B4-BE49-F238E27FC236}">
                <a16:creationId xmlns:a16="http://schemas.microsoft.com/office/drawing/2014/main" id="{CC1C7DFE-A303-B957-A409-3D05D180EEE2}"/>
              </a:ext>
            </a:extLst>
          </p:cNvPr>
          <p:cNvPicPr>
            <a:picLocks noChangeAspect="1"/>
          </p:cNvPicPr>
          <p:nvPr/>
        </p:nvPicPr>
        <p:blipFill>
          <a:blip r:embed="rId3"/>
          <a:stretch>
            <a:fillRect/>
          </a:stretch>
        </p:blipFill>
        <p:spPr>
          <a:xfrm>
            <a:off x="420518" y="3711912"/>
            <a:ext cx="6580050" cy="2464438"/>
          </a:xfrm>
          <a:prstGeom prst="rect">
            <a:avLst/>
          </a:prstGeom>
        </p:spPr>
      </p:pic>
      <p:sp>
        <p:nvSpPr>
          <p:cNvPr id="2" name="Slide Number Placeholder 1">
            <a:extLst>
              <a:ext uri="{FF2B5EF4-FFF2-40B4-BE49-F238E27FC236}">
                <a16:creationId xmlns:a16="http://schemas.microsoft.com/office/drawing/2014/main" id="{F870E530-FD7A-5A56-355F-4A2FD9963F1B}"/>
              </a:ext>
            </a:extLst>
          </p:cNvPr>
          <p:cNvSpPr>
            <a:spLocks noGrp="1"/>
          </p:cNvSpPr>
          <p:nvPr>
            <p:ph type="sldNum" sz="quarter" idx="12"/>
          </p:nvPr>
        </p:nvSpPr>
        <p:spPr/>
        <p:txBody>
          <a:bodyPr/>
          <a:lstStyle/>
          <a:p>
            <a:fld id="{CBABCCC1-BF11-4F37-963E-1BCD5B23FD72}" type="slidenum">
              <a:rPr lang="en-IN" smtClean="0"/>
              <a:t>12</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8" descr="AABRMRJ0">
            <a:extLst>
              <a:ext uri="{FF2B5EF4-FFF2-40B4-BE49-F238E27FC236}">
                <a16:creationId xmlns:a16="http://schemas.microsoft.com/office/drawing/2014/main" id="{ADF92A42-8429-674E-295C-F7B2EC1AC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724" y="405581"/>
            <a:ext cx="9452075" cy="1904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270F7A3-51C9-485E-EB86-D195EDE35DA3}"/>
              </a:ext>
            </a:extLst>
          </p:cNvPr>
          <p:cNvSpPr txBox="1">
            <a:spLocks noChangeArrowheads="1"/>
          </p:cNvSpPr>
          <p:nvPr/>
        </p:nvSpPr>
        <p:spPr bwMode="auto">
          <a:xfrm>
            <a:off x="1524000" y="176981"/>
            <a:ext cx="9144000" cy="228600"/>
          </a:xfrm>
          <a:prstGeom prst="rect">
            <a:avLst/>
          </a:prstGeom>
          <a:noFill/>
          <a:ln w="9525">
            <a:noFill/>
            <a:miter lim="800000"/>
            <a:headEnd/>
            <a:tailEnd/>
          </a:ln>
        </p:spPr>
        <p:txBody>
          <a:bodyPr anchor="ctr"/>
          <a:lstStyle/>
          <a:p>
            <a:pPr algn="ctr" eaLnBrk="0" hangingPunct="0">
              <a:defRPr/>
            </a:pPr>
            <a:r>
              <a:rPr lang="en-US" sz="3600" kern="0" dirty="0">
                <a:solidFill>
                  <a:srgbClr val="FF0000"/>
                </a:solidFill>
                <a:latin typeface="Arial" charset="0"/>
                <a:ea typeface="+mj-ea"/>
                <a:cs typeface="Times New Roman" pitchFamily="18" charset="0"/>
              </a:rPr>
              <a:t>Slope Detector (FM-to AM Conversion)</a:t>
            </a:r>
          </a:p>
        </p:txBody>
      </p:sp>
      <p:pic>
        <p:nvPicPr>
          <p:cNvPr id="9" name="Picture 8">
            <a:extLst>
              <a:ext uri="{FF2B5EF4-FFF2-40B4-BE49-F238E27FC236}">
                <a16:creationId xmlns:a16="http://schemas.microsoft.com/office/drawing/2014/main" id="{284BE40A-3892-2881-7FD1-7899D3544B9A}"/>
              </a:ext>
            </a:extLst>
          </p:cNvPr>
          <p:cNvPicPr>
            <a:picLocks noChangeAspect="1"/>
          </p:cNvPicPr>
          <p:nvPr/>
        </p:nvPicPr>
        <p:blipFill>
          <a:blip r:embed="rId3"/>
          <a:stretch>
            <a:fillRect/>
          </a:stretch>
        </p:blipFill>
        <p:spPr>
          <a:xfrm>
            <a:off x="769067" y="2019299"/>
            <a:ext cx="10488942" cy="1834945"/>
          </a:xfrm>
          <a:prstGeom prst="rect">
            <a:avLst/>
          </a:prstGeom>
        </p:spPr>
      </p:pic>
      <p:pic>
        <p:nvPicPr>
          <p:cNvPr id="21" name="Picture 20">
            <a:extLst>
              <a:ext uri="{FF2B5EF4-FFF2-40B4-BE49-F238E27FC236}">
                <a16:creationId xmlns:a16="http://schemas.microsoft.com/office/drawing/2014/main" id="{8F13335A-0F8E-664F-B8E7-06F94B52A073}"/>
              </a:ext>
            </a:extLst>
          </p:cNvPr>
          <p:cNvPicPr>
            <a:picLocks noChangeAspect="1"/>
          </p:cNvPicPr>
          <p:nvPr/>
        </p:nvPicPr>
        <p:blipFill>
          <a:blip r:embed="rId4"/>
          <a:stretch>
            <a:fillRect/>
          </a:stretch>
        </p:blipFill>
        <p:spPr>
          <a:xfrm>
            <a:off x="933991" y="3854244"/>
            <a:ext cx="6175890" cy="2470356"/>
          </a:xfrm>
          <a:prstGeom prst="rect">
            <a:avLst/>
          </a:prstGeom>
        </p:spPr>
      </p:pic>
      <p:sp>
        <p:nvSpPr>
          <p:cNvPr id="2" name="Slide Number Placeholder 1">
            <a:extLst>
              <a:ext uri="{FF2B5EF4-FFF2-40B4-BE49-F238E27FC236}">
                <a16:creationId xmlns:a16="http://schemas.microsoft.com/office/drawing/2014/main" id="{F69E5A9A-3ABF-2D6F-F030-2F5947A5BD81}"/>
              </a:ext>
            </a:extLst>
          </p:cNvPr>
          <p:cNvSpPr>
            <a:spLocks noGrp="1"/>
          </p:cNvSpPr>
          <p:nvPr>
            <p:ph type="sldNum" sz="quarter" idx="12"/>
          </p:nvPr>
        </p:nvSpPr>
        <p:spPr/>
        <p:txBody>
          <a:bodyPr/>
          <a:lstStyle/>
          <a:p>
            <a:fld id="{CBABCCC1-BF11-4F37-963E-1BCD5B23FD72}" type="slidenum">
              <a:rPr lang="en-IN" smtClean="0"/>
              <a:t>13</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barn(inVertical)">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4D7A8A19-7934-2C35-4540-4143E78FE02A}"/>
              </a:ext>
            </a:extLst>
          </p:cNvPr>
          <p:cNvSpPr>
            <a:spLocks noGrp="1" noChangeArrowheads="1"/>
          </p:cNvSpPr>
          <p:nvPr>
            <p:ph type="title" idx="4294967295"/>
          </p:nvPr>
        </p:nvSpPr>
        <p:spPr>
          <a:xfrm>
            <a:off x="1524000" y="304800"/>
            <a:ext cx="9144000" cy="228600"/>
          </a:xfrm>
        </p:spPr>
        <p:txBody>
          <a:bodyPr>
            <a:normAutofit fontScale="90000"/>
          </a:bodyPr>
          <a:lstStyle/>
          <a:p>
            <a:pPr eaLnBrk="1" hangingPunct="1"/>
            <a:r>
              <a:rPr lang="en-US" altLang="en-US" sz="4000" dirty="0">
                <a:latin typeface="Times New Roman" panose="02020603050405020304" pitchFamily="18" charset="0"/>
                <a:cs typeface="Times New Roman" panose="02020603050405020304" pitchFamily="18" charset="0"/>
              </a:rPr>
              <a:t>Slope </a:t>
            </a:r>
            <a:r>
              <a:rPr lang="en-US" altLang="en-US" sz="4000" dirty="0">
                <a:solidFill>
                  <a:srgbClr val="FF0000"/>
                </a:solidFill>
                <a:latin typeface="Arial" panose="020B0604020202020204" pitchFamily="34" charset="0"/>
                <a:cs typeface="Arial" panose="020B0604020202020204" pitchFamily="34" charset="0"/>
              </a:rPr>
              <a:t>Detector</a:t>
            </a:r>
            <a:r>
              <a:rPr lang="en-US" altLang="en-US" sz="4000" dirty="0">
                <a:latin typeface="Times New Roman" panose="02020603050405020304" pitchFamily="18" charset="0"/>
                <a:cs typeface="Times New Roman" panose="02020603050405020304" pitchFamily="18" charset="0"/>
              </a:rPr>
              <a:t> Circuit</a:t>
            </a:r>
          </a:p>
        </p:txBody>
      </p:sp>
      <p:pic>
        <p:nvPicPr>
          <p:cNvPr id="71683" name="Picture 8" descr="AABRMRKO">
            <a:extLst>
              <a:ext uri="{FF2B5EF4-FFF2-40B4-BE49-F238E27FC236}">
                <a16:creationId xmlns:a16="http://schemas.microsoft.com/office/drawing/2014/main" id="{9496C22F-135F-A1ED-6D2B-F41F8251F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539" y="906464"/>
            <a:ext cx="5437187" cy="564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D7B97CE-C129-FBBF-5CBA-6564E8207457}"/>
              </a:ext>
            </a:extLst>
          </p:cNvPr>
          <p:cNvSpPr>
            <a:spLocks noGrp="1"/>
          </p:cNvSpPr>
          <p:nvPr>
            <p:ph type="sldNum" sz="quarter" idx="12"/>
          </p:nvPr>
        </p:nvSpPr>
        <p:spPr/>
        <p:txBody>
          <a:bodyPr/>
          <a:lstStyle/>
          <a:p>
            <a:fld id="{CBABCCC1-BF11-4F37-963E-1BCD5B23FD72}"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CA6743B6-DC11-007D-D056-E07AFFDC640A}"/>
              </a:ext>
            </a:extLst>
          </p:cNvPr>
          <p:cNvSpPr>
            <a:spLocks noGrp="1" noChangeArrowheads="1"/>
          </p:cNvSpPr>
          <p:nvPr>
            <p:ph type="title" idx="4294967295"/>
          </p:nvPr>
        </p:nvSpPr>
        <p:spPr>
          <a:xfrm>
            <a:off x="1524000" y="188068"/>
            <a:ext cx="9144000" cy="228600"/>
          </a:xfrm>
        </p:spPr>
        <p:txBody>
          <a:bodyPr>
            <a:normAutofit fontScale="90000"/>
          </a:bodyPr>
          <a:lstStyle/>
          <a:p>
            <a:pPr eaLnBrk="1" hangingPunct="1"/>
            <a:r>
              <a:rPr lang="en-US" altLang="en-US" sz="3200" dirty="0">
                <a:solidFill>
                  <a:srgbClr val="FF0000"/>
                </a:solidFill>
                <a:latin typeface="Arial" panose="020B0604020202020204" pitchFamily="34" charset="0"/>
                <a:cs typeface="Arial" panose="020B0604020202020204" pitchFamily="34" charset="0"/>
              </a:rPr>
              <a:t>Balanced Discriminator</a:t>
            </a:r>
          </a:p>
        </p:txBody>
      </p:sp>
      <p:pic>
        <p:nvPicPr>
          <p:cNvPr id="3" name="Picture 2">
            <a:extLst>
              <a:ext uri="{FF2B5EF4-FFF2-40B4-BE49-F238E27FC236}">
                <a16:creationId xmlns:a16="http://schemas.microsoft.com/office/drawing/2014/main" id="{28696676-200A-9E30-DC7D-4450EB248C0D}"/>
              </a:ext>
            </a:extLst>
          </p:cNvPr>
          <p:cNvPicPr>
            <a:picLocks noChangeAspect="1"/>
          </p:cNvPicPr>
          <p:nvPr/>
        </p:nvPicPr>
        <p:blipFill>
          <a:blip r:embed="rId2"/>
          <a:stretch>
            <a:fillRect/>
          </a:stretch>
        </p:blipFill>
        <p:spPr>
          <a:xfrm>
            <a:off x="188069" y="753083"/>
            <a:ext cx="5973515" cy="3118526"/>
          </a:xfrm>
          <a:prstGeom prst="rect">
            <a:avLst/>
          </a:prstGeom>
        </p:spPr>
      </p:pic>
      <p:pic>
        <p:nvPicPr>
          <p:cNvPr id="7" name="Picture 6">
            <a:extLst>
              <a:ext uri="{FF2B5EF4-FFF2-40B4-BE49-F238E27FC236}">
                <a16:creationId xmlns:a16="http://schemas.microsoft.com/office/drawing/2014/main" id="{84D8449D-A07B-3B75-EAFD-7B099B99E041}"/>
              </a:ext>
            </a:extLst>
          </p:cNvPr>
          <p:cNvPicPr>
            <a:picLocks noChangeAspect="1"/>
          </p:cNvPicPr>
          <p:nvPr/>
        </p:nvPicPr>
        <p:blipFill>
          <a:blip r:embed="rId3"/>
          <a:stretch>
            <a:fillRect/>
          </a:stretch>
        </p:blipFill>
        <p:spPr>
          <a:xfrm>
            <a:off x="6354390" y="603519"/>
            <a:ext cx="5649541" cy="3569427"/>
          </a:xfrm>
          <a:prstGeom prst="rect">
            <a:avLst/>
          </a:prstGeom>
        </p:spPr>
      </p:pic>
      <p:sp>
        <p:nvSpPr>
          <p:cNvPr id="2" name="Slide Number Placeholder 1">
            <a:extLst>
              <a:ext uri="{FF2B5EF4-FFF2-40B4-BE49-F238E27FC236}">
                <a16:creationId xmlns:a16="http://schemas.microsoft.com/office/drawing/2014/main" id="{50330D49-CD63-3EFB-D67B-E1079430A14D}"/>
              </a:ext>
            </a:extLst>
          </p:cNvPr>
          <p:cNvSpPr>
            <a:spLocks noGrp="1"/>
          </p:cNvSpPr>
          <p:nvPr>
            <p:ph type="sldNum" sz="quarter" idx="12"/>
          </p:nvPr>
        </p:nvSpPr>
        <p:spPr/>
        <p:txBody>
          <a:bodyPr/>
          <a:lstStyle/>
          <a:p>
            <a:fld id="{CBABCCC1-BF11-4F37-963E-1BCD5B23FD72}" type="slidenum">
              <a:rPr lang="en-IN" smtClean="0"/>
              <a:t>15</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179A05B-FF4D-9E42-2FA0-EB040865294A}"/>
              </a:ext>
            </a:extLst>
          </p:cNvPr>
          <p:cNvSpPr>
            <a:spLocks noGrp="1"/>
          </p:cNvSpPr>
          <p:nvPr>
            <p:ph type="title"/>
          </p:nvPr>
        </p:nvSpPr>
        <p:spPr>
          <a:xfrm>
            <a:off x="5055205" y="2857500"/>
            <a:ext cx="1472184" cy="1143000"/>
          </a:xfrm>
        </p:spPr>
        <p:txBody>
          <a:bodyPr/>
          <a:lstStyle/>
          <a:p>
            <a:r>
              <a:rPr lang="en-US" altLang="en-US" sz="4800" dirty="0">
                <a:solidFill>
                  <a:srgbClr val="FF0000"/>
                </a:solidFill>
                <a:latin typeface="Arial" panose="020B0604020202020204" pitchFamily="34" charset="0"/>
                <a:cs typeface="Arial" panose="020B0604020202020204" pitchFamily="34" charset="0"/>
              </a:rPr>
              <a:t>End</a:t>
            </a:r>
          </a:p>
        </p:txBody>
      </p:sp>
      <p:sp>
        <p:nvSpPr>
          <p:cNvPr id="3" name="Slide Number Placeholder 2">
            <a:extLst>
              <a:ext uri="{FF2B5EF4-FFF2-40B4-BE49-F238E27FC236}">
                <a16:creationId xmlns:a16="http://schemas.microsoft.com/office/drawing/2014/main" id="{83A6F273-1C50-A5BE-85D7-78B8BF33386B}"/>
              </a:ext>
            </a:extLst>
          </p:cNvPr>
          <p:cNvSpPr>
            <a:spLocks noGrp="1"/>
          </p:cNvSpPr>
          <p:nvPr>
            <p:ph type="sldNum" sz="quarter" idx="12"/>
          </p:nvPr>
        </p:nvSpPr>
        <p:spPr/>
        <p:txBody>
          <a:bodyPr/>
          <a:lstStyle/>
          <a:p>
            <a:fld id="{CBABCCC1-BF11-4F37-963E-1BCD5B23FD72}" type="slidenum">
              <a:rPr lang="en-IN" smtClean="0"/>
              <a:t>16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customXml/itemProps3.xml><?xml version="1.0" encoding="utf-8"?>
<ds:datastoreItem xmlns:ds="http://schemas.openxmlformats.org/officeDocument/2006/customXml" ds:itemID="{44A4D56B-9EDA-4F8D-84ED-5B5B230CCC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97</TotalTime>
  <Words>241</Words>
  <Application>Microsoft Office PowerPoint</Application>
  <PresentationFormat>Widescreen</PresentationFormat>
  <Paragraphs>49</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 FM Transmitters   </vt:lpstr>
      <vt:lpstr>FM Specifications / Standards</vt:lpstr>
      <vt:lpstr>FM Specifications / Standards</vt:lpstr>
      <vt:lpstr>FM Transmitter</vt:lpstr>
      <vt:lpstr>Block Diagram</vt:lpstr>
      <vt:lpstr>Directly Modulated FM Transmitter</vt:lpstr>
      <vt:lpstr>Aemstrong Method</vt:lpstr>
      <vt:lpstr>PowerPoint Presentation</vt:lpstr>
      <vt:lpstr>Session-34</vt:lpstr>
      <vt:lpstr>PowerPoint Presentation</vt:lpstr>
      <vt:lpstr>Frequency Modulation Detector</vt:lpstr>
      <vt:lpstr>PowerPoint Presentation</vt:lpstr>
      <vt:lpstr>Slope Detector Circuit</vt:lpstr>
      <vt:lpstr>Balanced Discriminator</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10</cp:revision>
  <dcterms:created xsi:type="dcterms:W3CDTF">2023-05-08T13:48:07Z</dcterms:created>
  <dcterms:modified xsi:type="dcterms:W3CDTF">2025-10-16T08:04:49Z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