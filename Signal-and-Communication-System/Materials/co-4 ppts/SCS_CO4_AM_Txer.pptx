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13"/>
  </p:notesMasterIdLst>
  <p:handoutMasterIdLst>
    <p:handoutMasterId r:id="rId14"/>
  </p:handoutMasterIdLst>
  <p:sldIdLst>
    <p:sldId id="332" r:id="rId5"/>
    <p:sldId id="448" r:id="rId6"/>
    <p:sldId id="471" r:id="rId7"/>
    <p:sldId id="472" r:id="rId8"/>
    <p:sldId id="473" r:id="rId9"/>
    <p:sldId id="474" r:id="rId10"/>
    <p:sldId id="475" r:id="rId11"/>
    <p:sldId id="44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09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9E9B36-2AB6-4AC3-A1C6-F7BB712AB803}" v="13" dt="2023-05-08T14:03:32.5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9" d="100"/>
          <a:sy n="79" d="100"/>
        </p:scale>
        <p:origin x="42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VGR" userId="f2c0952e-ef03-4304-8056-d84e15f5cef7" providerId="ADAL" clId="{FE9E9B36-2AB6-4AC3-A1C6-F7BB712AB803}"/>
    <pc:docChg chg="custSel delSld modSld">
      <pc:chgData name="MVGR" userId="f2c0952e-ef03-4304-8056-d84e15f5cef7" providerId="ADAL" clId="{FE9E9B36-2AB6-4AC3-A1C6-F7BB712AB803}" dt="2023-05-08T14:03:32.543" v="95" actId="1076"/>
      <pc:docMkLst>
        <pc:docMk/>
      </pc:docMkLst>
      <pc:sldChg chg="addSp modSp mod">
        <pc:chgData name="MVGR" userId="f2c0952e-ef03-4304-8056-d84e15f5cef7" providerId="ADAL" clId="{FE9E9B36-2AB6-4AC3-A1C6-F7BB712AB803}" dt="2023-05-08T13:58:18.655" v="60" actId="1076"/>
        <pc:sldMkLst>
          <pc:docMk/>
          <pc:sldMk cId="0" sldId="399"/>
        </pc:sldMkLst>
        <pc:spChg chg="add mod">
          <ac:chgData name="MVGR" userId="f2c0952e-ef03-4304-8056-d84e15f5cef7" providerId="ADAL" clId="{FE9E9B36-2AB6-4AC3-A1C6-F7BB712AB803}" dt="2023-05-08T13:58:18.655" v="60" actId="1076"/>
          <ac:spMkLst>
            <pc:docMk/>
            <pc:sldMk cId="0" sldId="399"/>
            <ac:spMk id="4" creationId="{22C88BAA-79A0-1375-DA58-F8BE805A25EF}"/>
          </ac:spMkLst>
        </pc:spChg>
        <pc:spChg chg="mod">
          <ac:chgData name="MVGR" userId="f2c0952e-ef03-4304-8056-d84e15f5cef7" providerId="ADAL" clId="{FE9E9B36-2AB6-4AC3-A1C6-F7BB712AB803}" dt="2023-05-08T13:57:00.727" v="32" actId="1076"/>
          <ac:spMkLst>
            <pc:docMk/>
            <pc:sldMk cId="0" sldId="399"/>
            <ac:spMk id="29698" creationId="{BA68D7E3-1A74-08DF-802B-CF6B55C3A326}"/>
          </ac:spMkLst>
        </pc:spChg>
      </pc:sldChg>
      <pc:sldChg chg="modSp mod">
        <pc:chgData name="MVGR" userId="f2c0952e-ef03-4304-8056-d84e15f5cef7" providerId="ADAL" clId="{FE9E9B36-2AB6-4AC3-A1C6-F7BB712AB803}" dt="2023-05-08T13:55:52.872" v="3" actId="255"/>
        <pc:sldMkLst>
          <pc:docMk/>
          <pc:sldMk cId="0" sldId="401"/>
        </pc:sldMkLst>
        <pc:spChg chg="mod">
          <ac:chgData name="MVGR" userId="f2c0952e-ef03-4304-8056-d84e15f5cef7" providerId="ADAL" clId="{FE9E9B36-2AB6-4AC3-A1C6-F7BB712AB803}" dt="2023-05-08T13:55:52.872" v="3" actId="255"/>
          <ac:spMkLst>
            <pc:docMk/>
            <pc:sldMk cId="0" sldId="401"/>
            <ac:spMk id="5125" creationId="{33C259A4-D647-415D-4C47-B1EE1B50CE46}"/>
          </ac:spMkLst>
        </pc:spChg>
      </pc:sldChg>
      <pc:sldChg chg="modSp mod">
        <pc:chgData name="MVGR" userId="f2c0952e-ef03-4304-8056-d84e15f5cef7" providerId="ADAL" clId="{FE9E9B36-2AB6-4AC3-A1C6-F7BB712AB803}" dt="2023-05-08T14:00:15.853" v="66" actId="207"/>
        <pc:sldMkLst>
          <pc:docMk/>
          <pc:sldMk cId="0" sldId="404"/>
        </pc:sldMkLst>
        <pc:spChg chg="mod">
          <ac:chgData name="MVGR" userId="f2c0952e-ef03-4304-8056-d84e15f5cef7" providerId="ADAL" clId="{FE9E9B36-2AB6-4AC3-A1C6-F7BB712AB803}" dt="2023-05-08T14:00:15.853" v="66" actId="207"/>
          <ac:spMkLst>
            <pc:docMk/>
            <pc:sldMk cId="0" sldId="404"/>
            <ac:spMk id="2" creationId="{25455848-88C6-E856-4F98-0DCA614AD9B1}"/>
          </ac:spMkLst>
        </pc:spChg>
      </pc:sldChg>
      <pc:sldChg chg="addSp delSp modSp mod">
        <pc:chgData name="MVGR" userId="f2c0952e-ef03-4304-8056-d84e15f5cef7" providerId="ADAL" clId="{FE9E9B36-2AB6-4AC3-A1C6-F7BB712AB803}" dt="2023-05-08T14:02:05.384" v="82" actId="255"/>
        <pc:sldMkLst>
          <pc:docMk/>
          <pc:sldMk cId="0" sldId="408"/>
        </pc:sldMkLst>
        <pc:spChg chg="add mod">
          <ac:chgData name="MVGR" userId="f2c0952e-ef03-4304-8056-d84e15f5cef7" providerId="ADAL" clId="{FE9E9B36-2AB6-4AC3-A1C6-F7BB712AB803}" dt="2023-05-08T14:01:47.175" v="78" actId="1076"/>
          <ac:spMkLst>
            <pc:docMk/>
            <pc:sldMk cId="0" sldId="408"/>
            <ac:spMk id="4" creationId="{C416ACC3-FF34-98C3-4F17-06FBCDA731C3}"/>
          </ac:spMkLst>
        </pc:spChg>
        <pc:spChg chg="mod">
          <ac:chgData name="MVGR" userId="f2c0952e-ef03-4304-8056-d84e15f5cef7" providerId="ADAL" clId="{FE9E9B36-2AB6-4AC3-A1C6-F7BB712AB803}" dt="2023-05-08T14:02:05.384" v="82" actId="255"/>
          <ac:spMkLst>
            <pc:docMk/>
            <pc:sldMk cId="0" sldId="408"/>
            <ac:spMk id="34818" creationId="{D43AE9FF-E3B6-ACD7-7A0D-76ADCD7D6428}"/>
          </ac:spMkLst>
        </pc:spChg>
        <pc:picChg chg="del">
          <ac:chgData name="MVGR" userId="f2c0952e-ef03-4304-8056-d84e15f5cef7" providerId="ADAL" clId="{FE9E9B36-2AB6-4AC3-A1C6-F7BB712AB803}" dt="2023-05-08T14:01:37.771" v="75" actId="478"/>
          <ac:picMkLst>
            <pc:docMk/>
            <pc:sldMk cId="0" sldId="408"/>
            <ac:picMk id="34819" creationId="{9562F826-AFF2-6410-14F4-305743D00CA5}"/>
          </ac:picMkLst>
        </pc:picChg>
      </pc:sldChg>
      <pc:sldChg chg="modSp mod">
        <pc:chgData name="MVGR" userId="f2c0952e-ef03-4304-8056-d84e15f5cef7" providerId="ADAL" clId="{FE9E9B36-2AB6-4AC3-A1C6-F7BB712AB803}" dt="2023-05-08T14:01:30.607" v="74" actId="14100"/>
        <pc:sldMkLst>
          <pc:docMk/>
          <pc:sldMk cId="0" sldId="409"/>
        </pc:sldMkLst>
        <pc:spChg chg="mod">
          <ac:chgData name="MVGR" userId="f2c0952e-ef03-4304-8056-d84e15f5cef7" providerId="ADAL" clId="{FE9E9B36-2AB6-4AC3-A1C6-F7BB712AB803}" dt="2023-05-08T14:01:30.607" v="74" actId="14100"/>
          <ac:spMkLst>
            <pc:docMk/>
            <pc:sldMk cId="0" sldId="409"/>
            <ac:spMk id="6148" creationId="{7C9B00CB-1E5E-EEAB-FB9D-B0C744E5C1E6}"/>
          </ac:spMkLst>
        </pc:spChg>
        <pc:picChg chg="mod">
          <ac:chgData name="MVGR" userId="f2c0952e-ef03-4304-8056-d84e15f5cef7" providerId="ADAL" clId="{FE9E9B36-2AB6-4AC3-A1C6-F7BB712AB803}" dt="2023-05-08T14:01:24.822" v="73" actId="1076"/>
          <ac:picMkLst>
            <pc:docMk/>
            <pc:sldMk cId="0" sldId="409"/>
            <ac:picMk id="6151" creationId="{25D9BE86-5A8B-8DFF-FE6C-28821B91D333}"/>
          </ac:picMkLst>
        </pc:picChg>
      </pc:sldChg>
      <pc:sldChg chg="addSp modSp mod">
        <pc:chgData name="MVGR" userId="f2c0952e-ef03-4304-8056-d84e15f5cef7" providerId="ADAL" clId="{FE9E9B36-2AB6-4AC3-A1C6-F7BB712AB803}" dt="2023-05-08T13:58:59.091" v="63" actId="20577"/>
        <pc:sldMkLst>
          <pc:docMk/>
          <pc:sldMk cId="0" sldId="411"/>
        </pc:sldMkLst>
        <pc:spChg chg="add mod">
          <ac:chgData name="MVGR" userId="f2c0952e-ef03-4304-8056-d84e15f5cef7" providerId="ADAL" clId="{FE9E9B36-2AB6-4AC3-A1C6-F7BB712AB803}" dt="2023-05-08T13:58:59.091" v="63" actId="20577"/>
          <ac:spMkLst>
            <pc:docMk/>
            <pc:sldMk cId="0" sldId="411"/>
            <ac:spMk id="4" creationId="{63E1D8A9-A674-FA21-CA0F-4D208C28C2B7}"/>
          </ac:spMkLst>
        </pc:spChg>
        <pc:spChg chg="mod">
          <ac:chgData name="MVGR" userId="f2c0952e-ef03-4304-8056-d84e15f5cef7" providerId="ADAL" clId="{FE9E9B36-2AB6-4AC3-A1C6-F7BB712AB803}" dt="2023-05-08T13:56:42.463" v="31" actId="122"/>
          <ac:spMkLst>
            <pc:docMk/>
            <pc:sldMk cId="0" sldId="411"/>
            <ac:spMk id="36866" creationId="{31151830-7CAF-1D9B-DDE5-AC34AE22B820}"/>
          </ac:spMkLst>
        </pc:spChg>
      </pc:sldChg>
      <pc:sldChg chg="del">
        <pc:chgData name="MVGR" userId="f2c0952e-ef03-4304-8056-d84e15f5cef7" providerId="ADAL" clId="{FE9E9B36-2AB6-4AC3-A1C6-F7BB712AB803}" dt="2023-05-08T14:02:25.444" v="83" actId="47"/>
        <pc:sldMkLst>
          <pc:docMk/>
          <pc:sldMk cId="0" sldId="415"/>
        </pc:sldMkLst>
      </pc:sldChg>
      <pc:sldChg chg="del">
        <pc:chgData name="MVGR" userId="f2c0952e-ef03-4304-8056-d84e15f5cef7" providerId="ADAL" clId="{FE9E9B36-2AB6-4AC3-A1C6-F7BB712AB803}" dt="2023-05-08T14:02:26.717" v="84" actId="47"/>
        <pc:sldMkLst>
          <pc:docMk/>
          <pc:sldMk cId="0" sldId="416"/>
        </pc:sldMkLst>
      </pc:sldChg>
      <pc:sldChg chg="del">
        <pc:chgData name="MVGR" userId="f2c0952e-ef03-4304-8056-d84e15f5cef7" providerId="ADAL" clId="{FE9E9B36-2AB6-4AC3-A1C6-F7BB712AB803}" dt="2023-05-08T14:02:43.561" v="87" actId="47"/>
        <pc:sldMkLst>
          <pc:docMk/>
          <pc:sldMk cId="0" sldId="418"/>
        </pc:sldMkLst>
      </pc:sldChg>
      <pc:sldChg chg="del">
        <pc:chgData name="MVGR" userId="f2c0952e-ef03-4304-8056-d84e15f5cef7" providerId="ADAL" clId="{FE9E9B36-2AB6-4AC3-A1C6-F7BB712AB803}" dt="2023-05-08T14:02:44.593" v="88" actId="47"/>
        <pc:sldMkLst>
          <pc:docMk/>
          <pc:sldMk cId="0" sldId="419"/>
        </pc:sldMkLst>
      </pc:sldChg>
      <pc:sldChg chg="modSp mod">
        <pc:chgData name="MVGR" userId="f2c0952e-ef03-4304-8056-d84e15f5cef7" providerId="ADAL" clId="{FE9E9B36-2AB6-4AC3-A1C6-F7BB712AB803}" dt="2023-05-08T13:55:27.038" v="1" actId="1076"/>
        <pc:sldMkLst>
          <pc:docMk/>
          <pc:sldMk cId="0" sldId="423"/>
        </pc:sldMkLst>
        <pc:spChg chg="mod">
          <ac:chgData name="MVGR" userId="f2c0952e-ef03-4304-8056-d84e15f5cef7" providerId="ADAL" clId="{FE9E9B36-2AB6-4AC3-A1C6-F7BB712AB803}" dt="2023-05-08T13:55:27.038" v="1" actId="1076"/>
          <ac:spMkLst>
            <pc:docMk/>
            <pc:sldMk cId="0" sldId="423"/>
            <ac:spMk id="32770" creationId="{C1E917F0-78B2-7D32-5F6C-B98D1378102F}"/>
          </ac:spMkLst>
        </pc:spChg>
      </pc:sldChg>
      <pc:sldChg chg="del">
        <pc:chgData name="MVGR" userId="f2c0952e-ef03-4304-8056-d84e15f5cef7" providerId="ADAL" clId="{FE9E9B36-2AB6-4AC3-A1C6-F7BB712AB803}" dt="2023-05-08T14:02:27.732" v="85" actId="47"/>
        <pc:sldMkLst>
          <pc:docMk/>
          <pc:sldMk cId="0" sldId="425"/>
        </pc:sldMkLst>
      </pc:sldChg>
      <pc:sldChg chg="del">
        <pc:chgData name="MVGR" userId="f2c0952e-ef03-4304-8056-d84e15f5cef7" providerId="ADAL" clId="{FE9E9B36-2AB6-4AC3-A1C6-F7BB712AB803}" dt="2023-05-08T14:02:36.811" v="86" actId="47"/>
        <pc:sldMkLst>
          <pc:docMk/>
          <pc:sldMk cId="0" sldId="426"/>
        </pc:sldMkLst>
      </pc:sldChg>
      <pc:sldChg chg="addSp modSp mod">
        <pc:chgData name="MVGR" userId="f2c0952e-ef03-4304-8056-d84e15f5cef7" providerId="ADAL" clId="{FE9E9B36-2AB6-4AC3-A1C6-F7BB712AB803}" dt="2023-05-08T14:00:48.968" v="69" actId="20577"/>
        <pc:sldMkLst>
          <pc:docMk/>
          <pc:sldMk cId="0" sldId="427"/>
        </pc:sldMkLst>
        <pc:spChg chg="add mod">
          <ac:chgData name="MVGR" userId="f2c0952e-ef03-4304-8056-d84e15f5cef7" providerId="ADAL" clId="{FE9E9B36-2AB6-4AC3-A1C6-F7BB712AB803}" dt="2023-05-08T14:00:48.968" v="69" actId="20577"/>
          <ac:spMkLst>
            <pc:docMk/>
            <pc:sldMk cId="0" sldId="427"/>
            <ac:spMk id="4" creationId="{6656DF87-D68C-B020-F52D-7C29DC0F872B}"/>
          </ac:spMkLst>
        </pc:spChg>
      </pc:sldChg>
      <pc:sldChg chg="modSp">
        <pc:chgData name="MVGR" userId="f2c0952e-ef03-4304-8056-d84e15f5cef7" providerId="ADAL" clId="{FE9E9B36-2AB6-4AC3-A1C6-F7BB712AB803}" dt="2023-05-08T14:03:32.543" v="95" actId="1076"/>
        <pc:sldMkLst>
          <pc:docMk/>
          <pc:sldMk cId="0" sldId="439"/>
        </pc:sldMkLst>
        <pc:picChg chg="mod">
          <ac:chgData name="MVGR" userId="f2c0952e-ef03-4304-8056-d84e15f5cef7" providerId="ADAL" clId="{FE9E9B36-2AB6-4AC3-A1C6-F7BB712AB803}" dt="2023-05-08T14:03:32.543" v="95" actId="1076"/>
          <ac:picMkLst>
            <pc:docMk/>
            <pc:sldMk cId="0" sldId="439"/>
            <ac:picMk id="41986" creationId="{51769CCE-1AE1-6877-05E7-347B1004E9BA}"/>
          </ac:picMkLst>
        </pc:picChg>
      </pc:sldChg>
      <pc:sldChg chg="modSp mod">
        <pc:chgData name="MVGR" userId="f2c0952e-ef03-4304-8056-d84e15f5cef7" providerId="ADAL" clId="{FE9E9B36-2AB6-4AC3-A1C6-F7BB712AB803}" dt="2023-05-08T14:03:14.959" v="90" actId="1076"/>
        <pc:sldMkLst>
          <pc:docMk/>
          <pc:sldMk cId="0" sldId="441"/>
        </pc:sldMkLst>
        <pc:spChg chg="mod">
          <ac:chgData name="MVGR" userId="f2c0952e-ef03-4304-8056-d84e15f5cef7" providerId="ADAL" clId="{FE9E9B36-2AB6-4AC3-A1C6-F7BB712AB803}" dt="2023-05-08T14:03:14.959" v="90" actId="1076"/>
          <ac:spMkLst>
            <pc:docMk/>
            <pc:sldMk cId="0" sldId="441"/>
            <ac:spMk id="44034" creationId="{7179A05B-FF4D-9E42-2FA0-EB040865294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16-10-2025</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16-10-2025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DA825265-D0CA-CD2C-F63F-C62D771C56A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a:extLst>
              <a:ext uri="{FF2B5EF4-FFF2-40B4-BE49-F238E27FC236}">
                <a16:creationId xmlns:a16="http://schemas.microsoft.com/office/drawing/2014/main" id="{B2831099-6276-9969-85D2-29B6D932247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6084" name="Slide Number Placeholder 3">
            <a:extLst>
              <a:ext uri="{FF2B5EF4-FFF2-40B4-BE49-F238E27FC236}">
                <a16:creationId xmlns:a16="http://schemas.microsoft.com/office/drawing/2014/main" id="{286C5438-B070-C625-07F8-E9F835DD2AD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94F86EC-06BE-4CF1-B578-9687628E0BB2}" type="slidenum">
              <a:rPr lang="en-US" altLang="en-US"/>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9FC8A4E1-1E7B-C77C-332E-76F71BCDC6F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6F320B52-7E5C-77B5-F36E-9A1C7496A9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4820" name="Slide Number Placeholder 3">
            <a:extLst>
              <a:ext uri="{FF2B5EF4-FFF2-40B4-BE49-F238E27FC236}">
                <a16:creationId xmlns:a16="http://schemas.microsoft.com/office/drawing/2014/main" id="{B99FAD98-30FF-27B7-F822-EF61A0D2155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FB38C89-D8C5-415C-BD8B-7BCFAFB11BBB}" type="slidenum">
              <a:rPr lang="en-US" altLang="en-US"/>
              <a:pPr/>
              <a:t>2</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AED47-D61B-E309-5EB2-04BEA12A9E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812015A-4BD5-FB90-2194-40EC34F3C6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8CA64A-8775-9B3D-9AE9-FD021694BEE8}"/>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8FE81261-2900-E08E-C669-3DFABF3356EA}"/>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1A2EC566-B985-EEED-64AD-AD1E74A84965}"/>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61776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6CA1A-1762-8CB7-50BB-A111D12954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622A42-2CDB-09CC-BE64-F16D5C826B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0ABE68-4EA6-9203-A5C9-B66C24AFE93D}"/>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7727FAC3-7233-F0A8-8841-E703D8A9CD25}"/>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61E67B6A-FEE3-4AC6-8E54-D5FACAB4F982}"/>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103550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38C2C-E2CF-99A3-4B76-ADF5001F7F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EC2576-8EE8-91D2-5E72-FA94CB728A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E034DF-70BD-585F-9DD0-E4C04178365E}"/>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65EEBFF7-3FE4-D642-3C34-C2AB78F74B5A}"/>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DA68487C-E86A-5B42-AFD9-4459C3954DE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920160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B7CD4-BDA6-3911-5E74-51628C7FA5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3B55A5-127A-FB1A-D6A8-2DB0C02502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972ADF-3BAF-8B6D-CE3D-0630A3BD81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CAF980-DB77-3853-4FE3-4F5B590D721C}"/>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E706C360-183F-64E6-626F-727D1D8C5FF4}"/>
              </a:ext>
            </a:extLst>
          </p:cNvPr>
          <p:cNvSpPr>
            <a:spLocks noGrp="1"/>
          </p:cNvSpPr>
          <p:nvPr>
            <p:ph type="ftr" sz="quarter" idx="11"/>
          </p:nvPr>
        </p:nvSpPr>
        <p:spPr/>
        <p:txBody>
          <a:bodyPr/>
          <a:lstStyle/>
          <a:p>
            <a:r>
              <a:rPr lang="en-US"/>
              <a:t>Dr. M. Venu Gopala Rao</a:t>
            </a:r>
          </a:p>
        </p:txBody>
      </p:sp>
      <p:sp>
        <p:nvSpPr>
          <p:cNvPr id="7" name="Slide Number Placeholder 6">
            <a:extLst>
              <a:ext uri="{FF2B5EF4-FFF2-40B4-BE49-F238E27FC236}">
                <a16:creationId xmlns:a16="http://schemas.microsoft.com/office/drawing/2014/main" id="{BE984E52-C247-AD53-8DB0-9ECE2061F199}"/>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4007145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2011E-FDD8-C6F9-54EC-6460221624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25621B-0845-07C4-189D-F7BBBB0E11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79B479-E026-29B4-BC5D-A2969FF33F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57F45F-1EF7-566D-CAC4-4C5D316E0F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046E26-E4BA-61B4-260D-FE06C29DDE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27DA7C-8C23-E683-8694-DF1F8F91F710}"/>
              </a:ext>
            </a:extLst>
          </p:cNvPr>
          <p:cNvSpPr>
            <a:spLocks noGrp="1"/>
          </p:cNvSpPr>
          <p:nvPr>
            <p:ph type="dt" sz="half" idx="10"/>
          </p:nvPr>
        </p:nvSpPr>
        <p:spPr/>
        <p:txBody>
          <a:bodyPr/>
          <a:lstStyle/>
          <a:p>
            <a:r>
              <a:rPr lang="en-US"/>
              <a:t>&lt;COURSE TITLE&gt;, &lt;TOPIC NAME&gt;</a:t>
            </a:r>
            <a:endParaRPr lang="en-IN" dirty="0"/>
          </a:p>
        </p:txBody>
      </p:sp>
      <p:sp>
        <p:nvSpPr>
          <p:cNvPr id="8" name="Footer Placeholder 7">
            <a:extLst>
              <a:ext uri="{FF2B5EF4-FFF2-40B4-BE49-F238E27FC236}">
                <a16:creationId xmlns:a16="http://schemas.microsoft.com/office/drawing/2014/main" id="{F4BB2813-0E43-C0C5-55E0-B207BC180FAC}"/>
              </a:ext>
            </a:extLst>
          </p:cNvPr>
          <p:cNvSpPr>
            <a:spLocks noGrp="1"/>
          </p:cNvSpPr>
          <p:nvPr>
            <p:ph type="ftr" sz="quarter" idx="11"/>
          </p:nvPr>
        </p:nvSpPr>
        <p:spPr/>
        <p:txBody>
          <a:bodyPr/>
          <a:lstStyle/>
          <a:p>
            <a:r>
              <a:rPr lang="en-US"/>
              <a:t>Dr. M. Venu Gopala Rao</a:t>
            </a:r>
          </a:p>
        </p:txBody>
      </p:sp>
      <p:sp>
        <p:nvSpPr>
          <p:cNvPr id="9" name="Slide Number Placeholder 8">
            <a:extLst>
              <a:ext uri="{FF2B5EF4-FFF2-40B4-BE49-F238E27FC236}">
                <a16:creationId xmlns:a16="http://schemas.microsoft.com/office/drawing/2014/main" id="{A6E6E77F-AC73-4C85-9AF3-4E287B76D4A6}"/>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4185669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EDFC9-9061-5F4F-63A1-3305678EE4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6CD372-4898-7A0A-F18E-2955DE194F4C}"/>
              </a:ext>
            </a:extLst>
          </p:cNvPr>
          <p:cNvSpPr>
            <a:spLocks noGrp="1"/>
          </p:cNvSpPr>
          <p:nvPr>
            <p:ph type="dt" sz="half" idx="10"/>
          </p:nvPr>
        </p:nvSpPr>
        <p:spPr/>
        <p:txBody>
          <a:bodyPr/>
          <a:lstStyle/>
          <a:p>
            <a:r>
              <a:rPr lang="en-US"/>
              <a:t>&lt;COURSE TITLE&gt;, &lt;TOPIC NAME&gt;</a:t>
            </a:r>
            <a:endParaRPr lang="en-IN" dirty="0"/>
          </a:p>
        </p:txBody>
      </p:sp>
      <p:sp>
        <p:nvSpPr>
          <p:cNvPr id="4" name="Footer Placeholder 3">
            <a:extLst>
              <a:ext uri="{FF2B5EF4-FFF2-40B4-BE49-F238E27FC236}">
                <a16:creationId xmlns:a16="http://schemas.microsoft.com/office/drawing/2014/main" id="{D61026B0-5458-1CA3-28D7-348D05C70394}"/>
              </a:ext>
            </a:extLst>
          </p:cNvPr>
          <p:cNvSpPr>
            <a:spLocks noGrp="1"/>
          </p:cNvSpPr>
          <p:nvPr>
            <p:ph type="ftr" sz="quarter" idx="11"/>
          </p:nvPr>
        </p:nvSpPr>
        <p:spPr/>
        <p:txBody>
          <a:bodyPr/>
          <a:lstStyle/>
          <a:p>
            <a:r>
              <a:rPr lang="en-US"/>
              <a:t>Dr. M. Venu Gopala Rao</a:t>
            </a:r>
          </a:p>
        </p:txBody>
      </p:sp>
      <p:sp>
        <p:nvSpPr>
          <p:cNvPr id="5" name="Slide Number Placeholder 4">
            <a:extLst>
              <a:ext uri="{FF2B5EF4-FFF2-40B4-BE49-F238E27FC236}">
                <a16:creationId xmlns:a16="http://schemas.microsoft.com/office/drawing/2014/main" id="{A0D49DE8-CD82-8DB2-ECF2-2D40EF180AC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2188561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01F90C-55A9-31B0-CBB0-BB754054D4A2}"/>
              </a:ext>
            </a:extLst>
          </p:cNvPr>
          <p:cNvSpPr>
            <a:spLocks noGrp="1"/>
          </p:cNvSpPr>
          <p:nvPr>
            <p:ph type="dt" sz="half" idx="10"/>
          </p:nvPr>
        </p:nvSpPr>
        <p:spPr/>
        <p:txBody>
          <a:bodyPr/>
          <a:lstStyle/>
          <a:p>
            <a:r>
              <a:rPr lang="en-US"/>
              <a:t>&lt;COURSE TITLE&gt;, &lt;TOPIC NAME&gt;</a:t>
            </a:r>
            <a:endParaRPr lang="en-IN" dirty="0"/>
          </a:p>
        </p:txBody>
      </p:sp>
      <p:sp>
        <p:nvSpPr>
          <p:cNvPr id="3" name="Footer Placeholder 2">
            <a:extLst>
              <a:ext uri="{FF2B5EF4-FFF2-40B4-BE49-F238E27FC236}">
                <a16:creationId xmlns:a16="http://schemas.microsoft.com/office/drawing/2014/main" id="{DFFE083F-F5FA-7EDC-022C-F983177B2C9B}"/>
              </a:ext>
            </a:extLst>
          </p:cNvPr>
          <p:cNvSpPr>
            <a:spLocks noGrp="1"/>
          </p:cNvSpPr>
          <p:nvPr>
            <p:ph type="ftr" sz="quarter" idx="11"/>
          </p:nvPr>
        </p:nvSpPr>
        <p:spPr/>
        <p:txBody>
          <a:bodyPr/>
          <a:lstStyle/>
          <a:p>
            <a:r>
              <a:rPr lang="en-US"/>
              <a:t>Dr. M. Venu Gopala Rao</a:t>
            </a:r>
          </a:p>
        </p:txBody>
      </p:sp>
      <p:sp>
        <p:nvSpPr>
          <p:cNvPr id="4" name="Slide Number Placeholder 3">
            <a:extLst>
              <a:ext uri="{FF2B5EF4-FFF2-40B4-BE49-F238E27FC236}">
                <a16:creationId xmlns:a16="http://schemas.microsoft.com/office/drawing/2014/main" id="{4C14D4BC-94EA-DC9F-DE3D-52353BCFEEF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518714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56F4-13D7-9DF0-566B-6B11FBCF08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9662A4-F4B4-465C-1D29-3348E830F0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831FD9-C665-610D-0289-9B7B8A5C29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6757DB-B89E-4A29-D0C5-6C71BF3D46BC}"/>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D3F85567-382F-8CF1-AD95-ABD0EA4CC63C}"/>
              </a:ext>
            </a:extLst>
          </p:cNvPr>
          <p:cNvSpPr>
            <a:spLocks noGrp="1"/>
          </p:cNvSpPr>
          <p:nvPr>
            <p:ph type="ftr" sz="quarter" idx="11"/>
          </p:nvPr>
        </p:nvSpPr>
        <p:spPr/>
        <p:txBody>
          <a:bodyPr/>
          <a:lstStyle/>
          <a:p>
            <a:r>
              <a:rPr lang="en-US"/>
              <a:t>Dr. M. Venu Gopala Rao</a:t>
            </a:r>
          </a:p>
        </p:txBody>
      </p:sp>
      <p:sp>
        <p:nvSpPr>
          <p:cNvPr id="7" name="Slide Number Placeholder 6">
            <a:extLst>
              <a:ext uri="{FF2B5EF4-FFF2-40B4-BE49-F238E27FC236}">
                <a16:creationId xmlns:a16="http://schemas.microsoft.com/office/drawing/2014/main" id="{D4ECD8D5-E405-5DA9-B52B-41819F4EB3E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911239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09B87-55C2-9F19-3623-91B7F4C3BE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5A6723-D58C-1102-D7AC-4EB5F54D0B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197D962-ECA6-E890-FA89-C9836AA22F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E0DDB2-6F1C-06B9-6100-0D082679EBAE}"/>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0E786502-ED0C-6A23-60A8-C9EC1E679073}"/>
              </a:ext>
            </a:extLst>
          </p:cNvPr>
          <p:cNvSpPr>
            <a:spLocks noGrp="1"/>
          </p:cNvSpPr>
          <p:nvPr>
            <p:ph type="ftr" sz="quarter" idx="11"/>
          </p:nvPr>
        </p:nvSpPr>
        <p:spPr/>
        <p:txBody>
          <a:bodyPr/>
          <a:lstStyle/>
          <a:p>
            <a:r>
              <a:rPr lang="en-US"/>
              <a:t>Dr. M. Venu Gopala Rao</a:t>
            </a:r>
          </a:p>
        </p:txBody>
      </p:sp>
      <p:sp>
        <p:nvSpPr>
          <p:cNvPr id="7" name="Slide Number Placeholder 6">
            <a:extLst>
              <a:ext uri="{FF2B5EF4-FFF2-40B4-BE49-F238E27FC236}">
                <a16:creationId xmlns:a16="http://schemas.microsoft.com/office/drawing/2014/main" id="{2467D0C5-413A-DA84-8A31-11018340BEB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723061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FD69A-3DC0-DB39-3334-A9BA5A4033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1D3BDA-5093-5E89-269A-69491664FB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C4D6DE-8E90-0D56-D28B-DE57249052B7}"/>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DEB05BF5-4225-BB1D-1457-34DF8A62B37C}"/>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58715106-45F8-64CE-C438-3456469AF257}"/>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1207427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AC22B9-DE1E-5F16-BBC3-3C3783BBBA2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ACD89A-B728-0F81-7454-DC5E2A878E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758732-2337-1D9F-CEEA-43A1482A47AE}"/>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2357DE17-567C-8524-BA24-E118292F3208}"/>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8CCF672A-C170-9AF8-1F51-A43D912BC7EC}"/>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1363916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2E7B62-8011-CCDC-959C-C770C92F8F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CA46B4-B884-807D-D2D2-4536B041FD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D281CC-4DF4-0090-E0ED-584BBD3B4D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56FF9F48-0658-B969-E15D-50A0133BC4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M. Venu Gopala Rao</a:t>
            </a:r>
          </a:p>
        </p:txBody>
      </p:sp>
      <p:sp>
        <p:nvSpPr>
          <p:cNvPr id="6" name="Slide Number Placeholder 5">
            <a:extLst>
              <a:ext uri="{FF2B5EF4-FFF2-40B4-BE49-F238E27FC236}">
                <a16:creationId xmlns:a16="http://schemas.microsoft.com/office/drawing/2014/main" id="{95D4D365-DD42-F8BB-FE9B-3A52459362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ABCCC1-BF11-4F37-963E-1BCD5B23FD72}" type="slidenum">
              <a:rPr lang="en-IN" smtClean="0"/>
              <a:pPr/>
              <a:t>‹#›</a:t>
            </a:fld>
            <a:endParaRPr lang="en-IN" dirty="0"/>
          </a:p>
        </p:txBody>
      </p:sp>
      <p:pic>
        <p:nvPicPr>
          <p:cNvPr id="7" name="Picture 6" descr="Icon&#10;&#10;Description automatically generated with medium confidence">
            <a:extLst>
              <a:ext uri="{FF2B5EF4-FFF2-40B4-BE49-F238E27FC236}">
                <a16:creationId xmlns:a16="http://schemas.microsoft.com/office/drawing/2014/main" id="{FA6FD25C-E91B-3776-D178-4D9AF946F9A0}"/>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8" name="Picture 7">
            <a:extLst>
              <a:ext uri="{FF2B5EF4-FFF2-40B4-BE49-F238E27FC236}">
                <a16:creationId xmlns:a16="http://schemas.microsoft.com/office/drawing/2014/main" id="{30B01E73-FD80-735E-7997-6704ACBA212F}"/>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9" name="Picture 8" descr="Text&#10;&#10;Description automatically generated with medium confidence">
            <a:extLst>
              <a:ext uri="{FF2B5EF4-FFF2-40B4-BE49-F238E27FC236}">
                <a16:creationId xmlns:a16="http://schemas.microsoft.com/office/drawing/2014/main" id="{874DC773-DFA3-0B02-D75F-59F2159E3A9A}"/>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6631165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TextBox 3">
            <a:extLst>
              <a:ext uri="{FF2B5EF4-FFF2-40B4-BE49-F238E27FC236}">
                <a16:creationId xmlns:a16="http://schemas.microsoft.com/office/drawing/2014/main" id="{A12F97AF-3BC9-6EED-E58E-57C094F9B02A}"/>
              </a:ext>
            </a:extLst>
          </p:cNvPr>
          <p:cNvSpPr txBox="1">
            <a:spLocks noChangeArrowheads="1"/>
          </p:cNvSpPr>
          <p:nvPr/>
        </p:nvSpPr>
        <p:spPr bwMode="auto">
          <a:xfrm>
            <a:off x="2620137" y="3267964"/>
            <a:ext cx="695172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3200" dirty="0">
                <a:solidFill>
                  <a:srgbClr val="FF0000"/>
                </a:solidFill>
              </a:rPr>
              <a:t>AM and FM Transmitter and Receiver</a:t>
            </a:r>
          </a:p>
        </p:txBody>
      </p:sp>
      <p:sp>
        <p:nvSpPr>
          <p:cNvPr id="3" name="TextBox 2">
            <a:extLst>
              <a:ext uri="{FF2B5EF4-FFF2-40B4-BE49-F238E27FC236}">
                <a16:creationId xmlns:a16="http://schemas.microsoft.com/office/drawing/2014/main" id="{2A7C63F9-A35B-8620-AFB6-E436A472F157}"/>
              </a:ext>
            </a:extLst>
          </p:cNvPr>
          <p:cNvSpPr txBox="1"/>
          <p:nvPr/>
        </p:nvSpPr>
        <p:spPr>
          <a:xfrm>
            <a:off x="1862328" y="511314"/>
            <a:ext cx="8827008" cy="707886"/>
          </a:xfrm>
          <a:prstGeom prst="rect">
            <a:avLst/>
          </a:prstGeom>
          <a:noFill/>
        </p:spPr>
        <p:txBody>
          <a:bodyPr wrap="square">
            <a:spAutoFit/>
          </a:bodyPr>
          <a:lstStyle/>
          <a:p>
            <a:r>
              <a:rPr lang="en-US" altLang="en-US" sz="4000" dirty="0">
                <a:solidFill>
                  <a:srgbClr val="3200C0"/>
                </a:solidFill>
                <a:latin typeface="Arial" panose="020B0604020202020204" pitchFamily="34" charset="0"/>
                <a:cs typeface="Arial" panose="020B0604020202020204" pitchFamily="34" charset="0"/>
              </a:rPr>
              <a:t>Signals and  Communication Systems</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A7A3EA5A-D0B6-2455-7416-5FEEB568FE8B}"/>
              </a:ext>
            </a:extLst>
          </p:cNvPr>
          <p:cNvSpPr>
            <a:spLocks noGrp="1"/>
          </p:cNvSpPr>
          <p:nvPr>
            <p:ph type="title"/>
          </p:nvPr>
        </p:nvSpPr>
        <p:spPr>
          <a:xfrm>
            <a:off x="4578096" y="3076956"/>
            <a:ext cx="3785616" cy="1143000"/>
          </a:xfrm>
        </p:spPr>
        <p:txBody>
          <a:bodyPr>
            <a:normAutofit fontScale="90000"/>
          </a:bodyPr>
          <a:lstStyle/>
          <a:p>
            <a:r>
              <a:rPr lang="en-US" sz="4400" dirty="0">
                <a:solidFill>
                  <a:srgbClr val="00B050"/>
                </a:solidFill>
                <a:latin typeface="Arial" panose="020B0604020202020204" pitchFamily="34" charset="0"/>
                <a:cs typeface="Arial" panose="020B0604020202020204" pitchFamily="34" charset="0"/>
              </a:rPr>
              <a:t>  </a:t>
            </a:r>
            <a:br>
              <a:rPr lang="en-US" sz="4400" dirty="0">
                <a:solidFill>
                  <a:srgbClr val="00B050"/>
                </a:solidFill>
                <a:latin typeface="Arial" panose="020B0604020202020204" pitchFamily="34" charset="0"/>
                <a:cs typeface="Arial" panose="020B0604020202020204" pitchFamily="34" charset="0"/>
              </a:rPr>
            </a:br>
            <a:r>
              <a:rPr lang="en-US" sz="4400" dirty="0">
                <a:solidFill>
                  <a:srgbClr val="00B050"/>
                </a:solidFill>
                <a:latin typeface="Arial" panose="020B0604020202020204" pitchFamily="34" charset="0"/>
                <a:cs typeface="Arial" panose="020B0604020202020204" pitchFamily="34" charset="0"/>
              </a:rPr>
              <a:t> </a:t>
            </a:r>
            <a:br>
              <a:rPr lang="en-US" sz="4400" dirty="0">
                <a:solidFill>
                  <a:srgbClr val="00B050"/>
                </a:solidFill>
                <a:latin typeface="Arial" panose="020B0604020202020204" pitchFamily="34" charset="0"/>
                <a:cs typeface="Arial" panose="020B0604020202020204" pitchFamily="34" charset="0"/>
              </a:rPr>
            </a:br>
            <a:r>
              <a:rPr lang="en-US" altLang="en-US" b="1" dirty="0">
                <a:solidFill>
                  <a:srgbClr val="FF0000"/>
                </a:solidFill>
              </a:rPr>
              <a:t>AM Transmitters</a:t>
            </a:r>
            <a:br>
              <a:rPr lang="en-US" altLang="en-US" b="1" dirty="0"/>
            </a:br>
            <a:br>
              <a:rPr lang="en-US" altLang="en-US" dirty="0">
                <a:solidFill>
                  <a:srgbClr val="FF0000"/>
                </a:solidFill>
                <a:latin typeface="Arial" panose="020B0604020202020204" pitchFamily="34" charset="0"/>
                <a:cs typeface="Arial" panose="020B0604020202020204" pitchFamily="34" charset="0"/>
              </a:rPr>
            </a:br>
            <a:endParaRPr lang="en-US" altLang="en-US"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359CE558-46AF-9CAF-AA9F-2D88F287FB60}"/>
              </a:ext>
            </a:extLst>
          </p:cNvPr>
          <p:cNvSpPr>
            <a:spLocks noGrp="1"/>
          </p:cNvSpPr>
          <p:nvPr>
            <p:ph type="sldNum" sz="quarter" idx="12"/>
          </p:nvPr>
        </p:nvSpPr>
        <p:spPr/>
        <p:txBody>
          <a:bodyPr/>
          <a:lstStyle/>
          <a:p>
            <a:fld id="{CBABCCC1-BF11-4F37-963E-1BCD5B23FD72}" type="slidenum">
              <a:rPr lang="en-IN" smtClean="0"/>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44A6-8992-12F1-47FE-78D65BEDFB54}"/>
              </a:ext>
            </a:extLst>
          </p:cNvPr>
          <p:cNvSpPr>
            <a:spLocks noGrp="1"/>
          </p:cNvSpPr>
          <p:nvPr>
            <p:ph type="title"/>
          </p:nvPr>
        </p:nvSpPr>
        <p:spPr>
          <a:xfrm>
            <a:off x="3467100" y="321055"/>
            <a:ext cx="5257800" cy="719963"/>
          </a:xfrm>
        </p:spPr>
        <p:txBody>
          <a:bodyPr>
            <a:normAutofit/>
          </a:bodyPr>
          <a:lstStyle/>
          <a:p>
            <a:r>
              <a:rPr lang="en-US" sz="3600" dirty="0">
                <a:solidFill>
                  <a:srgbClr val="FF0000"/>
                </a:solidFill>
                <a:effectLst/>
                <a:latin typeface="Arial" panose="020B0604020202020204" pitchFamily="34" charset="0"/>
                <a:ea typeface="Times New Roman" panose="02020603050405020304" pitchFamily="18" charset="0"/>
              </a:rPr>
              <a:t>Low-Level Transmitters:</a:t>
            </a:r>
            <a:endParaRPr lang="en-US" sz="3600" dirty="0"/>
          </a:p>
        </p:txBody>
      </p:sp>
      <p:sp>
        <p:nvSpPr>
          <p:cNvPr id="5" name="Slide Number Placeholder 4">
            <a:extLst>
              <a:ext uri="{FF2B5EF4-FFF2-40B4-BE49-F238E27FC236}">
                <a16:creationId xmlns:a16="http://schemas.microsoft.com/office/drawing/2014/main" id="{DE28AAFE-FC84-E65C-D806-19EB1511877A}"/>
              </a:ext>
            </a:extLst>
          </p:cNvPr>
          <p:cNvSpPr>
            <a:spLocks noGrp="1"/>
          </p:cNvSpPr>
          <p:nvPr>
            <p:ph type="sldNum" sz="quarter" idx="12"/>
          </p:nvPr>
        </p:nvSpPr>
        <p:spPr/>
        <p:txBody>
          <a:bodyPr/>
          <a:lstStyle/>
          <a:p>
            <a:fld id="{CBABCCC1-BF11-4F37-963E-1BCD5B23FD72}" type="slidenum">
              <a:rPr lang="en-IN" smtClean="0"/>
              <a:t>3</a:t>
            </a:fld>
            <a:endParaRPr lang="en-IN"/>
          </a:p>
        </p:txBody>
      </p:sp>
      <p:pic>
        <p:nvPicPr>
          <p:cNvPr id="1026" name="Picture 2">
            <a:extLst>
              <a:ext uri="{FF2B5EF4-FFF2-40B4-BE49-F238E27FC236}">
                <a16:creationId xmlns:a16="http://schemas.microsoft.com/office/drawing/2014/main" id="{DA646BA3-826F-BE47-974B-59BC976312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682" y="1576895"/>
            <a:ext cx="11341179" cy="2726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83754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C534DE-BC68-5061-1156-A35293AF2FC0}"/>
              </a:ext>
            </a:extLst>
          </p:cNvPr>
          <p:cNvSpPr>
            <a:spLocks noGrp="1"/>
          </p:cNvSpPr>
          <p:nvPr>
            <p:ph idx="1"/>
          </p:nvPr>
        </p:nvSpPr>
        <p:spPr>
          <a:xfrm>
            <a:off x="829056" y="608742"/>
            <a:ext cx="10515600" cy="5640515"/>
          </a:xfrm>
        </p:spPr>
        <p:txBody>
          <a:bodyPr>
            <a:normAutofit fontScale="92500"/>
          </a:bodyPr>
          <a:lstStyle/>
          <a:p>
            <a:pPr marL="228600" marR="171450" indent="-57150" algn="just">
              <a:lnSpc>
                <a:spcPct val="150000"/>
              </a:lnSpc>
              <a:spcBef>
                <a:spcPts val="0"/>
              </a:spcBef>
              <a:spcAft>
                <a:spcPts val="600"/>
              </a:spcAft>
            </a:pPr>
            <a:r>
              <a:rPr lang="en-US" sz="2400" b="1"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Audio Chain:</a:t>
            </a:r>
            <a:r>
              <a:rPr lang="en-US" sz="2400" dirty="0">
                <a:effectLst/>
                <a:latin typeface="Arial" panose="020B0604020202020204" pitchFamily="34" charset="0"/>
                <a:ea typeface="Times New Roman" panose="02020603050405020304" pitchFamily="18" charset="0"/>
                <a:cs typeface="Arial" panose="020B0604020202020204" pitchFamily="34" charset="0"/>
              </a:rPr>
              <a:t> </a:t>
            </a:r>
            <a:r>
              <a:rPr lang="en-US" sz="2400" dirty="0">
                <a:solidFill>
                  <a:srgbClr val="2D07EB"/>
                </a:solidFill>
                <a:effectLst/>
                <a:latin typeface="Arial" panose="020B0604020202020204" pitchFamily="34" charset="0"/>
                <a:ea typeface="Times New Roman" panose="02020603050405020304" pitchFamily="18" charset="0"/>
                <a:cs typeface="Arial" panose="020B0604020202020204" pitchFamily="34" charset="0"/>
              </a:rPr>
              <a:t>For voice or music transmission, the source of the modulating signal is generally an acoustical transducer, such as a micro-phone, a magnetic tape, a CD, or a phonograph record. </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p>
            <a:pPr marL="342900" marR="171450" lvl="0" indent="-342900" algn="just">
              <a:lnSpc>
                <a:spcPct val="150000"/>
              </a:lnSpc>
              <a:spcBef>
                <a:spcPts val="0"/>
              </a:spcBef>
              <a:spcAft>
                <a:spcPts val="600"/>
              </a:spcAft>
              <a:buFont typeface="+mj-lt"/>
              <a:buAutoNum type="alphaLcParenBoth"/>
            </a:pPr>
            <a:r>
              <a:rPr lang="en-US" sz="2400" b="1"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Pre-amplifier:</a:t>
            </a:r>
            <a:r>
              <a:rPr lang="en-US" sz="2400" b="1" dirty="0">
                <a:effectLst/>
                <a:latin typeface="Arial" panose="020B0604020202020204" pitchFamily="34" charset="0"/>
                <a:ea typeface="Times New Roman" panose="02020603050405020304" pitchFamily="18" charset="0"/>
                <a:cs typeface="Arial" panose="020B0604020202020204" pitchFamily="34" charset="0"/>
              </a:rPr>
              <a:t> </a:t>
            </a:r>
            <a:r>
              <a:rPr lang="en-US" sz="2400" dirty="0">
                <a:solidFill>
                  <a:srgbClr val="2D07EB"/>
                </a:solidFill>
                <a:effectLst/>
                <a:latin typeface="Arial" panose="020B0604020202020204" pitchFamily="34" charset="0"/>
                <a:ea typeface="Times New Roman" panose="02020603050405020304" pitchFamily="18" charset="0"/>
                <a:cs typeface="Arial" panose="020B0604020202020204" pitchFamily="34" charset="0"/>
              </a:rPr>
              <a:t>The preamplifier is typically a sensitive, class-A linear voltage amplifier with a high input impedance. </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p>
            <a:pPr marL="342900" marR="171450" lvl="0" indent="-342900" algn="just">
              <a:lnSpc>
                <a:spcPct val="150000"/>
              </a:lnSpc>
              <a:spcBef>
                <a:spcPts val="0"/>
              </a:spcBef>
              <a:spcAft>
                <a:spcPts val="600"/>
              </a:spcAft>
              <a:buFont typeface="+mj-lt"/>
              <a:buAutoNum type="alphaLcParenBoth"/>
            </a:pPr>
            <a:r>
              <a:rPr lang="en-US" sz="2400" b="1"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Driver amplifier</a:t>
            </a:r>
            <a:r>
              <a:rPr lang="en-US" sz="2400"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a:t>
            </a:r>
            <a:r>
              <a:rPr lang="en-US" sz="2400" dirty="0">
                <a:effectLst/>
                <a:latin typeface="Arial" panose="020B0604020202020204" pitchFamily="34" charset="0"/>
                <a:ea typeface="Times New Roman" panose="02020603050405020304" pitchFamily="18" charset="0"/>
                <a:cs typeface="Arial" panose="020B0604020202020204" pitchFamily="34" charset="0"/>
              </a:rPr>
              <a:t> </a:t>
            </a:r>
            <a:r>
              <a:rPr lang="en-US" sz="2400" dirty="0">
                <a:solidFill>
                  <a:srgbClr val="2D07EB"/>
                </a:solidFill>
                <a:effectLst/>
                <a:latin typeface="Arial" panose="020B0604020202020204" pitchFamily="34" charset="0"/>
                <a:ea typeface="Times New Roman" panose="02020603050405020304" pitchFamily="18" charset="0"/>
                <a:cs typeface="Arial" panose="020B0604020202020204" pitchFamily="34" charset="0"/>
              </a:rPr>
              <a:t>The driver amplifier for modulating signal is also a linear amplifier that simply amplifies the information signal to an adequate level to sufficiently drive the modulator. More than one driver amplifier may be required.</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p>
            <a:pPr marL="228600" marR="171450" indent="-57150" algn="just">
              <a:lnSpc>
                <a:spcPct val="150000"/>
              </a:lnSpc>
              <a:spcBef>
                <a:spcPts val="0"/>
              </a:spcBef>
              <a:spcAft>
                <a:spcPts val="0"/>
              </a:spcAft>
            </a:pPr>
            <a:r>
              <a:rPr lang="en-US" sz="2400" b="1" dirty="0">
                <a:solidFill>
                  <a:srgbClr val="C00000"/>
                </a:solidFill>
                <a:effectLst/>
                <a:latin typeface="Arial" panose="020B0604020202020204" pitchFamily="34" charset="0"/>
                <a:ea typeface="Times New Roman" panose="02020603050405020304" pitchFamily="18" charset="0"/>
                <a:cs typeface="Arial" panose="020B0604020202020204" pitchFamily="34" charset="0"/>
              </a:rPr>
              <a:t>RF Chain</a:t>
            </a:r>
            <a:r>
              <a:rPr lang="en-US" sz="2400" b="1" dirty="0">
                <a:effectLst/>
                <a:latin typeface="Arial" panose="020B0604020202020204" pitchFamily="34" charset="0"/>
                <a:ea typeface="Times New Roman" panose="02020603050405020304" pitchFamily="18" charset="0"/>
                <a:cs typeface="Arial" panose="020B0604020202020204" pitchFamily="34" charset="0"/>
              </a:rPr>
              <a:t>:</a:t>
            </a:r>
            <a:r>
              <a:rPr lang="en-US" sz="2400" dirty="0">
                <a:effectLst/>
                <a:latin typeface="Arial" panose="020B0604020202020204" pitchFamily="34" charset="0"/>
                <a:ea typeface="Times New Roman" panose="02020603050405020304" pitchFamily="18" charset="0"/>
                <a:cs typeface="Arial" panose="020B0604020202020204" pitchFamily="34" charset="0"/>
              </a:rPr>
              <a:t> The Radio Frequency chain consists carrier oscillator, isolated buffer amplifier and carrier driver.</a:t>
            </a:r>
          </a:p>
          <a:p>
            <a:endParaRPr lang="en-US" dirty="0"/>
          </a:p>
        </p:txBody>
      </p:sp>
      <p:sp>
        <p:nvSpPr>
          <p:cNvPr id="5" name="Slide Number Placeholder 4">
            <a:extLst>
              <a:ext uri="{FF2B5EF4-FFF2-40B4-BE49-F238E27FC236}">
                <a16:creationId xmlns:a16="http://schemas.microsoft.com/office/drawing/2014/main" id="{DEF44134-9999-45B8-EDD9-121AB34C4A30}"/>
              </a:ext>
            </a:extLst>
          </p:cNvPr>
          <p:cNvSpPr>
            <a:spLocks noGrp="1"/>
          </p:cNvSpPr>
          <p:nvPr>
            <p:ph type="sldNum" sz="quarter" idx="12"/>
          </p:nvPr>
        </p:nvSpPr>
        <p:spPr/>
        <p:txBody>
          <a:bodyPr/>
          <a:lstStyle/>
          <a:p>
            <a:fld id="{CBABCCC1-BF11-4F37-963E-1BCD5B23FD72}" type="slidenum">
              <a:rPr lang="en-IN" smtClean="0"/>
              <a:t>4</a:t>
            </a:fld>
            <a:endParaRPr lang="en-IN"/>
          </a:p>
        </p:txBody>
      </p:sp>
    </p:spTree>
    <p:extLst>
      <p:ext uri="{BB962C8B-B14F-4D97-AF65-F5344CB8AC3E}">
        <p14:creationId xmlns:p14="http://schemas.microsoft.com/office/powerpoint/2010/main" val="2531380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2DEC674-427D-463A-401A-8712169B29DF}"/>
              </a:ext>
            </a:extLst>
          </p:cNvPr>
          <p:cNvSpPr>
            <a:spLocks noGrp="1"/>
          </p:cNvSpPr>
          <p:nvPr>
            <p:ph type="sldNum" sz="quarter" idx="12"/>
          </p:nvPr>
        </p:nvSpPr>
        <p:spPr/>
        <p:txBody>
          <a:bodyPr/>
          <a:lstStyle/>
          <a:p>
            <a:fld id="{CBABCCC1-BF11-4F37-963E-1BCD5B23FD72}" type="slidenum">
              <a:rPr lang="en-IN" smtClean="0"/>
              <a:t>5</a:t>
            </a:fld>
            <a:endParaRPr lang="en-IN"/>
          </a:p>
        </p:txBody>
      </p:sp>
      <p:sp>
        <p:nvSpPr>
          <p:cNvPr id="8" name="TextBox 7">
            <a:extLst>
              <a:ext uri="{FF2B5EF4-FFF2-40B4-BE49-F238E27FC236}">
                <a16:creationId xmlns:a16="http://schemas.microsoft.com/office/drawing/2014/main" id="{E996276A-694B-6324-5EFF-F6349391440D}"/>
              </a:ext>
            </a:extLst>
          </p:cNvPr>
          <p:cNvSpPr txBox="1"/>
          <p:nvPr/>
        </p:nvSpPr>
        <p:spPr>
          <a:xfrm>
            <a:off x="158496" y="502432"/>
            <a:ext cx="11838432" cy="5009833"/>
          </a:xfrm>
          <a:prstGeom prst="rect">
            <a:avLst/>
          </a:prstGeom>
          <a:noFill/>
        </p:spPr>
        <p:txBody>
          <a:bodyPr wrap="square">
            <a:spAutoFit/>
          </a:bodyPr>
          <a:lstStyle/>
          <a:p>
            <a:pPr marL="228600" marR="171450" indent="-57150" algn="just">
              <a:lnSpc>
                <a:spcPct val="150000"/>
              </a:lnSpc>
              <a:spcBef>
                <a:spcPts val="0"/>
              </a:spcBef>
              <a:spcAft>
                <a:spcPts val="0"/>
              </a:spcAft>
            </a:pPr>
            <a:r>
              <a:rPr lang="en-US" sz="2400" b="1" dirty="0">
                <a:solidFill>
                  <a:srgbClr val="FF0000"/>
                </a:solidFill>
                <a:effectLst/>
                <a:latin typeface="Arial" panose="020B0604020202020204" pitchFamily="34" charset="0"/>
                <a:cs typeface="Arial" panose="020B0604020202020204" pitchFamily="34" charset="0"/>
              </a:rPr>
              <a:t>Buffer Amplifier</a:t>
            </a:r>
            <a:r>
              <a:rPr lang="en-US" sz="2400" b="1" dirty="0">
                <a:effectLst/>
                <a:latin typeface="Arial" panose="020B0604020202020204" pitchFamily="34" charset="0"/>
                <a:cs typeface="Arial" panose="020B0604020202020204" pitchFamily="34" charset="0"/>
              </a:rPr>
              <a:t>: </a:t>
            </a:r>
            <a:r>
              <a:rPr lang="en-US" sz="2400" b="0" dirty="0">
                <a:solidFill>
                  <a:srgbClr val="2D07EB"/>
                </a:solidFill>
                <a:effectLst/>
                <a:latin typeface="Arial" panose="020B0604020202020204" pitchFamily="34" charset="0"/>
                <a:cs typeface="Arial" panose="020B0604020202020204" pitchFamily="34" charset="0"/>
              </a:rPr>
              <a:t>The purpose of the buffer amplifier is twofold. It first matches the output impedance of the carrier oscillator with the input impedance of the frequency multiplier, the next stage of the carrier oscillator. It then isolates the carrier oscillator and frequency multiplier. </a:t>
            </a:r>
          </a:p>
          <a:p>
            <a:pPr marL="228600" marR="171450" indent="-57150" algn="just">
              <a:lnSpc>
                <a:spcPct val="150000"/>
              </a:lnSpc>
              <a:spcBef>
                <a:spcPts val="0"/>
              </a:spcBef>
              <a:spcAft>
                <a:spcPts val="0"/>
              </a:spcAft>
            </a:pPr>
            <a:r>
              <a:rPr lang="en-US" sz="2400" b="0" dirty="0">
                <a:solidFill>
                  <a:srgbClr val="2D07EB"/>
                </a:solidFill>
                <a:effectLst/>
                <a:latin typeface="Arial" panose="020B0604020202020204" pitchFamily="34" charset="0"/>
                <a:cs typeface="Arial" panose="020B0604020202020204" pitchFamily="34" charset="0"/>
              </a:rPr>
              <a:t>      This is required so that the multiplier does not draw a large current from the carrier oscillator. If this occurs, the frequency of the carrier oscillator will not remain stable. Emitter followers or integrated-circuit op-amps are often used for the buffer.</a:t>
            </a:r>
            <a:endParaRPr lang="en-US" sz="2400" b="1" dirty="0">
              <a:effectLst/>
              <a:latin typeface="Arial" panose="020B0604020202020204" pitchFamily="34" charset="0"/>
              <a:cs typeface="Arial" panose="020B0604020202020204" pitchFamily="34" charset="0"/>
            </a:endParaRPr>
          </a:p>
          <a:p>
            <a:pPr marL="228600" marR="171450" indent="-57150" algn="just">
              <a:lnSpc>
                <a:spcPct val="150000"/>
              </a:lnSpc>
              <a:spcBef>
                <a:spcPts val="0"/>
              </a:spcBef>
              <a:spcAft>
                <a:spcPts val="0"/>
              </a:spcAft>
            </a:pPr>
            <a:r>
              <a:rPr lang="en-US" sz="2400" b="1" dirty="0">
                <a:solidFill>
                  <a:srgbClr val="FF0000"/>
                </a:solidFill>
                <a:effectLst/>
                <a:latin typeface="Arial" panose="020B0604020202020204" pitchFamily="34" charset="0"/>
                <a:cs typeface="Arial" panose="020B0604020202020204" pitchFamily="34" charset="0"/>
              </a:rPr>
              <a:t>Modulators:</a:t>
            </a:r>
            <a:r>
              <a:rPr lang="en-US" sz="2400" b="0" dirty="0">
                <a:solidFill>
                  <a:srgbClr val="2D07EB"/>
                </a:solidFill>
                <a:effectLst/>
                <a:latin typeface="Arial" panose="020B0604020202020204" pitchFamily="34" charset="0"/>
                <a:cs typeface="Arial" panose="020B0604020202020204" pitchFamily="34" charset="0"/>
              </a:rPr>
              <a:t>  Various kind of modulation techniques are implemented in this block. The modulator can use either emitter or collector modulation.</a:t>
            </a:r>
            <a:endParaRPr lang="en-US" sz="2400"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2875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217AE-E5D7-C476-C04C-C593105F530F}"/>
              </a:ext>
            </a:extLst>
          </p:cNvPr>
          <p:cNvSpPr>
            <a:spLocks noGrp="1"/>
          </p:cNvSpPr>
          <p:nvPr>
            <p:ph type="title"/>
          </p:nvPr>
        </p:nvSpPr>
        <p:spPr>
          <a:xfrm>
            <a:off x="2276856" y="365125"/>
            <a:ext cx="7354824" cy="315912"/>
          </a:xfrm>
        </p:spPr>
        <p:txBody>
          <a:bodyPr>
            <a:noAutofit/>
          </a:bodyPr>
          <a:lstStyle/>
          <a:p>
            <a:r>
              <a:rPr lang="en-US" sz="2800" dirty="0">
                <a:solidFill>
                  <a:srgbClr val="FF0000"/>
                </a:solidFill>
                <a:effectLst/>
                <a:latin typeface="Arial" panose="020B0604020202020204" pitchFamily="34" charset="0"/>
                <a:ea typeface="Times New Roman" panose="02020603050405020304" pitchFamily="18" charset="0"/>
              </a:rPr>
              <a:t>High-Level and Low-Level Transmitters:</a:t>
            </a:r>
            <a:endParaRPr lang="en-US" sz="2800" dirty="0"/>
          </a:p>
        </p:txBody>
      </p:sp>
      <p:sp>
        <p:nvSpPr>
          <p:cNvPr id="5" name="Slide Number Placeholder 4">
            <a:extLst>
              <a:ext uri="{FF2B5EF4-FFF2-40B4-BE49-F238E27FC236}">
                <a16:creationId xmlns:a16="http://schemas.microsoft.com/office/drawing/2014/main" id="{4F0BD16B-DDA1-0B32-67F7-64342DD539B0}"/>
              </a:ext>
            </a:extLst>
          </p:cNvPr>
          <p:cNvSpPr>
            <a:spLocks noGrp="1"/>
          </p:cNvSpPr>
          <p:nvPr>
            <p:ph type="sldNum" sz="quarter" idx="12"/>
          </p:nvPr>
        </p:nvSpPr>
        <p:spPr/>
        <p:txBody>
          <a:bodyPr/>
          <a:lstStyle/>
          <a:p>
            <a:fld id="{CBABCCC1-BF11-4F37-963E-1BCD5B23FD72}" type="slidenum">
              <a:rPr lang="en-IN" smtClean="0"/>
              <a:t>6</a:t>
            </a:fld>
            <a:endParaRPr lang="en-IN"/>
          </a:p>
        </p:txBody>
      </p:sp>
      <p:pic>
        <p:nvPicPr>
          <p:cNvPr id="2050" name="Picture 2">
            <a:extLst>
              <a:ext uri="{FF2B5EF4-FFF2-40B4-BE49-F238E27FC236}">
                <a16:creationId xmlns:a16="http://schemas.microsoft.com/office/drawing/2014/main" id="{31C1B4A9-D710-BD50-1627-1D2986D14B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304" y="1146048"/>
            <a:ext cx="11954086" cy="3938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26499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FC486-7A86-C390-48EE-8BE904125A4C}"/>
              </a:ext>
            </a:extLst>
          </p:cNvPr>
          <p:cNvSpPr>
            <a:spLocks noGrp="1"/>
          </p:cNvSpPr>
          <p:nvPr>
            <p:ph type="title"/>
          </p:nvPr>
        </p:nvSpPr>
        <p:spPr>
          <a:xfrm>
            <a:off x="2508504" y="192722"/>
            <a:ext cx="8037576" cy="488315"/>
          </a:xfrm>
        </p:spPr>
        <p:txBody>
          <a:bodyPr>
            <a:noAutofit/>
          </a:bodyPr>
          <a:lstStyle/>
          <a:p>
            <a:r>
              <a:rPr lang="en-US" sz="2800" dirty="0">
                <a:solidFill>
                  <a:srgbClr val="FF0000"/>
                </a:solidFill>
                <a:effectLst/>
                <a:latin typeface="Arial" panose="020B0604020202020204" pitchFamily="34" charset="0"/>
                <a:ea typeface="Times New Roman" panose="02020603050405020304" pitchFamily="18" charset="0"/>
                <a:cs typeface="Times New Roman" panose="02020603050405020304" pitchFamily="18" charset="0"/>
              </a:rPr>
              <a:t>Differentiate between AM and FM broadcasting.</a:t>
            </a:r>
            <a:endParaRPr lang="en-US" sz="2800" dirty="0"/>
          </a:p>
        </p:txBody>
      </p:sp>
      <p:sp>
        <p:nvSpPr>
          <p:cNvPr id="5" name="Slide Number Placeholder 4">
            <a:extLst>
              <a:ext uri="{FF2B5EF4-FFF2-40B4-BE49-F238E27FC236}">
                <a16:creationId xmlns:a16="http://schemas.microsoft.com/office/drawing/2014/main" id="{317133E8-2EA9-75CA-D0E7-0ED1C3CBB1CC}"/>
              </a:ext>
            </a:extLst>
          </p:cNvPr>
          <p:cNvSpPr>
            <a:spLocks noGrp="1"/>
          </p:cNvSpPr>
          <p:nvPr>
            <p:ph type="sldNum" sz="quarter" idx="12"/>
          </p:nvPr>
        </p:nvSpPr>
        <p:spPr/>
        <p:txBody>
          <a:bodyPr/>
          <a:lstStyle/>
          <a:p>
            <a:fld id="{CBABCCC1-BF11-4F37-963E-1BCD5B23FD72}" type="slidenum">
              <a:rPr lang="en-IN" smtClean="0"/>
              <a:t>7</a:t>
            </a:fld>
            <a:endParaRPr lang="en-IN"/>
          </a:p>
        </p:txBody>
      </p:sp>
      <p:pic>
        <p:nvPicPr>
          <p:cNvPr id="3074" name="Picture 2">
            <a:extLst>
              <a:ext uri="{FF2B5EF4-FFF2-40B4-BE49-F238E27FC236}">
                <a16:creationId xmlns:a16="http://schemas.microsoft.com/office/drawing/2014/main" id="{1EB55BD6-5CD8-FE17-A062-F749BFFE25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8974" y="785465"/>
            <a:ext cx="9600946" cy="5466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7040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7179A05B-FF4D-9E42-2FA0-EB040865294A}"/>
              </a:ext>
            </a:extLst>
          </p:cNvPr>
          <p:cNvSpPr>
            <a:spLocks noGrp="1"/>
          </p:cNvSpPr>
          <p:nvPr>
            <p:ph type="title"/>
          </p:nvPr>
        </p:nvSpPr>
        <p:spPr>
          <a:xfrm>
            <a:off x="5055205" y="2857500"/>
            <a:ext cx="1472184" cy="1143000"/>
          </a:xfrm>
        </p:spPr>
        <p:txBody>
          <a:bodyPr/>
          <a:lstStyle/>
          <a:p>
            <a:r>
              <a:rPr lang="en-US" altLang="en-US" sz="4800" dirty="0">
                <a:solidFill>
                  <a:srgbClr val="FF0000"/>
                </a:solidFill>
                <a:latin typeface="Arial" panose="020B0604020202020204" pitchFamily="34" charset="0"/>
                <a:cs typeface="Arial" panose="020B0604020202020204" pitchFamily="34" charset="0"/>
              </a:rPr>
              <a:t>End</a:t>
            </a:r>
          </a:p>
        </p:txBody>
      </p:sp>
      <p:sp>
        <p:nvSpPr>
          <p:cNvPr id="3" name="Slide Number Placeholder 2">
            <a:extLst>
              <a:ext uri="{FF2B5EF4-FFF2-40B4-BE49-F238E27FC236}">
                <a16:creationId xmlns:a16="http://schemas.microsoft.com/office/drawing/2014/main" id="{83A6F273-1C50-A5BE-85D7-78B8BF33386B}"/>
              </a:ext>
            </a:extLst>
          </p:cNvPr>
          <p:cNvSpPr>
            <a:spLocks noGrp="1"/>
          </p:cNvSpPr>
          <p:nvPr>
            <p:ph type="sldNum" sz="quarter" idx="12"/>
          </p:nvPr>
        </p:nvSpPr>
        <p:spPr/>
        <p:txBody>
          <a:bodyPr/>
          <a:lstStyle/>
          <a:p>
            <a:fld id="{CBABCCC1-BF11-4F37-963E-1BCD5B23FD72}" type="slidenum">
              <a:rPr lang="en-IN" smtClean="0"/>
              <a:t>8</a:t>
            </a:fld>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9df66832-8a96-40a9-b472-27b1b671652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1B4054966B8914981DF84CE0611BBF3" ma:contentTypeVersion="13" ma:contentTypeDescription="Create a new document." ma:contentTypeScope="" ma:versionID="8a796047917fdd02fe75b75195f00977">
  <xsd:schema xmlns:xsd="http://www.w3.org/2001/XMLSchema" xmlns:xs="http://www.w3.org/2001/XMLSchema" xmlns:p="http://schemas.microsoft.com/office/2006/metadata/properties" xmlns:ns3="9df66832-8a96-40a9-b472-27b1b671652b" xmlns:ns4="3ef07bbe-7178-465e-b37e-c96ad76c7ba2" targetNamespace="http://schemas.microsoft.com/office/2006/metadata/properties" ma:root="true" ma:fieldsID="f3a2d852074f99ffe044f5cdbc6860e7" ns3:_="" ns4:_="">
    <xsd:import namespace="9df66832-8a96-40a9-b472-27b1b671652b"/>
    <xsd:import namespace="3ef07bbe-7178-465e-b37e-c96ad76c7ba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AutoKeyPoints" minOccurs="0"/>
                <xsd:element ref="ns3:MediaServiceKeyPoint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f66832-8a96-40a9-b472-27b1b67165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_activity" ma:index="20"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ef07bbe-7178-465e-b37e-c96ad76c7ba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4A4D56B-9EDA-4F8D-84ED-5B5B230CCC16}">
  <ds:schemaRefs>
    <ds:schemaRef ds:uri="http://schemas.microsoft.com/sharepoint/v3/contenttype/forms"/>
  </ds:schemaRefs>
</ds:datastoreItem>
</file>

<file path=customXml/itemProps2.xml><?xml version="1.0" encoding="utf-8"?>
<ds:datastoreItem xmlns:ds="http://schemas.openxmlformats.org/officeDocument/2006/customXml" ds:itemID="{F3942E90-F73C-42DC-BE25-1F552216703B}">
  <ds:schemaRefs>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9df66832-8a96-40a9-b472-27b1b671652b"/>
    <ds:schemaRef ds:uri="http://purl.org/dc/elements/1.1/"/>
    <ds:schemaRef ds:uri="3ef07bbe-7178-465e-b37e-c96ad76c7ba2"/>
    <ds:schemaRef ds:uri="http://www.w3.org/XML/1998/namespace"/>
    <ds:schemaRef ds:uri="http://purl.org/dc/dcmitype/"/>
  </ds:schemaRefs>
</ds:datastoreItem>
</file>

<file path=customXml/itemProps3.xml><?xml version="1.0" encoding="utf-8"?>
<ds:datastoreItem xmlns:ds="http://schemas.openxmlformats.org/officeDocument/2006/customXml" ds:itemID="{30D4FFE4-B5DD-40DF-82C4-AC58AE0649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df66832-8a96-40a9-b472-27b1b671652b"/>
    <ds:schemaRef ds:uri="3ef07bbe-7178-465e-b37e-c96ad76c7ba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112</TotalTime>
  <Words>275</Words>
  <Application>Microsoft Office PowerPoint</Application>
  <PresentationFormat>Widescreen</PresentationFormat>
  <Paragraphs>23</Paragraphs>
  <Slides>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PowerPoint Presentation</vt:lpstr>
      <vt:lpstr>     AM Transmitters  </vt:lpstr>
      <vt:lpstr>Low-Level Transmitters:</vt:lpstr>
      <vt:lpstr>PowerPoint Presentation</vt:lpstr>
      <vt:lpstr>PowerPoint Presentation</vt:lpstr>
      <vt:lpstr>High-Level and Low-Level Transmitters:</vt:lpstr>
      <vt:lpstr>Differentiate between AM and FM broadcasting.</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MVGR</dc:creator>
  <cp:lastModifiedBy>D Sreenivasa Rao</cp:lastModifiedBy>
  <cp:revision>13</cp:revision>
  <dcterms:created xsi:type="dcterms:W3CDTF">2023-05-08T13:48:07Z</dcterms:created>
  <dcterms:modified xsi:type="dcterms:W3CDTF">2025-10-16T08:03:27Z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0x010100F1B4054966B8914981DF84CE0611BBF3</vt:lpwstr>
  </property>
</Properties>
</file>