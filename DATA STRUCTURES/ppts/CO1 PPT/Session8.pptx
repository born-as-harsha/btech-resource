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71" r:id="rId5"/>
    <p:sldId id="300" r:id="rId6"/>
    <p:sldId id="258" r:id="rId7"/>
    <p:sldId id="288" r:id="rId8"/>
    <p:sldId id="290" r:id="rId9"/>
    <p:sldId id="305" r:id="rId10"/>
    <p:sldId id="299" r:id="rId11"/>
    <p:sldId id="285" r:id="rId12"/>
    <p:sldId id="306" r:id="rId13"/>
    <p:sldId id="307" r:id="rId14"/>
    <p:sldId id="308" r:id="rId15"/>
    <p:sldId id="287" r:id="rId16"/>
    <p:sldId id="301" r:id="rId17"/>
    <p:sldId id="302" r:id="rId18"/>
    <p:sldId id="303"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E24"/>
    <a:srgbClr val="FF9900"/>
    <a:srgbClr val="E84845"/>
    <a:srgbClr val="FAD2D2"/>
    <a:srgbClr val="F89E4C"/>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8108EA-0BA6-4EE5-BF52-A2BAFEA2C14C}" v="16" dt="2022-12-03T09:57:17.358"/>
    <p1510:client id="{6CB850D1-3DE1-5E49-ABFC-00B1F4CAB20B}" v="706" dt="2022-04-26T05:00:35.908"/>
    <p1510:client id="{6DC08AC9-180C-4833-B093-D175B19E358C}" v="831" dt="2022-12-05T09:27:38.870"/>
    <p1510:client id="{7EFB331A-62F6-41DA-B157-092D162D0142}" v="4" dt="2022-12-05T09:32:35.956"/>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682"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skar marapelli" userId="7c59992eb752df44" providerId="Windows Live" clId="Web-{6DC08AC9-180C-4833-B093-D175B19E358C}"/>
    <pc:docChg chg="addSld modSld">
      <pc:chgData name="bhaskar marapelli" userId="7c59992eb752df44" providerId="Windows Live" clId="Web-{6DC08AC9-180C-4833-B093-D175B19E358C}" dt="2022-12-05T09:27:38.870" v="512" actId="1076"/>
      <pc:docMkLst>
        <pc:docMk/>
      </pc:docMkLst>
      <pc:sldChg chg="addSp modSp">
        <pc:chgData name="bhaskar marapelli" userId="7c59992eb752df44" providerId="Windows Live" clId="Web-{6DC08AC9-180C-4833-B093-D175B19E358C}" dt="2022-12-05T09:26:36.056" v="498" actId="20577"/>
        <pc:sldMkLst>
          <pc:docMk/>
          <pc:sldMk cId="4069052342" sldId="258"/>
        </pc:sldMkLst>
        <pc:spChg chg="mod">
          <ac:chgData name="bhaskar marapelli" userId="7c59992eb752df44" providerId="Windows Live" clId="Web-{6DC08AC9-180C-4833-B093-D175B19E358C}" dt="2022-12-05T08:58:04.364" v="165" actId="20577"/>
          <ac:spMkLst>
            <pc:docMk/>
            <pc:sldMk cId="4069052342" sldId="258"/>
            <ac:spMk id="23" creationId="{9EB8A4A0-26E8-41C7-BE65-3B55B361B40D}"/>
          </ac:spMkLst>
        </pc:spChg>
        <pc:spChg chg="mod">
          <ac:chgData name="bhaskar marapelli" userId="7c59992eb752df44" providerId="Windows Live" clId="Web-{6DC08AC9-180C-4833-B093-D175B19E358C}" dt="2022-12-05T09:26:36.056" v="498" actId="20577"/>
          <ac:spMkLst>
            <pc:docMk/>
            <pc:sldMk cId="4069052342" sldId="258"/>
            <ac:spMk id="53" creationId="{00000000-0000-0000-0000-000000000000}"/>
          </ac:spMkLst>
        </pc:spChg>
        <pc:picChg chg="add mod">
          <ac:chgData name="bhaskar marapelli" userId="7c59992eb752df44" providerId="Windows Live" clId="Web-{6DC08AC9-180C-4833-B093-D175B19E358C}" dt="2022-12-05T08:58:25.630" v="174" actId="14100"/>
          <ac:picMkLst>
            <pc:docMk/>
            <pc:sldMk cId="4069052342" sldId="258"/>
            <ac:picMk id="2" creationId="{DDED30BD-4721-4A47-E29F-B4ECF009AE99}"/>
          </ac:picMkLst>
        </pc:picChg>
      </pc:sldChg>
      <pc:sldChg chg="modSp">
        <pc:chgData name="bhaskar marapelli" userId="7c59992eb752df44" providerId="Windows Live" clId="Web-{6DC08AC9-180C-4833-B093-D175B19E358C}" dt="2022-12-05T09:25:35.476" v="494" actId="20577"/>
        <pc:sldMkLst>
          <pc:docMk/>
          <pc:sldMk cId="0" sldId="271"/>
        </pc:sldMkLst>
        <pc:spChg chg="mod">
          <ac:chgData name="bhaskar marapelli" userId="7c59992eb752df44" providerId="Windows Live" clId="Web-{6DC08AC9-180C-4833-B093-D175B19E358C}" dt="2022-12-05T08:51:16.273" v="5" actId="20577"/>
          <ac:spMkLst>
            <pc:docMk/>
            <pc:sldMk cId="0" sldId="271"/>
            <ac:spMk id="8" creationId="{7153E61F-4441-DBE3-3DFF-6E9EF6C48D23}"/>
          </ac:spMkLst>
        </pc:spChg>
        <pc:spChg chg="mod">
          <ac:chgData name="bhaskar marapelli" userId="7c59992eb752df44" providerId="Windows Live" clId="Web-{6DC08AC9-180C-4833-B093-D175B19E358C}" dt="2022-12-05T09:25:35.476" v="494" actId="20577"/>
          <ac:spMkLst>
            <pc:docMk/>
            <pc:sldMk cId="0" sldId="271"/>
            <ac:spMk id="476" creationId="{00000000-0000-0000-0000-000000000000}"/>
          </ac:spMkLst>
        </pc:spChg>
      </pc:sldChg>
      <pc:sldChg chg="addSp modSp">
        <pc:chgData name="bhaskar marapelli" userId="7c59992eb752df44" providerId="Windows Live" clId="Web-{6DC08AC9-180C-4833-B093-D175B19E358C}" dt="2022-12-05T09:06:03.487" v="291" actId="1076"/>
        <pc:sldMkLst>
          <pc:docMk/>
          <pc:sldMk cId="126962933" sldId="285"/>
        </pc:sldMkLst>
        <pc:spChg chg="mod">
          <ac:chgData name="bhaskar marapelli" userId="7c59992eb752df44" providerId="Windows Live" clId="Web-{6DC08AC9-180C-4833-B093-D175B19E358C}" dt="2022-12-05T09:05:03.470" v="267" actId="20577"/>
          <ac:spMkLst>
            <pc:docMk/>
            <pc:sldMk cId="126962933" sldId="285"/>
            <ac:spMk id="4" creationId="{54D31061-350D-4864-BF25-E3C3C4699CDC}"/>
          </ac:spMkLst>
        </pc:spChg>
        <pc:spChg chg="mod">
          <ac:chgData name="bhaskar marapelli" userId="7c59992eb752df44" providerId="Windows Live" clId="Web-{6DC08AC9-180C-4833-B093-D175B19E358C}" dt="2022-12-05T09:05:59.128" v="290" actId="20577"/>
          <ac:spMkLst>
            <pc:docMk/>
            <pc:sldMk cId="126962933" sldId="285"/>
            <ac:spMk id="13" creationId="{00000000-0000-0000-0000-000000000000}"/>
          </ac:spMkLst>
        </pc:spChg>
        <pc:picChg chg="add mod">
          <ac:chgData name="bhaskar marapelli" userId="7c59992eb752df44" providerId="Windows Live" clId="Web-{6DC08AC9-180C-4833-B093-D175B19E358C}" dt="2022-12-05T09:05:14.673" v="272" actId="1076"/>
          <ac:picMkLst>
            <pc:docMk/>
            <pc:sldMk cId="126962933" sldId="285"/>
            <ac:picMk id="2" creationId="{9C1925F6-D17E-E9C5-B2A8-D38E6719F27D}"/>
          </ac:picMkLst>
        </pc:picChg>
        <pc:picChg chg="add mod">
          <ac:chgData name="bhaskar marapelli" userId="7c59992eb752df44" providerId="Windows Live" clId="Web-{6DC08AC9-180C-4833-B093-D175B19E358C}" dt="2022-12-05T09:06:03.487" v="291" actId="1076"/>
          <ac:picMkLst>
            <pc:docMk/>
            <pc:sldMk cId="126962933" sldId="285"/>
            <ac:picMk id="3" creationId="{CF93EE80-AC99-612D-4B75-C8679C8D3EAE}"/>
          </ac:picMkLst>
        </pc:picChg>
      </pc:sldChg>
      <pc:sldChg chg="modSp">
        <pc:chgData name="bhaskar marapelli" userId="7c59992eb752df44" providerId="Windows Live" clId="Web-{6DC08AC9-180C-4833-B093-D175B19E358C}" dt="2022-12-05T09:11:27.341" v="344" actId="20577"/>
        <pc:sldMkLst>
          <pc:docMk/>
          <pc:sldMk cId="4254978408" sldId="287"/>
        </pc:sldMkLst>
        <pc:spChg chg="mod">
          <ac:chgData name="bhaskar marapelli" userId="7c59992eb752df44" providerId="Windows Live" clId="Web-{6DC08AC9-180C-4833-B093-D175B19E358C}" dt="2022-12-05T09:11:27.341" v="344" actId="20577"/>
          <ac:spMkLst>
            <pc:docMk/>
            <pc:sldMk cId="4254978408" sldId="287"/>
            <ac:spMk id="18" creationId="{00000000-0000-0000-0000-000000000000}"/>
          </ac:spMkLst>
        </pc:spChg>
      </pc:sldChg>
      <pc:sldChg chg="modSp">
        <pc:chgData name="bhaskar marapelli" userId="7c59992eb752df44" providerId="Windows Live" clId="Web-{6DC08AC9-180C-4833-B093-D175B19E358C}" dt="2022-12-05T09:27:07.338" v="505" actId="20577"/>
        <pc:sldMkLst>
          <pc:docMk/>
          <pc:sldMk cId="680355262" sldId="288"/>
        </pc:sldMkLst>
        <pc:spChg chg="mod">
          <ac:chgData name="bhaskar marapelli" userId="7c59992eb752df44" providerId="Windows Live" clId="Web-{6DC08AC9-180C-4833-B093-D175B19E358C}" dt="2022-12-05T08:59:15.006" v="184" actId="20577"/>
          <ac:spMkLst>
            <pc:docMk/>
            <pc:sldMk cId="680355262" sldId="288"/>
            <ac:spMk id="4" creationId="{39DC903D-9003-4F3D-87E9-EE7D5BEB5D03}"/>
          </ac:spMkLst>
        </pc:spChg>
        <pc:spChg chg="mod">
          <ac:chgData name="bhaskar marapelli" userId="7c59992eb752df44" providerId="Windows Live" clId="Web-{6DC08AC9-180C-4833-B093-D175B19E358C}" dt="2022-12-05T09:27:07.338" v="505" actId="20577"/>
          <ac:spMkLst>
            <pc:docMk/>
            <pc:sldMk cId="680355262" sldId="288"/>
            <ac:spMk id="26" creationId="{00000000-0000-0000-0000-000000000000}"/>
          </ac:spMkLst>
        </pc:spChg>
      </pc:sldChg>
      <pc:sldChg chg="modSp">
        <pc:chgData name="bhaskar marapelli" userId="7c59992eb752df44" providerId="Windows Live" clId="Web-{6DC08AC9-180C-4833-B093-D175B19E358C}" dt="2022-12-05T09:27:38.870" v="512" actId="1076"/>
        <pc:sldMkLst>
          <pc:docMk/>
          <pc:sldMk cId="3385424300" sldId="290"/>
        </pc:sldMkLst>
        <pc:spChg chg="mod">
          <ac:chgData name="bhaskar marapelli" userId="7c59992eb752df44" providerId="Windows Live" clId="Web-{6DC08AC9-180C-4833-B093-D175B19E358C}" dt="2022-12-05T08:59:38.945" v="186" actId="20577"/>
          <ac:spMkLst>
            <pc:docMk/>
            <pc:sldMk cId="3385424300" sldId="290"/>
            <ac:spMk id="6" creationId="{0F2E30D4-6F86-49D1-9276-85CE0E9B3E3E}"/>
          </ac:spMkLst>
        </pc:spChg>
        <pc:spChg chg="mod">
          <ac:chgData name="bhaskar marapelli" userId="7c59992eb752df44" providerId="Windows Live" clId="Web-{6DC08AC9-180C-4833-B093-D175B19E358C}" dt="2022-12-05T09:27:38.870" v="512" actId="1076"/>
          <ac:spMkLst>
            <pc:docMk/>
            <pc:sldMk cId="3385424300" sldId="290"/>
            <ac:spMk id="13" creationId="{00000000-0000-0000-0000-000000000000}"/>
          </ac:spMkLst>
        </pc:spChg>
      </pc:sldChg>
      <pc:sldChg chg="addSp modSp">
        <pc:chgData name="bhaskar marapelli" userId="7c59992eb752df44" providerId="Windows Live" clId="Web-{6DC08AC9-180C-4833-B093-D175B19E358C}" dt="2022-12-05T09:04:31.703" v="265" actId="20577"/>
        <pc:sldMkLst>
          <pc:docMk/>
          <pc:sldMk cId="1300146341" sldId="299"/>
        </pc:sldMkLst>
        <pc:spChg chg="mod">
          <ac:chgData name="bhaskar marapelli" userId="7c59992eb752df44" providerId="Windows Live" clId="Web-{6DC08AC9-180C-4833-B093-D175B19E358C}" dt="2022-12-05T09:02:41.153" v="236" actId="20577"/>
          <ac:spMkLst>
            <pc:docMk/>
            <pc:sldMk cId="1300146341" sldId="299"/>
            <ac:spMk id="4" creationId="{18B84F3E-0BAB-4FEE-A20F-074E440ADCC6}"/>
          </ac:spMkLst>
        </pc:spChg>
        <pc:spChg chg="mod">
          <ac:chgData name="bhaskar marapelli" userId="7c59992eb752df44" providerId="Windows Live" clId="Web-{6DC08AC9-180C-4833-B093-D175B19E358C}" dt="2022-12-05T09:04:31.703" v="265" actId="20577"/>
          <ac:spMkLst>
            <pc:docMk/>
            <pc:sldMk cId="1300146341" sldId="299"/>
            <ac:spMk id="17" creationId="{00000000-0000-0000-0000-000000000000}"/>
          </ac:spMkLst>
        </pc:spChg>
        <pc:picChg chg="add mod">
          <ac:chgData name="bhaskar marapelli" userId="7c59992eb752df44" providerId="Windows Live" clId="Web-{6DC08AC9-180C-4833-B093-D175B19E358C}" dt="2022-12-05T09:03:20.076" v="241" actId="1076"/>
          <ac:picMkLst>
            <pc:docMk/>
            <pc:sldMk cId="1300146341" sldId="299"/>
            <ac:picMk id="2" creationId="{2E5BEF91-F190-0B28-A389-AB3E5082EAD5}"/>
          </ac:picMkLst>
        </pc:picChg>
      </pc:sldChg>
      <pc:sldChg chg="modSp">
        <pc:chgData name="bhaskar marapelli" userId="7c59992eb752df44" providerId="Windows Live" clId="Web-{6DC08AC9-180C-4833-B093-D175B19E358C}" dt="2022-12-05T09:24:43.912" v="493" actId="20577"/>
        <pc:sldMkLst>
          <pc:docMk/>
          <pc:sldMk cId="1388607984" sldId="300"/>
        </pc:sldMkLst>
        <pc:spChg chg="mod">
          <ac:chgData name="bhaskar marapelli" userId="7c59992eb752df44" providerId="Windows Live" clId="Web-{6DC08AC9-180C-4833-B093-D175B19E358C}" dt="2022-12-05T09:24:43.912" v="493" actId="20577"/>
          <ac:spMkLst>
            <pc:docMk/>
            <pc:sldMk cId="1388607984" sldId="300"/>
            <ac:spMk id="5" creationId="{D7C61438-200D-827A-D4DD-5B5127AFA187}"/>
          </ac:spMkLst>
        </pc:spChg>
        <pc:spChg chg="mod">
          <ac:chgData name="bhaskar marapelli" userId="7c59992eb752df44" providerId="Windows Live" clId="Web-{6DC08AC9-180C-4833-B093-D175B19E358C}" dt="2022-12-05T08:56:42.221" v="156" actId="20577"/>
          <ac:spMkLst>
            <pc:docMk/>
            <pc:sldMk cId="1388607984" sldId="300"/>
            <ac:spMk id="9" creationId="{2B5EAD4E-C007-9DE7-A40A-12802D3C9611}"/>
          </ac:spMkLst>
        </pc:spChg>
        <pc:spChg chg="mod">
          <ac:chgData name="bhaskar marapelli" userId="7c59992eb752df44" providerId="Windows Live" clId="Web-{6DC08AC9-180C-4833-B093-D175B19E358C}" dt="2022-12-05T08:57:32.972" v="163" actId="20577"/>
          <ac:spMkLst>
            <pc:docMk/>
            <pc:sldMk cId="1388607984" sldId="300"/>
            <ac:spMk id="37" creationId="{B0BB8E68-8B73-12DE-615E-1091F19A9A9A}"/>
          </ac:spMkLst>
        </pc:spChg>
      </pc:sldChg>
      <pc:sldChg chg="modSp">
        <pc:chgData name="bhaskar marapelli" userId="7c59992eb752df44" providerId="Windows Live" clId="Web-{6DC08AC9-180C-4833-B093-D175B19E358C}" dt="2022-12-05T09:13:56.377" v="365" actId="14100"/>
        <pc:sldMkLst>
          <pc:docMk/>
          <pc:sldMk cId="4192766172" sldId="301"/>
        </pc:sldMkLst>
        <pc:spChg chg="mod">
          <ac:chgData name="bhaskar marapelli" userId="7c59992eb752df44" providerId="Windows Live" clId="Web-{6DC08AC9-180C-4833-B093-D175B19E358C}" dt="2022-12-05T09:13:10.453" v="359" actId="20577"/>
          <ac:spMkLst>
            <pc:docMk/>
            <pc:sldMk cId="4192766172" sldId="301"/>
            <ac:spMk id="7" creationId="{AE3D0AA7-0A5F-7BD6-7BC7-1D38F326B8B4}"/>
          </ac:spMkLst>
        </pc:spChg>
        <pc:spChg chg="mod">
          <ac:chgData name="bhaskar marapelli" userId="7c59992eb752df44" providerId="Windows Live" clId="Web-{6DC08AC9-180C-4833-B093-D175B19E358C}" dt="2022-12-05T09:12:32.718" v="352" actId="20577"/>
          <ac:spMkLst>
            <pc:docMk/>
            <pc:sldMk cId="4192766172" sldId="301"/>
            <ac:spMk id="11" creationId="{5D8B791C-9B35-CF16-C192-D202E0DB9A60}"/>
          </ac:spMkLst>
        </pc:spChg>
        <pc:spChg chg="mod">
          <ac:chgData name="bhaskar marapelli" userId="7c59992eb752df44" providerId="Windows Live" clId="Web-{6DC08AC9-180C-4833-B093-D175B19E358C}" dt="2022-12-05T09:13:18.125" v="360" actId="20577"/>
          <ac:spMkLst>
            <pc:docMk/>
            <pc:sldMk cId="4192766172" sldId="301"/>
            <ac:spMk id="13" creationId="{BB41B87C-BE5F-4BF2-531D-57DC21D1A451}"/>
          </ac:spMkLst>
        </pc:spChg>
        <pc:spChg chg="mod">
          <ac:chgData name="bhaskar marapelli" userId="7c59992eb752df44" providerId="Windows Live" clId="Web-{6DC08AC9-180C-4833-B093-D175B19E358C}" dt="2022-12-05T09:13:56.377" v="365" actId="14100"/>
          <ac:spMkLst>
            <pc:docMk/>
            <pc:sldMk cId="4192766172" sldId="301"/>
            <ac:spMk id="14" creationId="{7E00138C-2256-5D01-E821-A57ADA3BBCB0}"/>
          </ac:spMkLst>
        </pc:spChg>
      </pc:sldChg>
      <pc:sldChg chg="modSp">
        <pc:chgData name="bhaskar marapelli" userId="7c59992eb752df44" providerId="Windows Live" clId="Web-{6DC08AC9-180C-4833-B093-D175B19E358C}" dt="2022-12-05T09:17:17.961" v="397" actId="20577"/>
        <pc:sldMkLst>
          <pc:docMk/>
          <pc:sldMk cId="2602073769" sldId="302"/>
        </pc:sldMkLst>
        <pc:spChg chg="mod">
          <ac:chgData name="bhaskar marapelli" userId="7c59992eb752df44" providerId="Windows Live" clId="Web-{6DC08AC9-180C-4833-B093-D175B19E358C}" dt="2022-12-05T09:17:17.961" v="397" actId="20577"/>
          <ac:spMkLst>
            <pc:docMk/>
            <pc:sldMk cId="2602073769" sldId="302"/>
            <ac:spMk id="9" creationId="{00000000-0000-0000-0000-000000000000}"/>
          </ac:spMkLst>
        </pc:spChg>
      </pc:sldChg>
      <pc:sldChg chg="modSp">
        <pc:chgData name="bhaskar marapelli" userId="7c59992eb752df44" providerId="Windows Live" clId="Web-{6DC08AC9-180C-4833-B093-D175B19E358C}" dt="2022-12-05T09:21:55.547" v="431" actId="20577"/>
        <pc:sldMkLst>
          <pc:docMk/>
          <pc:sldMk cId="2602073769" sldId="303"/>
        </pc:sldMkLst>
        <pc:spChg chg="mod">
          <ac:chgData name="bhaskar marapelli" userId="7c59992eb752df44" providerId="Windows Live" clId="Web-{6DC08AC9-180C-4833-B093-D175B19E358C}" dt="2022-12-05T09:21:55.547" v="431" actId="20577"/>
          <ac:spMkLst>
            <pc:docMk/>
            <pc:sldMk cId="2602073769" sldId="303"/>
            <ac:spMk id="9" creationId="{00000000-0000-0000-0000-000000000000}"/>
          </ac:spMkLst>
        </pc:spChg>
      </pc:sldChg>
      <pc:sldChg chg="modSp">
        <pc:chgData name="bhaskar marapelli" userId="7c59992eb752df44" providerId="Windows Live" clId="Web-{6DC08AC9-180C-4833-B093-D175B19E358C}" dt="2022-12-05T09:22:43.752" v="451" actId="20577"/>
        <pc:sldMkLst>
          <pc:docMk/>
          <pc:sldMk cId="0" sldId="304"/>
        </pc:sldMkLst>
        <pc:spChg chg="mod">
          <ac:chgData name="bhaskar marapelli" userId="7c59992eb752df44" providerId="Windows Live" clId="Web-{6DC08AC9-180C-4833-B093-D175B19E358C}" dt="2022-12-05T09:22:43.752" v="451" actId="20577"/>
          <ac:spMkLst>
            <pc:docMk/>
            <pc:sldMk cId="0" sldId="304"/>
            <ac:spMk id="4" creationId="{E792BE84-3448-2348-B352-CD5BC083E5FD}"/>
          </ac:spMkLst>
        </pc:spChg>
      </pc:sldChg>
      <pc:sldChg chg="addSp modSp">
        <pc:chgData name="bhaskar marapelli" userId="7c59992eb752df44" providerId="Windows Live" clId="Web-{6DC08AC9-180C-4833-B093-D175B19E358C}" dt="2022-12-05T09:02:09.934" v="234" actId="20577"/>
        <pc:sldMkLst>
          <pc:docMk/>
          <pc:sldMk cId="3385424300" sldId="305"/>
        </pc:sldMkLst>
        <pc:spChg chg="add mod">
          <ac:chgData name="bhaskar marapelli" userId="7c59992eb752df44" providerId="Windows Live" clId="Web-{6DC08AC9-180C-4833-B093-D175B19E358C}" dt="2022-12-05T09:02:09.934" v="234" actId="20577"/>
          <ac:spMkLst>
            <pc:docMk/>
            <pc:sldMk cId="3385424300" sldId="305"/>
            <ac:spMk id="2" creationId="{5AEF724E-671F-D850-1580-ACCE65F00E8D}"/>
          </ac:spMkLst>
        </pc:spChg>
        <pc:spChg chg="mod">
          <ac:chgData name="bhaskar marapelli" userId="7c59992eb752df44" providerId="Windows Live" clId="Web-{6DC08AC9-180C-4833-B093-D175B19E358C}" dt="2022-12-05T09:00:22.118" v="200" actId="20577"/>
          <ac:spMkLst>
            <pc:docMk/>
            <pc:sldMk cId="3385424300" sldId="305"/>
            <ac:spMk id="6" creationId="{0F2E30D4-6F86-49D1-9276-85CE0E9B3E3E}"/>
          </ac:spMkLst>
        </pc:spChg>
      </pc:sldChg>
      <pc:sldChg chg="addSp delSp modSp add replId">
        <pc:chgData name="bhaskar marapelli" userId="7c59992eb752df44" providerId="Windows Live" clId="Web-{6DC08AC9-180C-4833-B093-D175B19E358C}" dt="2022-12-05T09:07:29.537" v="306" actId="14100"/>
        <pc:sldMkLst>
          <pc:docMk/>
          <pc:sldMk cId="3413543700" sldId="306"/>
        </pc:sldMkLst>
        <pc:spChg chg="mod">
          <ac:chgData name="bhaskar marapelli" userId="7c59992eb752df44" providerId="Windows Live" clId="Web-{6DC08AC9-180C-4833-B093-D175B19E358C}" dt="2022-12-05T09:07:20.037" v="303" actId="20577"/>
          <ac:spMkLst>
            <pc:docMk/>
            <pc:sldMk cId="3413543700" sldId="306"/>
            <ac:spMk id="13" creationId="{00000000-0000-0000-0000-000000000000}"/>
          </ac:spMkLst>
        </pc:spChg>
        <pc:picChg chg="mod">
          <ac:chgData name="bhaskar marapelli" userId="7c59992eb752df44" providerId="Windows Live" clId="Web-{6DC08AC9-180C-4833-B093-D175B19E358C}" dt="2022-12-05T09:07:29.537" v="306" actId="14100"/>
          <ac:picMkLst>
            <pc:docMk/>
            <pc:sldMk cId="3413543700" sldId="306"/>
            <ac:picMk id="2" creationId="{9C1925F6-D17E-E9C5-B2A8-D38E6719F27D}"/>
          </ac:picMkLst>
        </pc:picChg>
        <pc:picChg chg="del">
          <ac:chgData name="bhaskar marapelli" userId="7c59992eb752df44" providerId="Windows Live" clId="Web-{6DC08AC9-180C-4833-B093-D175B19E358C}" dt="2022-12-05T09:07:06.599" v="299"/>
          <ac:picMkLst>
            <pc:docMk/>
            <pc:sldMk cId="3413543700" sldId="306"/>
            <ac:picMk id="3" creationId="{CF93EE80-AC99-612D-4B75-C8679C8D3EAE}"/>
          </ac:picMkLst>
        </pc:picChg>
        <pc:picChg chg="add mod">
          <ac:chgData name="bhaskar marapelli" userId="7c59992eb752df44" providerId="Windows Live" clId="Web-{6DC08AC9-180C-4833-B093-D175B19E358C}" dt="2022-12-05T09:07:13.818" v="301" actId="14100"/>
          <ac:picMkLst>
            <pc:docMk/>
            <pc:sldMk cId="3413543700" sldId="306"/>
            <ac:picMk id="5" creationId="{C62ED681-46F8-4C7D-4D01-FB53B584BEAE}"/>
          </ac:picMkLst>
        </pc:picChg>
      </pc:sldChg>
      <pc:sldChg chg="addSp delSp modSp add replId">
        <pc:chgData name="bhaskar marapelli" userId="7c59992eb752df44" providerId="Windows Live" clId="Web-{6DC08AC9-180C-4833-B093-D175B19E358C}" dt="2022-12-05T09:08:09.444" v="313" actId="14100"/>
        <pc:sldMkLst>
          <pc:docMk/>
          <pc:sldMk cId="3755766121" sldId="307"/>
        </pc:sldMkLst>
        <pc:spChg chg="mod">
          <ac:chgData name="bhaskar marapelli" userId="7c59992eb752df44" providerId="Windows Live" clId="Web-{6DC08AC9-180C-4833-B093-D175B19E358C}" dt="2022-12-05T09:08:01.944" v="309" actId="20577"/>
          <ac:spMkLst>
            <pc:docMk/>
            <pc:sldMk cId="3755766121" sldId="307"/>
            <ac:spMk id="13" creationId="{00000000-0000-0000-0000-000000000000}"/>
          </ac:spMkLst>
        </pc:spChg>
        <pc:picChg chg="add mod">
          <ac:chgData name="bhaskar marapelli" userId="7c59992eb752df44" providerId="Windows Live" clId="Web-{6DC08AC9-180C-4833-B093-D175B19E358C}" dt="2022-12-05T09:08:09.444" v="313" actId="14100"/>
          <ac:picMkLst>
            <pc:docMk/>
            <pc:sldMk cId="3755766121" sldId="307"/>
            <ac:picMk id="3" creationId="{0F5AD929-8B6F-0315-0864-CD58609748B7}"/>
          </ac:picMkLst>
        </pc:picChg>
        <pc:picChg chg="del">
          <ac:chgData name="bhaskar marapelli" userId="7c59992eb752df44" providerId="Windows Live" clId="Web-{6DC08AC9-180C-4833-B093-D175B19E358C}" dt="2022-12-05T09:08:05.163" v="311"/>
          <ac:picMkLst>
            <pc:docMk/>
            <pc:sldMk cId="3755766121" sldId="307"/>
            <ac:picMk id="5" creationId="{C62ED681-46F8-4C7D-4D01-FB53B584BEAE}"/>
          </ac:picMkLst>
        </pc:picChg>
      </pc:sldChg>
      <pc:sldChg chg="delSp modSp add replId">
        <pc:chgData name="bhaskar marapelli" userId="7c59992eb752df44" providerId="Windows Live" clId="Web-{6DC08AC9-180C-4833-B093-D175B19E358C}" dt="2022-12-05T09:09:24.556" v="330" actId="20577"/>
        <pc:sldMkLst>
          <pc:docMk/>
          <pc:sldMk cId="1435235969" sldId="308"/>
        </pc:sldMkLst>
        <pc:spChg chg="mod">
          <ac:chgData name="bhaskar marapelli" userId="7c59992eb752df44" providerId="Windows Live" clId="Web-{6DC08AC9-180C-4833-B093-D175B19E358C}" dt="2022-12-05T09:09:02.993" v="319" actId="20577"/>
          <ac:spMkLst>
            <pc:docMk/>
            <pc:sldMk cId="1435235969" sldId="308"/>
            <ac:spMk id="4" creationId="{54D31061-350D-4864-BF25-E3C3C4699CDC}"/>
          </ac:spMkLst>
        </pc:spChg>
        <pc:spChg chg="mod">
          <ac:chgData name="bhaskar marapelli" userId="7c59992eb752df44" providerId="Windows Live" clId="Web-{6DC08AC9-180C-4833-B093-D175B19E358C}" dt="2022-12-05T09:09:24.556" v="330" actId="20577"/>
          <ac:spMkLst>
            <pc:docMk/>
            <pc:sldMk cId="1435235969" sldId="308"/>
            <ac:spMk id="13" creationId="{00000000-0000-0000-0000-000000000000}"/>
          </ac:spMkLst>
        </pc:spChg>
        <pc:picChg chg="del">
          <ac:chgData name="bhaskar marapelli" userId="7c59992eb752df44" providerId="Windows Live" clId="Web-{6DC08AC9-180C-4833-B093-D175B19E358C}" dt="2022-12-05T09:09:08.852" v="324"/>
          <ac:picMkLst>
            <pc:docMk/>
            <pc:sldMk cId="1435235969" sldId="308"/>
            <ac:picMk id="2" creationId="{9C1925F6-D17E-E9C5-B2A8-D38E6719F27D}"/>
          </ac:picMkLst>
        </pc:picChg>
        <pc:picChg chg="del">
          <ac:chgData name="bhaskar marapelli" userId="7c59992eb752df44" providerId="Windows Live" clId="Web-{6DC08AC9-180C-4833-B093-D175B19E358C}" dt="2022-12-05T09:09:07.274" v="323"/>
          <ac:picMkLst>
            <pc:docMk/>
            <pc:sldMk cId="1435235969" sldId="308"/>
            <ac:picMk id="3" creationId="{0F5AD929-8B6F-0315-0864-CD58609748B7}"/>
          </ac:picMkLst>
        </pc:picChg>
      </pc:sldChg>
    </pc:docChg>
  </pc:docChgLst>
  <pc:docChgLst>
    <pc:chgData name="bhaskar marapelli" userId="7c59992eb752df44" providerId="Windows Live" clId="Web-{678108EA-0BA6-4EE5-BF52-A2BAFEA2C14C}"/>
    <pc:docChg chg="modSld">
      <pc:chgData name="bhaskar marapelli" userId="7c59992eb752df44" providerId="Windows Live" clId="Web-{678108EA-0BA6-4EE5-BF52-A2BAFEA2C14C}" dt="2022-12-03T09:57:17.358" v="7" actId="20577"/>
      <pc:docMkLst>
        <pc:docMk/>
      </pc:docMkLst>
      <pc:sldChg chg="modSp">
        <pc:chgData name="bhaskar marapelli" userId="7c59992eb752df44" providerId="Windows Live" clId="Web-{678108EA-0BA6-4EE5-BF52-A2BAFEA2C14C}" dt="2022-12-03T09:57:17.358" v="7" actId="20577"/>
        <pc:sldMkLst>
          <pc:docMk/>
          <pc:sldMk cId="0" sldId="271"/>
        </pc:sldMkLst>
        <pc:spChg chg="mod">
          <ac:chgData name="bhaskar marapelli" userId="7c59992eb752df44" providerId="Windows Live" clId="Web-{678108EA-0BA6-4EE5-BF52-A2BAFEA2C14C}" dt="2022-12-03T09:57:17.358" v="7" actId="20577"/>
          <ac:spMkLst>
            <pc:docMk/>
            <pc:sldMk cId="0" sldId="271"/>
            <ac:spMk id="475" creationId="{00000000-0000-0000-0000-000000000000}"/>
          </ac:spMkLst>
        </pc:spChg>
      </pc:sldChg>
    </pc:docChg>
  </pc:docChgLst>
  <pc:docChgLst>
    <pc:chgData name="bhaskar marapelli" userId="7c59992eb752df44" providerId="Windows Live" clId="Web-{7EFB331A-62F6-41DA-B157-092D162D0142}"/>
    <pc:docChg chg="modSld">
      <pc:chgData name="bhaskar marapelli" userId="7c59992eb752df44" providerId="Windows Live" clId="Web-{7EFB331A-62F6-41DA-B157-092D162D0142}" dt="2022-12-05T09:32:35.956" v="3" actId="20577"/>
      <pc:docMkLst>
        <pc:docMk/>
      </pc:docMkLst>
      <pc:sldChg chg="modSp">
        <pc:chgData name="bhaskar marapelli" userId="7c59992eb752df44" providerId="Windows Live" clId="Web-{7EFB331A-62F6-41DA-B157-092D162D0142}" dt="2022-12-05T09:32:17.300" v="2" actId="20577"/>
        <pc:sldMkLst>
          <pc:docMk/>
          <pc:sldMk cId="680355262" sldId="288"/>
        </pc:sldMkLst>
        <pc:spChg chg="mod">
          <ac:chgData name="bhaskar marapelli" userId="7c59992eb752df44" providerId="Windows Live" clId="Web-{7EFB331A-62F6-41DA-B157-092D162D0142}" dt="2022-12-05T09:32:17.300" v="2" actId="20577"/>
          <ac:spMkLst>
            <pc:docMk/>
            <pc:sldMk cId="680355262" sldId="288"/>
            <ac:spMk id="4" creationId="{39DC903D-9003-4F3D-87E9-EE7D5BEB5D03}"/>
          </ac:spMkLst>
        </pc:spChg>
      </pc:sldChg>
      <pc:sldChg chg="modSp">
        <pc:chgData name="bhaskar marapelli" userId="7c59992eb752df44" providerId="Windows Live" clId="Web-{7EFB331A-62F6-41DA-B157-092D162D0142}" dt="2022-12-05T09:32:35.956" v="3" actId="20577"/>
        <pc:sldMkLst>
          <pc:docMk/>
          <pc:sldMk cId="3385424300" sldId="290"/>
        </pc:sldMkLst>
        <pc:spChg chg="mod">
          <ac:chgData name="bhaskar marapelli" userId="7c59992eb752df44" providerId="Windows Live" clId="Web-{7EFB331A-62F6-41DA-B157-092D162D0142}" dt="2022-12-05T09:32:35.956" v="3" actId="20577"/>
          <ac:spMkLst>
            <pc:docMk/>
            <pc:sldMk cId="3385424300" sldId="290"/>
            <ac:spMk id="6" creationId="{0F2E30D4-6F86-49D1-9276-85CE0E9B3E3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aler.com/topics/data-structures/bucket-sort/" TargetMode="External"/><Relationship Id="rId2" Type="http://schemas.openxmlformats.org/officeDocument/2006/relationships/hyperlink" Target="https://www.youtube.com/watch?v=E9OccfF9mpI"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69839"/>
          </a:xfrm>
          <a:prstGeom prst="rect">
            <a:avLst/>
          </a:prstGeom>
          <a:noFill/>
          <a:ln>
            <a:noFill/>
          </a:ln>
        </p:spPr>
        <p:txBody>
          <a:bodyPr spcFirstLastPara="1" wrap="square" lIns="91425" tIns="45700" rIns="91425" bIns="45700" anchor="t" anchorCtr="0">
            <a:spAutoFit/>
          </a:bodyPr>
          <a:lstStyle/>
          <a:p>
            <a:pPr algn="ctr"/>
            <a:r>
              <a:rPr lang="en-US" sz="3200" b="1" dirty="0">
                <a:solidFill>
                  <a:srgbClr val="A81E24"/>
                </a:solidFill>
                <a:sym typeface="BioRhyme ExtraBold"/>
              </a:rPr>
              <a:t>Data Structures </a:t>
            </a:r>
            <a:endParaRPr lang="en-US" b="1" dirty="0">
              <a:solidFill>
                <a:srgbClr val="A81E24"/>
              </a:solidFill>
              <a:ea typeface="Calibri"/>
              <a:cs typeface="Calibri"/>
            </a:endParaRPr>
          </a:p>
          <a:p>
            <a:pPr marR="0" lvl="0" indent="0" algn="ctr">
              <a:spcBef>
                <a:spcPts val="0"/>
              </a:spcBef>
              <a:spcAft>
                <a:spcPts val="0"/>
              </a:spcAft>
              <a:buNone/>
            </a:pPr>
            <a:r>
              <a:rPr lang="en-US" sz="3600" b="1" dirty="0" smtClean="0">
                <a:solidFill>
                  <a:srgbClr val="A81E24"/>
                </a:solidFill>
              </a:rPr>
              <a:t>Course code:24SC1203</a:t>
            </a:r>
            <a:endParaRPr lang="en-US" sz="3600" b="1" dirty="0">
              <a:solidFill>
                <a:srgbClr val="A81E24"/>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US" sz="4000" b="1" cap="all" dirty="0" err="1">
                <a:ln/>
                <a:solidFill>
                  <a:srgbClr val="C00000"/>
                </a:solidFill>
                <a:cs typeface="Poppins"/>
              </a:rPr>
              <a:t>BuCKET</a:t>
            </a:r>
            <a:r>
              <a:rPr lang="en-US" sz="4000" b="1" cap="all" dirty="0">
                <a:ln/>
                <a:solidFill>
                  <a:srgbClr val="C00000"/>
                </a:solidFill>
                <a:cs typeface="Poppins"/>
              </a:rPr>
              <a:t> SORT</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a:solidFill>
                  <a:srgbClr val="C00000"/>
                </a:solidFill>
                <a:cs typeface="Poppins"/>
              </a:rPr>
              <a:t>Department of BES-1</a:t>
            </a:r>
            <a:endParaRPr lang="en-US" sz="4000">
              <a:solidFill>
                <a:srgbClr val="C00000"/>
              </a:solidFill>
              <a:cs typeface="Poppins" pitchFamily="2" charset="77"/>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AIM OF THE SESSION</a:t>
            </a:r>
          </a:p>
        </p:txBody>
      </p:sp>
      <p:sp>
        <p:nvSpPr>
          <p:cNvPr id="5" name="TextBox 4">
            <a:extLst>
              <a:ext uri="{FF2B5EF4-FFF2-40B4-BE49-F238E27FC236}">
                <a16:creationId xmlns=""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a:effectLst/>
                <a:latin typeface="Poppins"/>
                <a:cs typeface="Poppins"/>
              </a:rPr>
              <a:t>To familiarize students with the basic concept of</a:t>
            </a:r>
            <a:r>
              <a:rPr lang="en-US" sz="1600">
                <a:latin typeface="Poppins"/>
                <a:cs typeface="Poppins"/>
              </a:rPr>
              <a:t> B</a:t>
            </a:r>
            <a:r>
              <a:rPr lang="en-US" sz="1600">
                <a:latin typeface="Times New Roman"/>
                <a:cs typeface="Times New Roman"/>
              </a:rPr>
              <a:t>ucket Sort Algorithm concepts and analyze Time Complexity.</a:t>
            </a:r>
            <a:endParaRPr lang="en-US" sz="1600" b="0" i="0">
              <a:effectLst/>
              <a:latin typeface="Poppins"/>
              <a:cs typeface="Poppins"/>
            </a:endParaRPr>
          </a:p>
          <a:p>
            <a:pPr>
              <a:lnSpc>
                <a:spcPct val="150000"/>
              </a:lnSpc>
            </a:pPr>
            <a:endParaRPr lang="en-US" sz="1600" b="0" i="0">
              <a:effectLst/>
              <a:latin typeface="Poppins"/>
              <a:cs typeface="Poppins"/>
            </a:endParaRP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INSTRUCTIONAL OBJECTIVES</a:t>
            </a:r>
          </a:p>
        </p:txBody>
      </p:sp>
      <p:sp>
        <p:nvSpPr>
          <p:cNvPr id="9" name="TextBox 8">
            <a:extLst>
              <a:ext uri="{FF2B5EF4-FFF2-40B4-BE49-F238E27FC236}">
                <a16:creationId xmlns=""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a:latin typeface="Poppins"/>
                <a:cs typeface="Poppins"/>
              </a:rPr>
              <a:t>This</a:t>
            </a:r>
            <a:r>
              <a:rPr lang="en-US" sz="1600" b="0" i="0">
                <a:effectLst/>
                <a:latin typeface="Poppins"/>
                <a:cs typeface="Poppins"/>
              </a:rPr>
              <a:t> </a:t>
            </a:r>
            <a:r>
              <a:rPr lang="en-US" sz="1600">
                <a:latin typeface="Poppins"/>
                <a:cs typeface="Poppins"/>
              </a:rPr>
              <a:t>Session</a:t>
            </a:r>
            <a:r>
              <a:rPr lang="en-US" sz="1600" b="0" i="0">
                <a:effectLst/>
                <a:latin typeface="Poppins"/>
                <a:cs typeface="Poppins"/>
              </a:rPr>
              <a:t> is designed to:</a:t>
            </a:r>
          </a:p>
          <a:p>
            <a:pPr marL="342900" indent="-342900">
              <a:buAutoNum type="arabicPeriod"/>
            </a:pPr>
            <a:r>
              <a:rPr lang="en-US" sz="1600" b="0" i="0">
                <a:effectLst/>
                <a:latin typeface="Arial"/>
                <a:cs typeface="Arial"/>
              </a:rPr>
              <a:t>Demonstrate</a:t>
            </a:r>
            <a:r>
              <a:rPr lang="en-US" sz="1600">
                <a:latin typeface="Arial"/>
                <a:cs typeface="Arial"/>
              </a:rPr>
              <a:t> : B</a:t>
            </a:r>
            <a:r>
              <a:rPr lang="en-US" sz="1600">
                <a:latin typeface="Times New Roman"/>
                <a:cs typeface="Times New Roman"/>
              </a:rPr>
              <a:t>ucket Sort Approach</a:t>
            </a:r>
            <a:endParaRPr lang="en-US" sz="1600" b="0" i="0">
              <a:effectLst/>
              <a:latin typeface="Arial" panose="020B0604020202020204" pitchFamily="34" charset="0"/>
              <a:cs typeface="Arial"/>
            </a:endParaRPr>
          </a:p>
          <a:p>
            <a:pPr marL="342900" indent="-342900">
              <a:buAutoNum type="arabicPeriod"/>
            </a:pPr>
            <a:r>
              <a:rPr lang="en-US" sz="1600" b="0" i="0">
                <a:effectLst/>
                <a:latin typeface="Arial"/>
                <a:cs typeface="Arial"/>
              </a:rPr>
              <a:t>Describe</a:t>
            </a:r>
            <a:r>
              <a:rPr lang="en-US" sz="1600">
                <a:latin typeface="Arial"/>
                <a:cs typeface="Arial"/>
              </a:rPr>
              <a:t> : B</a:t>
            </a:r>
            <a:r>
              <a:rPr lang="en-US" sz="1600">
                <a:latin typeface="Times New Roman"/>
                <a:cs typeface="Times New Roman"/>
              </a:rPr>
              <a:t>ucket Sort algorithm</a:t>
            </a:r>
            <a:endParaRPr lang="en-US" sz="1600" b="0" i="0">
              <a:effectLst/>
              <a:latin typeface="Arial" panose="020B0604020202020204" pitchFamily="34" charset="0"/>
              <a:cs typeface="Arial"/>
            </a:endParaRPr>
          </a:p>
          <a:p>
            <a:pPr marL="342900" indent="-342900">
              <a:buAutoNum type="arabicPeriod"/>
            </a:pPr>
            <a:r>
              <a:rPr lang="en-US" sz="1600" b="0" i="0">
                <a:effectLst/>
                <a:latin typeface="Arial"/>
                <a:cs typeface="Arial"/>
              </a:rPr>
              <a:t>List out the</a:t>
            </a:r>
            <a:r>
              <a:rPr lang="en-US" sz="1600">
                <a:latin typeface="Arial"/>
                <a:cs typeface="Arial"/>
              </a:rPr>
              <a:t> :Applications of Bucket sort</a:t>
            </a:r>
            <a:endParaRPr lang="en-US" sz="1600" b="0" i="0">
              <a:effectLst/>
              <a:latin typeface="Arial" panose="020B0604020202020204" pitchFamily="34" charset="0"/>
              <a:cs typeface="Arial"/>
            </a:endParaRPr>
          </a:p>
          <a:p>
            <a:pPr marL="342900" indent="-342900">
              <a:buAutoNum type="arabicPeriod"/>
            </a:pPr>
            <a:r>
              <a:rPr lang="en-US" sz="1600" b="0" i="0">
                <a:effectLst/>
                <a:latin typeface="Arial"/>
                <a:cs typeface="Arial"/>
              </a:rPr>
              <a:t>Describe the</a:t>
            </a:r>
            <a:r>
              <a:rPr lang="en-US" sz="1600">
                <a:latin typeface="Arial"/>
                <a:cs typeface="Arial"/>
              </a:rPr>
              <a:t> : Time complexity of Bucket sort</a:t>
            </a:r>
          </a:p>
        </p:txBody>
      </p:sp>
      <p:pic>
        <p:nvPicPr>
          <p:cNvPr id="11"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LEARNING OUTCOMES</a:t>
            </a:r>
          </a:p>
        </p:txBody>
      </p:sp>
      <p:pic>
        <p:nvPicPr>
          <p:cNvPr id="31"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a:effectLst/>
                <a:latin typeface="Arial"/>
                <a:cs typeface="Arial"/>
              </a:rPr>
              <a:t>At the end of this </a:t>
            </a:r>
            <a:r>
              <a:rPr lang="en-US" sz="1600">
                <a:latin typeface="Arial"/>
                <a:cs typeface="Arial"/>
              </a:rPr>
              <a:t>session</a:t>
            </a:r>
            <a:r>
              <a:rPr lang="en-US" sz="1600" b="0" i="0">
                <a:effectLst/>
                <a:latin typeface="Arial"/>
                <a:cs typeface="Arial"/>
              </a:rPr>
              <a:t>, you should be able to:</a:t>
            </a:r>
          </a:p>
          <a:p>
            <a:pPr marL="342900" indent="-342900">
              <a:buAutoNum type="arabicPeriod"/>
            </a:pPr>
            <a:r>
              <a:rPr lang="en-US" sz="1600" b="0" i="0">
                <a:effectLst/>
                <a:latin typeface="Arial"/>
                <a:cs typeface="Arial"/>
              </a:rPr>
              <a:t>Define</a:t>
            </a:r>
            <a:r>
              <a:rPr lang="en-US" sz="1600">
                <a:latin typeface="Arial"/>
                <a:cs typeface="Arial"/>
              </a:rPr>
              <a:t> : Bucket sort algorithm</a:t>
            </a:r>
            <a:endParaRPr lang="en-US" sz="1600" b="0" i="0">
              <a:effectLst/>
              <a:latin typeface="Arial" panose="020B0604020202020204" pitchFamily="34" charset="0"/>
              <a:cs typeface="Arial"/>
            </a:endParaRPr>
          </a:p>
          <a:p>
            <a:pPr marL="342900" indent="-342900">
              <a:buAutoNum type="arabicPeriod"/>
            </a:pPr>
            <a:r>
              <a:rPr lang="en-US" sz="1600" b="0" i="0">
                <a:effectLst/>
                <a:latin typeface="Arial"/>
                <a:cs typeface="Arial"/>
              </a:rPr>
              <a:t>Describe</a:t>
            </a:r>
            <a:r>
              <a:rPr lang="en-US" sz="1600">
                <a:latin typeface="Arial"/>
                <a:cs typeface="Arial"/>
              </a:rPr>
              <a:t> : Time complexity of bucket sort</a:t>
            </a:r>
            <a:endParaRPr lang="en-US" sz="1600" b="0" i="0">
              <a:effectLst/>
              <a:latin typeface="Arial" panose="020B0604020202020204" pitchFamily="34" charset="0"/>
              <a:cs typeface="Arial"/>
            </a:endParaRPr>
          </a:p>
          <a:p>
            <a:pPr marL="342900" indent="-342900">
              <a:buAutoNum type="arabicPeriod"/>
            </a:pPr>
            <a:r>
              <a:rPr lang="en-US" sz="1600">
                <a:latin typeface="Arial"/>
                <a:cs typeface="Arial"/>
              </a:rPr>
              <a:t>Summarize : Bucket sort algorithm</a:t>
            </a:r>
            <a:endParaRPr lang="en-US" sz="160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Bucket Sort</a:t>
            </a:r>
            <a:r>
              <a:rPr lang="en-US" sz="2400"/>
              <a:t> INTRODUCTION </a:t>
            </a:r>
            <a:endParaRPr lang="en-US"/>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5416868"/>
          </a:xfrm>
          <a:prstGeom prst="rect">
            <a:avLst/>
          </a:prstGeom>
          <a:noFill/>
        </p:spPr>
        <p:txBody>
          <a:bodyPr wrap="square" lIns="91440" tIns="45720" rIns="91440" bIns="45720" rtlCol="0" anchor="t">
            <a:spAutoFit/>
          </a:bodyPr>
          <a:lstStyle/>
          <a:p>
            <a:endParaRPr lang="en-US" dirty="0"/>
          </a:p>
          <a:p>
            <a:r>
              <a:rPr lang="en-US" sz="2000" dirty="0">
                <a:latin typeface="Arial"/>
                <a:cs typeface="Arial"/>
              </a:rPr>
              <a:t>Bucket Sort is a sorting technique that sorts the elements by first dividing the elements into several groups called buckets. </a:t>
            </a:r>
            <a:endParaRPr lang="en-US" sz="2000" dirty="0"/>
          </a:p>
          <a:p>
            <a:endParaRPr lang="en-US" dirty="0">
              <a:latin typeface="Arial"/>
              <a:cs typeface="Arial"/>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ea typeface="Calibri"/>
              <a:cs typeface="Calibri"/>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3173" y="2301411"/>
            <a:ext cx="9667982" cy="4161297"/>
          </a:xfrm>
          <a:prstGeom prst="rect">
            <a:avLst/>
          </a:prstGeom>
        </p:spPr>
      </p:pic>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Bucket Sort</a:t>
            </a:r>
            <a:r>
              <a:rPr lang="en-US" sz="2400" b="1">
                <a:solidFill>
                  <a:srgbClr val="00B0F0"/>
                </a:solidFill>
              </a:rPr>
              <a:t> DESCRIPTION</a:t>
            </a:r>
            <a:r>
              <a:rPr lang="en-US" sz="2000">
                <a:ln w="0"/>
                <a:solidFill>
                  <a:schemeClr val="bg1"/>
                </a:solidFill>
                <a:effectLst>
                  <a:outerShdw blurRad="38100" dist="19050" dir="2700000" algn="tl" rotWithShape="0">
                    <a:schemeClr val="dk1">
                      <a:alpha val="40000"/>
                    </a:schemeClr>
                  </a:outerShdw>
                </a:effectLst>
                <a:latin typeface="Poppins"/>
                <a:cs typeface="Poppins"/>
              </a:rPr>
              <a:t> </a:t>
            </a:r>
            <a:endParaRPr lang="en-US" sz="2000">
              <a:ln w="0"/>
              <a:solidFill>
                <a:schemeClr val="bg1"/>
              </a:solidFill>
              <a:effectLst>
                <a:outerShdw blurRad="38100" dist="19050" dir="2700000" algn="tl" rotWithShape="0">
                  <a:prstClr val="black">
                    <a:alpha val="40000"/>
                  </a:prst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10439781"/>
          </a:xfrm>
          <a:prstGeom prst="rect">
            <a:avLst/>
          </a:prstGeom>
          <a:noFill/>
        </p:spPr>
        <p:txBody>
          <a:bodyPr wrap="square" lIns="91440" tIns="45720" rIns="91440" bIns="45720" rtlCol="0" anchor="t">
            <a:spAutoFit/>
          </a:bodyPr>
          <a:lstStyle/>
          <a:p>
            <a:endParaRPr lang="en-US"/>
          </a:p>
          <a:p>
            <a:endParaRPr lang="en-US"/>
          </a:p>
          <a:p>
            <a:pPr marL="285750" indent="-285750">
              <a:spcBef>
                <a:spcPct val="20000"/>
              </a:spcBef>
              <a:spcAft>
                <a:spcPct val="0"/>
              </a:spcAft>
              <a:buFont typeface="Arial"/>
              <a:buChar char="•"/>
            </a:pPr>
            <a:r>
              <a:rPr lang="en-IN" sz="2800">
                <a:latin typeface="Arial"/>
                <a:ea typeface="+mn-lt"/>
                <a:cs typeface="+mn-lt"/>
              </a:rPr>
              <a:t>Bucket sort works on uniformly distributed data and puts numbers into buckets to sort and gather them all to form the sorted array.</a:t>
            </a:r>
            <a:endParaRPr lang="en-US" sz="2800">
              <a:latin typeface="Arial"/>
              <a:ea typeface="+mn-lt"/>
              <a:cs typeface="+mn-lt"/>
            </a:endParaRPr>
          </a:p>
          <a:p>
            <a:pPr marL="285750" indent="-285750">
              <a:spcBef>
                <a:spcPct val="20000"/>
              </a:spcBef>
              <a:spcAft>
                <a:spcPct val="0"/>
              </a:spcAft>
              <a:buFont typeface="Arial"/>
              <a:buChar char="•"/>
            </a:pPr>
            <a:r>
              <a:rPr lang="en-IN" sz="2800" b="1">
                <a:latin typeface="Arial"/>
                <a:ea typeface="+mn-lt"/>
                <a:cs typeface="+mn-lt"/>
              </a:rPr>
              <a:t>Uniformly Distributed Data</a:t>
            </a:r>
            <a:endParaRPr lang="en-IN" sz="2800">
              <a:latin typeface="Arial"/>
              <a:ea typeface="+mn-lt"/>
              <a:cs typeface="+mn-lt"/>
            </a:endParaRPr>
          </a:p>
          <a:p>
            <a:pPr marL="742950" lvl="1" indent="-285750">
              <a:spcBef>
                <a:spcPct val="20000"/>
              </a:spcBef>
              <a:spcAft>
                <a:spcPct val="0"/>
              </a:spcAft>
              <a:buFont typeface="Arial"/>
              <a:buChar char="•"/>
            </a:pPr>
            <a:r>
              <a:rPr lang="en-IN" sz="2800">
                <a:latin typeface="Arial"/>
                <a:ea typeface="+mn-lt"/>
                <a:cs typeface="+mn-lt"/>
              </a:rPr>
              <a:t>Uniformly distributed data has difference between every adjacent element almost the same.</a:t>
            </a:r>
            <a:endParaRPr lang="en-US" sz="2800">
              <a:latin typeface="Arial"/>
              <a:ea typeface="+mn-lt"/>
              <a:cs typeface="+mn-lt"/>
            </a:endParaRPr>
          </a:p>
          <a:p>
            <a:pPr marL="742950" lvl="1" indent="-285750">
              <a:spcBef>
                <a:spcPct val="20000"/>
              </a:spcBef>
              <a:spcAft>
                <a:spcPct val="0"/>
              </a:spcAft>
              <a:buFont typeface="Arial"/>
              <a:buChar char="•"/>
            </a:pPr>
            <a:r>
              <a:rPr lang="en-IN" sz="2800">
                <a:latin typeface="Arial"/>
                <a:ea typeface="+mn-lt"/>
                <a:cs typeface="+mn-lt"/>
              </a:rPr>
              <a:t>An array is said to be uniformly distributed if the difference between each adjacent element inside the array is almost the same. Or, in other terms, the elements of the array spread evenly throughout the whole span/range of the array.</a:t>
            </a:r>
            <a:endParaRPr lang="en-US" sz="2400">
              <a:latin typeface="Arial"/>
              <a:ea typeface="+mn-lt"/>
              <a:cs typeface="+mn-lt"/>
            </a:endParaRPr>
          </a:p>
          <a:p>
            <a:endParaRPr lang="en-US">
              <a:ea typeface="Calibri"/>
              <a:cs typeface="Calibri"/>
            </a:endParaRP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Bucket Sort Approach</a:t>
            </a:r>
            <a:endParaRPr lang="en-US" b="1"/>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54457" y="418138"/>
            <a:ext cx="10086536" cy="10642914"/>
          </a:xfrm>
          <a:prstGeom prst="rect">
            <a:avLst/>
          </a:prstGeom>
          <a:noFill/>
        </p:spPr>
        <p:txBody>
          <a:bodyPr wrap="square" lIns="91440" tIns="45720" rIns="91440" bIns="45720" rtlCol="0" anchor="t">
            <a:spAutoFit/>
          </a:bodyPr>
          <a:lstStyle/>
          <a:p>
            <a:endParaRPr lang="en-US" dirty="0"/>
          </a:p>
          <a:p>
            <a:pPr>
              <a:spcBef>
                <a:spcPct val="20000"/>
              </a:spcBef>
              <a:spcAft>
                <a:spcPct val="0"/>
              </a:spcAft>
            </a:pPr>
            <a:r>
              <a:rPr lang="en-US" sz="2800" dirty="0">
                <a:latin typeface="Arial"/>
                <a:cs typeface="Arial"/>
              </a:rPr>
              <a:t>Bucket sort is a sorting technique that uses the </a:t>
            </a:r>
            <a:r>
              <a:rPr lang="en-US" sz="2800" b="1" dirty="0">
                <a:latin typeface="Arial"/>
                <a:cs typeface="Arial"/>
              </a:rPr>
              <a:t>Scatter-Gather-Approach</a:t>
            </a:r>
            <a:r>
              <a:rPr lang="en-US" sz="2800" dirty="0">
                <a:latin typeface="Arial"/>
                <a:cs typeface="Arial"/>
              </a:rPr>
              <a:t> to sort the array. It divides the unsorted array into separate groups and calls them buckets. Sort the individual buckets, and then gather them all together to form the final sorted array.</a:t>
            </a:r>
            <a:endParaRPr lang="en-US" sz="2800" dirty="0">
              <a:latin typeface="Arial"/>
              <a:ea typeface="+mn-lt"/>
              <a:cs typeface="+mn-lt"/>
            </a:endParaRPr>
          </a:p>
          <a:p>
            <a:pPr marL="342900" indent="-342900">
              <a:lnSpc>
                <a:spcPct val="120000"/>
              </a:lnSpc>
              <a:spcBef>
                <a:spcPct val="20000"/>
              </a:spcBef>
              <a:spcAft>
                <a:spcPct val="0"/>
              </a:spcAft>
            </a:pPr>
            <a:r>
              <a:rPr lang="en-IN" sz="2800" b="1" dirty="0">
                <a:latin typeface="Arial"/>
                <a:ea typeface="+mn-lt"/>
                <a:cs typeface="+mn-lt"/>
              </a:rPr>
              <a:t>Scatter-Gather-Approach</a:t>
            </a:r>
            <a:endParaRPr lang="en-IN" sz="2800" dirty="0">
              <a:latin typeface="Arial"/>
              <a:ea typeface="+mn-lt"/>
              <a:cs typeface="+mn-lt"/>
            </a:endParaRPr>
          </a:p>
          <a:p>
            <a:pPr marL="285750" indent="-285750">
              <a:lnSpc>
                <a:spcPct val="120000"/>
              </a:lnSpc>
              <a:spcBef>
                <a:spcPct val="20000"/>
              </a:spcBef>
              <a:spcAft>
                <a:spcPct val="0"/>
              </a:spcAft>
              <a:buFont typeface="Arial"/>
              <a:buChar char="•"/>
            </a:pPr>
            <a:r>
              <a:rPr lang="en-IN" sz="2800" dirty="0">
                <a:latin typeface="Arial"/>
                <a:ea typeface="+mn-lt"/>
                <a:cs typeface="+mn-lt"/>
              </a:rPr>
              <a:t>Solving large and complex problems can be a little hard at times. </a:t>
            </a:r>
            <a:endParaRPr lang="en-US" sz="2800" dirty="0">
              <a:latin typeface="Arial"/>
              <a:ea typeface="+mn-lt"/>
              <a:cs typeface="+mn-lt"/>
            </a:endParaRPr>
          </a:p>
          <a:p>
            <a:pPr marL="285750" indent="-285750">
              <a:lnSpc>
                <a:spcPct val="120000"/>
              </a:lnSpc>
              <a:spcBef>
                <a:spcPct val="20000"/>
              </a:spcBef>
              <a:spcAft>
                <a:spcPct val="0"/>
              </a:spcAft>
              <a:buFont typeface="Arial"/>
              <a:buChar char="•"/>
            </a:pPr>
            <a:r>
              <a:rPr lang="en-IN" sz="2800" dirty="0">
                <a:latin typeface="Arial"/>
                <a:ea typeface="+mn-lt"/>
                <a:cs typeface="+mn-lt"/>
              </a:rPr>
              <a:t>Scatter-gather-approach tries to simplify such complex problems by first scattering the complete data into clusters, solving these sub-problems individually, and finally gathering them all together to get the final result. </a:t>
            </a:r>
            <a:endParaRPr lang="en-US" sz="2800" dirty="0">
              <a:latin typeface="Arial"/>
              <a:ea typeface="+mn-lt"/>
              <a:cs typeface="+mn-lt"/>
            </a:endParaRPr>
          </a:p>
          <a:p>
            <a:endParaRPr lang="en-US" dirty="0">
              <a:ea typeface="Calibri"/>
              <a:cs typeface="Calibri"/>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Algorithm</a:t>
            </a:r>
            <a:endParaRPr lang="en-US"/>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TextBox 1">
            <a:extLst>
              <a:ext uri="{FF2B5EF4-FFF2-40B4-BE49-F238E27FC236}">
                <a16:creationId xmlns="" xmlns:a16="http://schemas.microsoft.com/office/drawing/2014/main" id="{5AEF724E-671F-D850-1580-ACCE65F00E8D}"/>
              </a:ext>
            </a:extLst>
          </p:cNvPr>
          <p:cNvSpPr txBox="1"/>
          <p:nvPr/>
        </p:nvSpPr>
        <p:spPr>
          <a:xfrm>
            <a:off x="1115684" y="1158816"/>
            <a:ext cx="10866404"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err="1">
                <a:solidFill>
                  <a:srgbClr val="595959"/>
                </a:solidFill>
                <a:latin typeface="Consolas"/>
                <a:cs typeface="Arial"/>
              </a:rPr>
              <a:t>bucketSorting</a:t>
            </a:r>
            <a:r>
              <a:rPr lang="en-US" sz="3200">
                <a:solidFill>
                  <a:srgbClr val="595959"/>
                </a:solidFill>
                <a:latin typeface="Consolas"/>
                <a:cs typeface="Arial"/>
              </a:rPr>
              <a:t>(</a:t>
            </a:r>
            <a:r>
              <a:rPr lang="en-US" sz="3200" err="1">
                <a:solidFill>
                  <a:srgbClr val="595959"/>
                </a:solidFill>
                <a:latin typeface="Consolas"/>
                <a:cs typeface="Arial"/>
              </a:rPr>
              <a:t>arr</a:t>
            </a:r>
            <a:r>
              <a:rPr lang="en-US" sz="3200">
                <a:solidFill>
                  <a:srgbClr val="595959"/>
                </a:solidFill>
                <a:latin typeface="Consolas"/>
                <a:cs typeface="Arial"/>
              </a:rPr>
              <a:t>, n):</a:t>
            </a:r>
            <a:r>
              <a:rPr lang="en-US" sz="3200">
                <a:latin typeface="Consolas"/>
                <a:cs typeface="Arial"/>
              </a:rPr>
              <a:t>​</a:t>
            </a:r>
          </a:p>
          <a:p>
            <a:pPr marL="514350" indent="-514350">
              <a:buAutoNum type="arabicPeriod"/>
            </a:pPr>
            <a:r>
              <a:rPr lang="en-US" sz="3200">
                <a:solidFill>
                  <a:srgbClr val="595959"/>
                </a:solidFill>
                <a:latin typeface="Consolas"/>
                <a:cs typeface="Arial"/>
              </a:rPr>
              <a:t>Create </a:t>
            </a:r>
            <a:r>
              <a:rPr lang="en-US" sz="3200" err="1">
                <a:solidFill>
                  <a:srgbClr val="595959"/>
                </a:solidFill>
                <a:latin typeface="Consolas"/>
                <a:cs typeface="Arial"/>
              </a:rPr>
              <a:t>n</a:t>
            </a:r>
            <a:r>
              <a:rPr lang="en-US" sz="3200">
                <a:solidFill>
                  <a:srgbClr val="595959"/>
                </a:solidFill>
                <a:latin typeface="Consolas"/>
                <a:cs typeface="Arial"/>
              </a:rPr>
              <a:t> empty buckets</a:t>
            </a:r>
            <a:r>
              <a:rPr lang="en-US" sz="3200">
                <a:latin typeface="Consolas"/>
                <a:cs typeface="Arial"/>
              </a:rPr>
              <a:t>​</a:t>
            </a:r>
          </a:p>
          <a:p>
            <a:pPr marL="514350" indent="-514350">
              <a:buAutoNum type="arabicPeriod"/>
            </a:pPr>
            <a:r>
              <a:rPr lang="en-US" sz="3200">
                <a:solidFill>
                  <a:srgbClr val="595959"/>
                </a:solidFill>
                <a:latin typeface="Consolas"/>
                <a:cs typeface="Arial"/>
              </a:rPr>
              <a:t>loop through each element of the </a:t>
            </a:r>
            <a:r>
              <a:rPr lang="en-US" sz="3200" err="1">
                <a:solidFill>
                  <a:srgbClr val="595959"/>
                </a:solidFill>
                <a:latin typeface="Consolas"/>
                <a:cs typeface="Arial"/>
              </a:rPr>
              <a:t>arr</a:t>
            </a:r>
            <a:r>
              <a:rPr lang="en-US" sz="3200">
                <a:solidFill>
                  <a:srgbClr val="595959"/>
                </a:solidFill>
                <a:latin typeface="Consolas"/>
                <a:cs typeface="Arial"/>
              </a:rPr>
              <a:t> and  do the following</a:t>
            </a:r>
            <a:r>
              <a:rPr lang="en-US" sz="3200">
                <a:latin typeface="Consolas"/>
                <a:cs typeface="Arial"/>
              </a:rPr>
              <a:t>​</a:t>
            </a:r>
            <a:r>
              <a:rPr lang="en-US" sz="3200">
                <a:solidFill>
                  <a:srgbClr val="000000"/>
                </a:solidFill>
                <a:latin typeface="Consolas"/>
                <a:cs typeface="Arial"/>
              </a:rPr>
              <a:t> </a:t>
            </a:r>
            <a:r>
              <a:rPr lang="en-US" sz="3200">
                <a:solidFill>
                  <a:srgbClr val="595959"/>
                </a:solidFill>
                <a:latin typeface="Consolas"/>
                <a:cs typeface="Arial"/>
              </a:rPr>
              <a:t>Calculate </a:t>
            </a:r>
            <a:r>
              <a:rPr lang="en-US" sz="3200" err="1">
                <a:solidFill>
                  <a:srgbClr val="595959"/>
                </a:solidFill>
                <a:latin typeface="Consolas"/>
                <a:cs typeface="Arial"/>
              </a:rPr>
              <a:t>bucketIndex</a:t>
            </a:r>
            <a:r>
              <a:rPr lang="en-US" sz="3200">
                <a:latin typeface="Consolas"/>
                <a:cs typeface="Arial"/>
              </a:rPr>
              <a:t>​</a:t>
            </a:r>
          </a:p>
          <a:p>
            <a:pPr lvl="1"/>
            <a:r>
              <a:rPr lang="en-US" sz="3200">
                <a:solidFill>
                  <a:srgbClr val="595959"/>
                </a:solidFill>
                <a:latin typeface="Consolas"/>
                <a:cs typeface="Arial"/>
              </a:rPr>
              <a:t>Insert the element into the corresponding bucket number</a:t>
            </a:r>
            <a:r>
              <a:rPr lang="en-US" sz="3200">
                <a:latin typeface="Consolas"/>
                <a:cs typeface="Arial"/>
              </a:rPr>
              <a:t>​</a:t>
            </a:r>
            <a:endParaRPr lang="en-US">
              <a:ea typeface="Calibri"/>
              <a:cs typeface="Calibri"/>
            </a:endParaRPr>
          </a:p>
          <a:p>
            <a:pPr marL="514350" indent="-514350">
              <a:buAutoNum type="arabicPeriod"/>
            </a:pPr>
            <a:r>
              <a:rPr lang="en-US" sz="3200">
                <a:solidFill>
                  <a:srgbClr val="595959"/>
                </a:solidFill>
                <a:latin typeface="Consolas"/>
                <a:cs typeface="Arial"/>
              </a:rPr>
              <a:t>Sort the individual buckets</a:t>
            </a:r>
            <a:r>
              <a:rPr lang="en-US" sz="3200">
                <a:latin typeface="Consolas"/>
                <a:cs typeface="Arial"/>
              </a:rPr>
              <a:t>​</a:t>
            </a:r>
          </a:p>
          <a:p>
            <a:pPr marL="514350" indent="-514350">
              <a:buAutoNum type="arabicPeriod"/>
            </a:pPr>
            <a:r>
              <a:rPr lang="en-US" sz="3200">
                <a:solidFill>
                  <a:srgbClr val="595959"/>
                </a:solidFill>
                <a:latin typeface="Consolas"/>
                <a:cs typeface="Arial"/>
              </a:rPr>
              <a:t>Gather all the elements together</a:t>
            </a:r>
            <a:r>
              <a:rPr lang="en-US" sz="3200">
                <a:latin typeface="Consolas"/>
                <a:cs typeface="Arial"/>
              </a:rPr>
              <a:t>​</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Example</a:t>
            </a:r>
            <a:endParaRPr lang="en-US"/>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083212" y="1252025"/>
            <a:ext cx="10086536" cy="7602081"/>
          </a:xfrm>
          <a:prstGeom prst="rect">
            <a:avLst/>
          </a:prstGeom>
          <a:noFill/>
        </p:spPr>
        <p:txBody>
          <a:bodyPr wrap="square" lIns="91440" tIns="45720" rIns="91440" bIns="45720" rtlCol="0" anchor="t">
            <a:spAutoFit/>
          </a:bodyPr>
          <a:lstStyle/>
          <a:p>
            <a:endParaRPr lang="en-US"/>
          </a:p>
          <a:p>
            <a:endParaRPr lang="en-US"/>
          </a:p>
          <a:p>
            <a:endParaRPr lang="en-US" sz="2800">
              <a:ea typeface="Calibri"/>
              <a:cs typeface="Calibri"/>
            </a:endParaRPr>
          </a:p>
          <a:p>
            <a:r>
              <a:rPr lang="en-US" sz="2800" b="1">
                <a:ea typeface="+mn-lt"/>
                <a:cs typeface="+mn-lt"/>
              </a:rPr>
              <a:t>Step 1:</a:t>
            </a:r>
          </a:p>
          <a:p>
            <a:r>
              <a:rPr lang="en-US" sz="2800">
                <a:solidFill>
                  <a:srgbClr val="61738E"/>
                </a:solidFill>
                <a:ea typeface="+mn-lt"/>
                <a:cs typeface="+mn-lt"/>
              </a:rPr>
              <a:t>Since we have the array with integer elements, we'll calculate the range first.</a:t>
            </a:r>
            <a:endParaRPr lang="en-US" sz="2800">
              <a:ea typeface="+mn-lt"/>
              <a:cs typeface="+mn-lt"/>
            </a:endParaRPr>
          </a:p>
          <a:p>
            <a:pPr>
              <a:spcBef>
                <a:spcPct val="0"/>
              </a:spcBef>
              <a:spcAft>
                <a:spcPct val="0"/>
              </a:spcAft>
            </a:pPr>
            <a:r>
              <a:rPr lang="en-US" sz="2800" err="1">
                <a:ea typeface="+mn-lt"/>
                <a:cs typeface="+mn-lt"/>
              </a:rPr>
              <a:t>maximumElement</a:t>
            </a:r>
            <a:r>
              <a:rPr lang="en-US" sz="2800">
                <a:ea typeface="+mn-lt"/>
                <a:cs typeface="+mn-lt"/>
              </a:rPr>
              <a:t> = 24</a:t>
            </a:r>
          </a:p>
          <a:p>
            <a:pPr>
              <a:spcBef>
                <a:spcPct val="0"/>
              </a:spcBef>
              <a:spcAft>
                <a:spcPct val="0"/>
              </a:spcAft>
            </a:pPr>
            <a:r>
              <a:rPr lang="en-US" sz="2800" err="1">
                <a:ea typeface="+mn-lt"/>
                <a:cs typeface="+mn-lt"/>
              </a:rPr>
              <a:t>minimumElement</a:t>
            </a:r>
            <a:r>
              <a:rPr lang="en-US" sz="2800">
                <a:ea typeface="+mn-lt"/>
                <a:cs typeface="+mn-lt"/>
              </a:rPr>
              <a:t> = 1</a:t>
            </a:r>
          </a:p>
          <a:p>
            <a:pPr>
              <a:spcBef>
                <a:spcPct val="0"/>
              </a:spcBef>
              <a:spcAft>
                <a:spcPct val="0"/>
              </a:spcAft>
            </a:pPr>
            <a:r>
              <a:rPr lang="en-US" sz="2800" err="1">
                <a:ea typeface="+mn-lt"/>
                <a:cs typeface="+mn-lt"/>
              </a:rPr>
              <a:t>noOfBuckets</a:t>
            </a:r>
            <a:r>
              <a:rPr lang="en-US" sz="2800">
                <a:ea typeface="+mn-lt"/>
                <a:cs typeface="+mn-lt"/>
              </a:rPr>
              <a:t> = 5 (will be given as parameter)</a:t>
            </a:r>
          </a:p>
          <a:p>
            <a:pPr>
              <a:spcBef>
                <a:spcPct val="0"/>
              </a:spcBef>
              <a:spcAft>
                <a:spcPct val="0"/>
              </a:spcAft>
            </a:pPr>
            <a:r>
              <a:rPr lang="en-US" sz="2800">
                <a:ea typeface="+mn-lt"/>
                <a:cs typeface="+mn-lt"/>
              </a:rPr>
              <a:t>range = (int)(24 - 1) / 5</a:t>
            </a:r>
          </a:p>
          <a:p>
            <a:pPr>
              <a:spcBef>
                <a:spcPct val="0"/>
              </a:spcBef>
              <a:spcAft>
                <a:spcPct val="0"/>
              </a:spcAft>
            </a:pPr>
            <a:r>
              <a:rPr lang="en-US" sz="2800">
                <a:ea typeface="+mn-lt"/>
                <a:cs typeface="+mn-lt"/>
              </a:rPr>
              <a:t>= 4</a:t>
            </a:r>
          </a:p>
          <a:p>
            <a:pPr>
              <a:spcBef>
                <a:spcPct val="0"/>
              </a:spcBef>
              <a:spcAft>
                <a:spcPct val="0"/>
              </a:spcAft>
            </a:pPr>
            <a:r>
              <a:rPr lang="en-US" sz="2800">
                <a:solidFill>
                  <a:srgbClr val="61738E"/>
                </a:solidFill>
                <a:ea typeface="+mn-lt"/>
                <a:cs typeface="+mn-lt"/>
              </a:rPr>
              <a:t>Hence, we'll have buckets of the following ranges: </a:t>
            </a:r>
            <a:endParaRPr lang="en-US" sz="2800">
              <a:ea typeface="+mn-lt"/>
              <a:cs typeface="+mn-lt"/>
            </a:endParaRPr>
          </a:p>
          <a:p>
            <a:pPr>
              <a:spcBef>
                <a:spcPct val="0"/>
              </a:spcBef>
              <a:spcAft>
                <a:spcPct val="0"/>
              </a:spcAft>
            </a:pPr>
            <a:r>
              <a:rPr lang="en-US" sz="2800" b="1">
                <a:solidFill>
                  <a:srgbClr val="61738E"/>
                </a:solidFill>
                <a:ea typeface="+mn-lt"/>
                <a:cs typeface="+mn-lt"/>
              </a:rPr>
              <a:t>[1-5] [6-10] [11-15] [16-20] [21-25]</a:t>
            </a:r>
            <a:endParaRPr lang="en-US" sz="2800">
              <a:ea typeface="+mn-lt"/>
              <a:cs typeface="+mn-lt"/>
            </a:endParaRPr>
          </a:p>
          <a:p>
            <a:endParaRPr lang="en-US" b="1">
              <a:ea typeface="Calibri"/>
              <a:cs typeface="Calibri"/>
            </a:endParaRPr>
          </a:p>
          <a:p>
            <a:endParaRPr lang="en-US"/>
          </a:p>
          <a:p>
            <a:endParaRPr lang="en-US"/>
          </a:p>
          <a:p>
            <a:endParaRPr lang="en-US"/>
          </a:p>
          <a:p>
            <a:endParaRPr lang="en-US"/>
          </a:p>
          <a:p>
            <a:endParaRPr lang="en-US"/>
          </a:p>
          <a:p>
            <a:endParaRPr lang="en-US"/>
          </a:p>
          <a:p>
            <a:endParaRPr lang="en-US">
              <a:ea typeface="Calibri"/>
              <a:cs typeface="Calibri"/>
            </a:endParaRPr>
          </a:p>
        </p:txBody>
      </p:sp>
      <p:pic>
        <p:nvPicPr>
          <p:cNvPr id="2" name="Picture 2" descr="A picture containing text, clock&#10;&#10;Description automatically generated">
            <a:extLst>
              <a:ext uri="{FF2B5EF4-FFF2-40B4-BE49-F238E27FC236}">
                <a16:creationId xmlns="" xmlns:a16="http://schemas.microsoft.com/office/drawing/2014/main" id="{2E5BEF91-F190-0B28-A389-AB3E5082EAD5}"/>
              </a:ext>
            </a:extLst>
          </p:cNvPr>
          <p:cNvPicPr>
            <a:picLocks noChangeAspect="1"/>
          </p:cNvPicPr>
          <p:nvPr/>
        </p:nvPicPr>
        <p:blipFill>
          <a:blip r:embed="rId3"/>
          <a:stretch>
            <a:fillRect/>
          </a:stretch>
        </p:blipFill>
        <p:spPr>
          <a:xfrm>
            <a:off x="1935193" y="816705"/>
            <a:ext cx="9586822" cy="1069531"/>
          </a:xfrm>
          <a:prstGeom prst="rect">
            <a:avLst/>
          </a:prstGeom>
        </p:spPr>
      </p:pic>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Example</a:t>
            </a:r>
            <a:endParaRPr lang="en-US"/>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7663636"/>
          </a:xfrm>
          <a:prstGeom prst="rect">
            <a:avLst/>
          </a:prstGeom>
          <a:noFill/>
        </p:spPr>
        <p:txBody>
          <a:bodyPr wrap="square" lIns="91440" tIns="45720" rIns="91440" bIns="45720" rtlCol="0" anchor="t">
            <a:spAutoFit/>
          </a:bodyPr>
          <a:lstStyle/>
          <a:p>
            <a:endParaRPr lang="en-US"/>
          </a:p>
          <a:p>
            <a:endParaRPr lang="en-US"/>
          </a:p>
          <a:p>
            <a:pPr>
              <a:spcBef>
                <a:spcPct val="0"/>
              </a:spcBef>
              <a:spcAft>
                <a:spcPct val="0"/>
              </a:spcAft>
            </a:pPr>
            <a:r>
              <a:rPr lang="en-US" sz="2400" b="1">
                <a:ea typeface="+mn-lt"/>
                <a:cs typeface="+mn-lt"/>
              </a:rPr>
              <a:t>Step 2: Scatter</a:t>
            </a:r>
            <a:endParaRPr lang="en-US" sz="2400">
              <a:ea typeface="+mn-lt"/>
              <a:cs typeface="+mn-lt"/>
            </a:endParaRPr>
          </a:p>
          <a:p>
            <a:pPr>
              <a:spcBef>
                <a:spcPct val="0"/>
              </a:spcBef>
              <a:spcAft>
                <a:spcPct val="0"/>
              </a:spcAft>
            </a:pPr>
            <a:r>
              <a:rPr lang="en-US" sz="2400">
                <a:solidFill>
                  <a:srgbClr val="61738E"/>
                </a:solidFill>
                <a:ea typeface="+mn-lt"/>
                <a:cs typeface="+mn-lt"/>
              </a:rPr>
              <a:t>Now, iterate through the unsorted array and keep inserting the numbers in the bucket of their corresponding range.</a:t>
            </a:r>
            <a:endParaRPr lang="en-US" sz="2400">
              <a:ea typeface="+mn-lt"/>
              <a:cs typeface="+mn-lt"/>
            </a:endParaRPr>
          </a:p>
          <a:p>
            <a:endParaRPr lang="en-US" sz="2400">
              <a:ea typeface="Calibri"/>
              <a:cs typeface="Calibri"/>
            </a:endParaRPr>
          </a:p>
          <a:p>
            <a:pPr>
              <a:spcBef>
                <a:spcPct val="0"/>
              </a:spcBef>
              <a:spcAft>
                <a:spcPct val="0"/>
              </a:spcAft>
            </a:pPr>
            <a:r>
              <a:rPr lang="en-US" sz="2400">
                <a:latin typeface="Times New Roman"/>
                <a:cs typeface="Times New Roman"/>
              </a:rPr>
              <a:t>For example:</a:t>
            </a:r>
            <a:endParaRPr lang="en-US" sz="2400">
              <a:ea typeface="+mn-lt"/>
              <a:cs typeface="+mn-lt"/>
            </a:endParaRPr>
          </a:p>
          <a:p>
            <a:pPr>
              <a:spcBef>
                <a:spcPct val="0"/>
              </a:spcBef>
              <a:spcAft>
                <a:spcPct val="0"/>
              </a:spcAft>
            </a:pPr>
            <a:r>
              <a:rPr lang="en-US" sz="2400">
                <a:latin typeface="Times New Roman"/>
                <a:cs typeface="Times New Roman"/>
              </a:rPr>
              <a:t>array[0] = 11, Range = [11-15]</a:t>
            </a:r>
            <a:endParaRPr lang="en-US" sz="2400">
              <a:ea typeface="+mn-lt"/>
              <a:cs typeface="+mn-lt"/>
            </a:endParaRPr>
          </a:p>
          <a:p>
            <a:pPr>
              <a:spcBef>
                <a:spcPct val="0"/>
              </a:spcBef>
              <a:spcAft>
                <a:spcPct val="0"/>
              </a:spcAft>
            </a:pPr>
            <a:r>
              <a:rPr lang="en-US" sz="2400">
                <a:latin typeface="Times New Roman"/>
                <a:cs typeface="Times New Roman"/>
              </a:rPr>
              <a:t>array[1] = 9, Range = [6-10]</a:t>
            </a:r>
            <a:endParaRPr lang="en-US" sz="2400">
              <a:ea typeface="+mn-lt"/>
              <a:cs typeface="+mn-lt"/>
            </a:endParaRPr>
          </a:p>
          <a:p>
            <a:pPr>
              <a:spcBef>
                <a:spcPct val="0"/>
              </a:spcBef>
              <a:spcAft>
                <a:spcPct val="0"/>
              </a:spcAft>
            </a:pPr>
            <a:r>
              <a:rPr lang="en-US" sz="2400">
                <a:latin typeface="Times New Roman"/>
                <a:cs typeface="Times New Roman"/>
              </a:rPr>
              <a:t>array[2] = 21, Range = [21-25]</a:t>
            </a:r>
            <a:endParaRPr lang="en-US" sz="2400">
              <a:ea typeface="+mn-lt"/>
              <a:cs typeface="+mn-lt"/>
            </a:endParaRPr>
          </a:p>
          <a:p>
            <a:pPr>
              <a:spcBef>
                <a:spcPct val="0"/>
              </a:spcBef>
              <a:spcAft>
                <a:spcPct val="0"/>
              </a:spcAft>
            </a:pPr>
            <a:r>
              <a:rPr lang="en-US" sz="2400">
                <a:latin typeface="Times New Roman"/>
                <a:cs typeface="Times New Roman"/>
              </a:rPr>
              <a:t>array[3] = 8, Range = [6-10]</a:t>
            </a:r>
            <a:endParaRPr lang="en-US" sz="2400">
              <a:ea typeface="+mn-lt"/>
              <a:cs typeface="+mn-lt"/>
            </a:endParaRPr>
          </a:p>
          <a:p>
            <a:pPr>
              <a:spcBef>
                <a:spcPct val="0"/>
              </a:spcBef>
              <a:spcAft>
                <a:spcPct val="0"/>
              </a:spcAft>
            </a:pPr>
            <a:r>
              <a:rPr lang="en-US" sz="2400">
                <a:latin typeface="Times New Roman"/>
                <a:cs typeface="Times New Roman"/>
              </a:rPr>
              <a:t>array[4] = 17, Range = [16-20]</a:t>
            </a:r>
            <a:endParaRPr lang="en-US" sz="2400">
              <a:ea typeface="+mn-lt"/>
              <a:cs typeface="+mn-lt"/>
            </a:endParaRPr>
          </a:p>
          <a:p>
            <a:pPr>
              <a:spcBef>
                <a:spcPct val="0"/>
              </a:spcBef>
              <a:spcAft>
                <a:spcPct val="0"/>
              </a:spcAft>
            </a:pPr>
            <a:endParaRPr lang="en-US">
              <a:ea typeface="+mn-lt"/>
              <a:cs typeface="+mn-lt"/>
            </a:endParaRPr>
          </a:p>
          <a:p>
            <a:endParaRPr lang="en-US">
              <a:ea typeface="Calibri"/>
              <a:cs typeface="Calibri"/>
            </a:endParaRPr>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2" name="Picture 2" descr="A picture containing text, clock&#10;&#10;Description automatically generated">
            <a:extLst>
              <a:ext uri="{FF2B5EF4-FFF2-40B4-BE49-F238E27FC236}">
                <a16:creationId xmlns="" xmlns:a16="http://schemas.microsoft.com/office/drawing/2014/main" id="{9C1925F6-D17E-E9C5-B2A8-D38E6719F27D}"/>
              </a:ext>
            </a:extLst>
          </p:cNvPr>
          <p:cNvPicPr>
            <a:picLocks noChangeAspect="1"/>
          </p:cNvPicPr>
          <p:nvPr/>
        </p:nvPicPr>
        <p:blipFill>
          <a:blip r:embed="rId3"/>
          <a:stretch>
            <a:fillRect/>
          </a:stretch>
        </p:blipFill>
        <p:spPr>
          <a:xfrm>
            <a:off x="2855343" y="644177"/>
            <a:ext cx="6855124" cy="882626"/>
          </a:xfrm>
          <a:prstGeom prst="rect">
            <a:avLst/>
          </a:prstGeom>
        </p:spPr>
      </p:pic>
      <p:pic>
        <p:nvPicPr>
          <p:cNvPr id="3" name="Picture 4" descr="Chart, funnel chart&#10;&#10;Description automatically generated">
            <a:extLst>
              <a:ext uri="{FF2B5EF4-FFF2-40B4-BE49-F238E27FC236}">
                <a16:creationId xmlns="" xmlns:a16="http://schemas.microsoft.com/office/drawing/2014/main" id="{CF93EE80-AC99-612D-4B75-C8679C8D3EAE}"/>
              </a:ext>
            </a:extLst>
          </p:cNvPr>
          <p:cNvPicPr>
            <a:picLocks noChangeAspect="1"/>
          </p:cNvPicPr>
          <p:nvPr/>
        </p:nvPicPr>
        <p:blipFill>
          <a:blip r:embed="rId4"/>
          <a:stretch>
            <a:fillRect/>
          </a:stretch>
        </p:blipFill>
        <p:spPr>
          <a:xfrm>
            <a:off x="4954437" y="5458283"/>
            <a:ext cx="6236898" cy="1160414"/>
          </a:xfrm>
          <a:prstGeom prst="rect">
            <a:avLst/>
          </a:prstGeom>
        </p:spPr>
      </p:pic>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Example</a:t>
            </a:r>
            <a:endParaRPr lang="en-US"/>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5724644"/>
          </a:xfrm>
          <a:prstGeom prst="rect">
            <a:avLst/>
          </a:prstGeom>
          <a:noFill/>
        </p:spPr>
        <p:txBody>
          <a:bodyPr wrap="square" lIns="91440" tIns="45720" rIns="91440" bIns="45720" rtlCol="0" anchor="t">
            <a:spAutoFit/>
          </a:bodyPr>
          <a:lstStyle/>
          <a:p>
            <a:endParaRPr lang="en-US"/>
          </a:p>
          <a:p>
            <a:endParaRPr lang="en-US"/>
          </a:p>
          <a:p>
            <a:pPr>
              <a:spcBef>
                <a:spcPct val="0"/>
              </a:spcBef>
              <a:spcAft>
                <a:spcPct val="0"/>
              </a:spcAft>
            </a:pPr>
            <a:r>
              <a:rPr lang="en-US" sz="2800" b="1">
                <a:ea typeface="+mn-lt"/>
                <a:cs typeface="+mn-lt"/>
              </a:rPr>
              <a:t>Step 3:</a:t>
            </a:r>
            <a:endParaRPr lang="en-US" sz="2800">
              <a:ea typeface="+mn-lt"/>
              <a:cs typeface="+mn-lt"/>
            </a:endParaRPr>
          </a:p>
          <a:p>
            <a:pPr>
              <a:spcBef>
                <a:spcPct val="0"/>
              </a:spcBef>
              <a:spcAft>
                <a:spcPct val="0"/>
              </a:spcAft>
            </a:pPr>
            <a:r>
              <a:rPr lang="en-US" sz="2800">
                <a:solidFill>
                  <a:srgbClr val="61738E"/>
                </a:solidFill>
                <a:ea typeface="+mn-lt"/>
                <a:cs typeface="+mn-lt"/>
              </a:rPr>
              <a:t>Now sort all the elements in each of the buckets, and the sorted buckets look like this:</a:t>
            </a:r>
            <a:endParaRPr lang="en-US" sz="2800">
              <a:ea typeface="+mn-lt"/>
              <a:cs typeface="+mn-lt"/>
            </a:endParaRPr>
          </a:p>
          <a:p>
            <a:pPr>
              <a:spcBef>
                <a:spcPct val="0"/>
              </a:spcBef>
              <a:spcAft>
                <a:spcPct val="0"/>
              </a:spcAft>
            </a:pPr>
            <a:endParaRPr lang="en-US" sz="2400" b="1">
              <a:ea typeface="+mn-lt"/>
              <a:cs typeface="+mn-lt"/>
            </a:endParaRPr>
          </a:p>
          <a:p>
            <a:endParaRPr lang="en-US" sz="2400">
              <a:ea typeface="Calibri"/>
              <a:cs typeface="Calibri"/>
            </a:endParaRPr>
          </a:p>
          <a:p>
            <a:pPr>
              <a:spcBef>
                <a:spcPct val="0"/>
              </a:spcBef>
              <a:spcAft>
                <a:spcPct val="0"/>
              </a:spcAft>
            </a:pPr>
            <a:endParaRPr lang="en-US">
              <a:ea typeface="Calibri"/>
              <a:cs typeface="Calibri"/>
            </a:endParaRPr>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2" name="Picture 2" descr="A picture containing text, clock&#10;&#10;Description automatically generated">
            <a:extLst>
              <a:ext uri="{FF2B5EF4-FFF2-40B4-BE49-F238E27FC236}">
                <a16:creationId xmlns="" xmlns:a16="http://schemas.microsoft.com/office/drawing/2014/main" id="{9C1925F6-D17E-E9C5-B2A8-D38E6719F27D}"/>
              </a:ext>
            </a:extLst>
          </p:cNvPr>
          <p:cNvPicPr>
            <a:picLocks noChangeAspect="1"/>
          </p:cNvPicPr>
          <p:nvPr/>
        </p:nvPicPr>
        <p:blipFill>
          <a:blip r:embed="rId3"/>
          <a:stretch>
            <a:fillRect/>
          </a:stretch>
        </p:blipFill>
        <p:spPr>
          <a:xfrm>
            <a:off x="2797834" y="701687"/>
            <a:ext cx="7789652" cy="1112662"/>
          </a:xfrm>
          <a:prstGeom prst="rect">
            <a:avLst/>
          </a:prstGeom>
        </p:spPr>
      </p:pic>
      <p:pic>
        <p:nvPicPr>
          <p:cNvPr id="5" name="Picture 5" descr="Chart, funnel chart&#10;&#10;Description automatically generated">
            <a:extLst>
              <a:ext uri="{FF2B5EF4-FFF2-40B4-BE49-F238E27FC236}">
                <a16:creationId xmlns="" xmlns:a16="http://schemas.microsoft.com/office/drawing/2014/main" id="{C62ED681-46F8-4C7D-4D01-FB53B584BEAE}"/>
              </a:ext>
            </a:extLst>
          </p:cNvPr>
          <p:cNvPicPr>
            <a:picLocks noChangeAspect="1"/>
          </p:cNvPicPr>
          <p:nvPr/>
        </p:nvPicPr>
        <p:blipFill>
          <a:blip r:embed="rId4"/>
          <a:stretch>
            <a:fillRect/>
          </a:stretch>
        </p:blipFill>
        <p:spPr>
          <a:xfrm>
            <a:off x="2035834" y="3424120"/>
            <a:ext cx="8551652" cy="1907573"/>
          </a:xfrm>
          <a:prstGeom prst="rect">
            <a:avLst/>
          </a:prstGeom>
        </p:spPr>
      </p:pic>
    </p:spTree>
    <p:extLst>
      <p:ext uri="{BB962C8B-B14F-4D97-AF65-F5344CB8AC3E}">
        <p14:creationId xmlns:p14="http://schemas.microsoft.com/office/powerpoint/2010/main" val="34135437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Example</a:t>
            </a:r>
            <a:endParaRPr lang="en-US"/>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5724644"/>
          </a:xfrm>
          <a:prstGeom prst="rect">
            <a:avLst/>
          </a:prstGeom>
          <a:noFill/>
        </p:spPr>
        <p:txBody>
          <a:bodyPr wrap="square" lIns="91440" tIns="45720" rIns="91440" bIns="45720" rtlCol="0" anchor="t">
            <a:spAutoFit/>
          </a:bodyPr>
          <a:lstStyle/>
          <a:p>
            <a:endParaRPr lang="en-US"/>
          </a:p>
          <a:p>
            <a:endParaRPr lang="en-US"/>
          </a:p>
          <a:p>
            <a:pPr>
              <a:spcBef>
                <a:spcPct val="0"/>
              </a:spcBef>
              <a:spcAft>
                <a:spcPct val="0"/>
              </a:spcAft>
            </a:pPr>
            <a:r>
              <a:rPr lang="en-US" sz="2800" b="1">
                <a:latin typeface="Times New Roman"/>
                <a:ea typeface="+mn-lt"/>
                <a:cs typeface="Times New Roman"/>
              </a:rPr>
              <a:t>Step 4: Gather</a:t>
            </a:r>
            <a:endParaRPr lang="en-US" sz="2800">
              <a:ea typeface="+mn-lt"/>
              <a:cs typeface="+mn-lt"/>
            </a:endParaRPr>
          </a:p>
          <a:p>
            <a:pPr>
              <a:spcBef>
                <a:spcPct val="0"/>
              </a:spcBef>
              <a:spcAft>
                <a:spcPct val="0"/>
              </a:spcAft>
            </a:pPr>
            <a:r>
              <a:rPr lang="en-US" sz="2800">
                <a:latin typeface="Times New Roman"/>
                <a:ea typeface="+mn-lt"/>
                <a:cs typeface="Times New Roman"/>
              </a:rPr>
              <a:t>At last, visit each bucket and gather all the numbers together. Merge them all, and we'll get the sorted array.</a:t>
            </a:r>
            <a:endParaRPr lang="en-US"/>
          </a:p>
          <a:p>
            <a:pPr>
              <a:spcBef>
                <a:spcPct val="0"/>
              </a:spcBef>
              <a:spcAft>
                <a:spcPct val="0"/>
              </a:spcAft>
            </a:pPr>
            <a:endParaRPr lang="en-US" sz="2400" b="1">
              <a:ea typeface="+mn-lt"/>
              <a:cs typeface="+mn-lt"/>
            </a:endParaRPr>
          </a:p>
          <a:p>
            <a:endParaRPr lang="en-US" sz="2400">
              <a:ea typeface="Calibri"/>
              <a:cs typeface="Calibri"/>
            </a:endParaRPr>
          </a:p>
          <a:p>
            <a:pPr>
              <a:spcBef>
                <a:spcPct val="0"/>
              </a:spcBef>
              <a:spcAft>
                <a:spcPct val="0"/>
              </a:spcAft>
            </a:pPr>
            <a:endParaRPr lang="en-US">
              <a:ea typeface="Calibri"/>
              <a:cs typeface="Calibri"/>
            </a:endParaRPr>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pic>
        <p:nvPicPr>
          <p:cNvPr id="2" name="Picture 2" descr="A picture containing text, clock&#10;&#10;Description automatically generated">
            <a:extLst>
              <a:ext uri="{FF2B5EF4-FFF2-40B4-BE49-F238E27FC236}">
                <a16:creationId xmlns="" xmlns:a16="http://schemas.microsoft.com/office/drawing/2014/main" id="{9C1925F6-D17E-E9C5-B2A8-D38E6719F27D}"/>
              </a:ext>
            </a:extLst>
          </p:cNvPr>
          <p:cNvPicPr>
            <a:picLocks noChangeAspect="1"/>
          </p:cNvPicPr>
          <p:nvPr/>
        </p:nvPicPr>
        <p:blipFill>
          <a:blip r:embed="rId3"/>
          <a:stretch>
            <a:fillRect/>
          </a:stretch>
        </p:blipFill>
        <p:spPr>
          <a:xfrm>
            <a:off x="2797834" y="701687"/>
            <a:ext cx="7789652" cy="1112662"/>
          </a:xfrm>
          <a:prstGeom prst="rect">
            <a:avLst/>
          </a:prstGeom>
        </p:spPr>
      </p:pic>
      <p:pic>
        <p:nvPicPr>
          <p:cNvPr id="3" name="Picture 5" descr="Diagram&#10;&#10;Description automatically generated">
            <a:extLst>
              <a:ext uri="{FF2B5EF4-FFF2-40B4-BE49-F238E27FC236}">
                <a16:creationId xmlns="" xmlns:a16="http://schemas.microsoft.com/office/drawing/2014/main" id="{0F5AD929-8B6F-0315-0864-CD58609748B7}"/>
              </a:ext>
            </a:extLst>
          </p:cNvPr>
          <p:cNvPicPr>
            <a:picLocks noChangeAspect="1"/>
          </p:cNvPicPr>
          <p:nvPr/>
        </p:nvPicPr>
        <p:blipFill>
          <a:blip r:embed="rId4"/>
          <a:stretch>
            <a:fillRect/>
          </a:stretch>
        </p:blipFill>
        <p:spPr>
          <a:xfrm>
            <a:off x="1748287" y="3593177"/>
            <a:ext cx="9026105" cy="1569457"/>
          </a:xfrm>
          <a:prstGeom prst="rect">
            <a:avLst/>
          </a:prstGeom>
        </p:spPr>
      </p:pic>
    </p:spTree>
    <p:extLst>
      <p:ext uri="{BB962C8B-B14F-4D97-AF65-F5344CB8AC3E}">
        <p14:creationId xmlns:p14="http://schemas.microsoft.com/office/powerpoint/2010/main" val="37557661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B0F0"/>
                </a:solidFill>
                <a:latin typeface="Times New Roman"/>
                <a:cs typeface="Times New Roman"/>
              </a:rPr>
              <a:t>Time Complexity</a:t>
            </a:r>
            <a:endParaRPr lang="en-US"/>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7152727"/>
          </a:xfrm>
          <a:prstGeom prst="rect">
            <a:avLst/>
          </a:prstGeom>
          <a:noFill/>
        </p:spPr>
        <p:txBody>
          <a:bodyPr wrap="square" lIns="91440" tIns="45720" rIns="91440" bIns="45720" rtlCol="0" anchor="t">
            <a:spAutoFit/>
          </a:bodyPr>
          <a:lstStyle/>
          <a:p>
            <a:endParaRPr lang="en-US"/>
          </a:p>
          <a:p>
            <a:endParaRPr lang="en-US"/>
          </a:p>
          <a:p>
            <a:pPr>
              <a:spcBef>
                <a:spcPct val="0"/>
              </a:spcBef>
              <a:spcAft>
                <a:spcPct val="0"/>
              </a:spcAft>
            </a:pPr>
            <a:endParaRPr lang="en-US" sz="2800" b="1">
              <a:solidFill>
                <a:srgbClr val="00B0F0"/>
              </a:solidFill>
              <a:latin typeface="Times New Roman"/>
              <a:ea typeface="Calibri"/>
              <a:cs typeface="Times New Roman"/>
            </a:endParaRPr>
          </a:p>
          <a:p>
            <a:pPr marL="285750" indent="-285750">
              <a:spcBef>
                <a:spcPct val="20000"/>
              </a:spcBef>
              <a:spcAft>
                <a:spcPct val="0"/>
              </a:spcAft>
              <a:buFont typeface="Arial"/>
              <a:buChar char="•"/>
            </a:pPr>
            <a:r>
              <a:rPr lang="en-US" sz="3600">
                <a:ea typeface="+mn-lt"/>
                <a:cs typeface="+mn-lt"/>
              </a:rPr>
              <a:t>Bucket Sort time complexity</a:t>
            </a:r>
          </a:p>
          <a:p>
            <a:pPr marL="742950" lvl="1" indent="-285750">
              <a:spcBef>
                <a:spcPct val="20000"/>
              </a:spcBef>
              <a:spcAft>
                <a:spcPct val="0"/>
              </a:spcAft>
              <a:buFont typeface="Arial"/>
              <a:buChar char="•"/>
            </a:pPr>
            <a:r>
              <a:rPr lang="en-US" sz="3600">
                <a:latin typeface="Arial"/>
                <a:ea typeface="+mn-lt"/>
                <a:cs typeface="Arial"/>
              </a:rPr>
              <a:t>Best Case Time Complexity: O(</a:t>
            </a:r>
            <a:r>
              <a:rPr lang="en-US" sz="3600" err="1">
                <a:latin typeface="Arial"/>
                <a:ea typeface="+mn-lt"/>
                <a:cs typeface="Arial"/>
              </a:rPr>
              <a:t>n+k</a:t>
            </a:r>
            <a:r>
              <a:rPr lang="en-US" sz="3600">
                <a:latin typeface="Arial"/>
                <a:ea typeface="+mn-lt"/>
                <a:cs typeface="Arial"/>
              </a:rPr>
              <a:t>)</a:t>
            </a:r>
            <a:endParaRPr lang="en-US" sz="3600">
              <a:ea typeface="+mn-lt"/>
              <a:cs typeface="+mn-lt"/>
            </a:endParaRPr>
          </a:p>
          <a:p>
            <a:pPr marL="742950" lvl="1" indent="-285750">
              <a:spcBef>
                <a:spcPct val="20000"/>
              </a:spcBef>
              <a:spcAft>
                <a:spcPct val="0"/>
              </a:spcAft>
              <a:buFont typeface="Arial"/>
              <a:buChar char="•"/>
            </a:pPr>
            <a:r>
              <a:rPr lang="en-US" sz="3600">
                <a:latin typeface="Arial"/>
                <a:ea typeface="+mn-lt"/>
                <a:cs typeface="Arial"/>
              </a:rPr>
              <a:t>Average Case Time Complexity: O(n)</a:t>
            </a:r>
            <a:endParaRPr lang="en-US" sz="3600">
              <a:ea typeface="+mn-lt"/>
              <a:cs typeface="+mn-lt"/>
            </a:endParaRPr>
          </a:p>
          <a:p>
            <a:pPr marL="742950" lvl="1" indent="-285750">
              <a:spcBef>
                <a:spcPct val="20000"/>
              </a:spcBef>
              <a:spcAft>
                <a:spcPct val="0"/>
              </a:spcAft>
              <a:buFont typeface="Arial"/>
              <a:buChar char="•"/>
            </a:pPr>
            <a:r>
              <a:rPr lang="en-US" sz="3600">
                <a:latin typeface="Arial"/>
                <a:ea typeface="+mn-lt"/>
                <a:cs typeface="Arial"/>
              </a:rPr>
              <a:t>Worst Case Time Complexity: O(n^2^)</a:t>
            </a:r>
            <a:endParaRPr lang="en-US" sz="3600"/>
          </a:p>
          <a:p>
            <a:endParaRPr lang="en-US" sz="2400">
              <a:ea typeface="Calibri"/>
              <a:cs typeface="Calibri"/>
            </a:endParaRPr>
          </a:p>
          <a:p>
            <a:pPr>
              <a:spcBef>
                <a:spcPct val="0"/>
              </a:spcBef>
              <a:spcAft>
                <a:spcPct val="0"/>
              </a:spcAft>
            </a:pPr>
            <a:endParaRPr lang="en-US">
              <a:ea typeface="Calibri"/>
              <a:cs typeface="Calibri"/>
            </a:endParaRPr>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14352359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8956298"/>
          </a:xfrm>
          <a:prstGeom prst="rect">
            <a:avLst/>
          </a:prstGeom>
          <a:noFill/>
        </p:spPr>
        <p:txBody>
          <a:bodyPr wrap="square" lIns="91440" tIns="45720" rIns="91440" bIns="45720" rtlCol="0" anchor="t">
            <a:spAutoFit/>
          </a:bodyPr>
          <a:lstStyle/>
          <a:p>
            <a:endParaRPr lang="en-US"/>
          </a:p>
          <a:p>
            <a:endParaRPr lang="en-US"/>
          </a:p>
          <a:p>
            <a:pPr marL="285750" indent="-285750">
              <a:buFont typeface="Symbol"/>
              <a:buChar char="•"/>
            </a:pPr>
            <a:r>
              <a:rPr lang="en-IN" sz="3200">
                <a:ea typeface="+mn-lt"/>
                <a:cs typeface="+mn-lt"/>
              </a:rPr>
              <a:t>Bucket sort works on uniformly distributed data and puts numbers into buckets to sort and gather them all to form the sorted array.</a:t>
            </a:r>
            <a:endParaRPr lang="en-US" sz="3200">
              <a:ea typeface="+mn-lt"/>
              <a:cs typeface="+mn-lt"/>
            </a:endParaRPr>
          </a:p>
          <a:p>
            <a:pPr marL="285750" indent="-285750">
              <a:buFont typeface="Symbol"/>
              <a:buChar char="•"/>
            </a:pPr>
            <a:r>
              <a:rPr lang="en-IN" sz="3200">
                <a:ea typeface="+mn-lt"/>
                <a:cs typeface="+mn-lt"/>
              </a:rPr>
              <a:t>Bucket sort is also known as bin sort. It is a sorting algorithm that divides an array’s items into a number of buckets. </a:t>
            </a:r>
            <a:endParaRPr lang="en-US" sz="3200">
              <a:ea typeface="+mn-lt"/>
              <a:cs typeface="+mn-lt"/>
            </a:endParaRPr>
          </a:p>
          <a:p>
            <a:pPr marL="285750" indent="-285750">
              <a:buFont typeface="Arial"/>
              <a:buChar char="•"/>
            </a:pPr>
            <a:r>
              <a:rPr lang="en-IN" sz="3200">
                <a:ea typeface="+mn-lt"/>
                <a:cs typeface="+mn-lt"/>
              </a:rPr>
              <a:t>While conventional sorting algorithms can reach the best case time complexity of O(</a:t>
            </a:r>
            <a:r>
              <a:rPr lang="en-IN" sz="3200" err="1">
                <a:ea typeface="+mn-lt"/>
                <a:cs typeface="+mn-lt"/>
              </a:rPr>
              <a:t>nlogn</a:t>
            </a:r>
            <a:r>
              <a:rPr lang="en-IN" sz="3200">
                <a:ea typeface="+mn-lt"/>
                <a:cs typeface="+mn-lt"/>
              </a:rPr>
              <a:t>), Bucket sort can do the same in O(n).</a:t>
            </a:r>
            <a:endParaRPr lang="en-US" sz="3200">
              <a:ea typeface="+mn-lt"/>
              <a:cs typeface="+mn-lt"/>
            </a:endParaRP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AutoNum type="arabicPeriod"/>
            </a:pPr>
            <a:r>
              <a:rPr lang="en-IN" sz="1600">
                <a:ea typeface="+mn-lt"/>
                <a:cs typeface="+mn-lt"/>
              </a:rPr>
              <a:t>What is the alternate name of bucket sort?</a:t>
            </a:r>
            <a:endParaRPr lang="en-US" sz="1600">
              <a:solidFill>
                <a:schemeClr val="bg1"/>
              </a:solidFill>
              <a:latin typeface="Poppins" panose="00000500000000000000" pitchFamily="2" charset="0"/>
              <a:ea typeface="Calibri"/>
              <a:cs typeface="Poppins" panose="00000500000000000000" pitchFamily="2" charset="0"/>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50000"/>
              </a:lnSpc>
            </a:pPr>
            <a:r>
              <a:rPr lang="en-IN" sz="1600">
                <a:ea typeface="+mn-lt"/>
                <a:cs typeface="+mn-lt"/>
              </a:rPr>
              <a:t>a) group sort</a:t>
            </a:r>
            <a:br>
              <a:rPr lang="en-IN" sz="1600">
                <a:ea typeface="+mn-lt"/>
                <a:cs typeface="+mn-lt"/>
              </a:rPr>
            </a:br>
            <a:r>
              <a:rPr lang="en-IN" sz="1600">
                <a:ea typeface="+mn-lt"/>
                <a:cs typeface="+mn-lt"/>
              </a:rPr>
              <a:t>b) radix sort</a:t>
            </a:r>
            <a:br>
              <a:rPr lang="en-IN" sz="1600">
                <a:ea typeface="+mn-lt"/>
                <a:cs typeface="+mn-lt"/>
              </a:rPr>
            </a:br>
            <a:r>
              <a:rPr lang="en-IN" sz="1600">
                <a:ea typeface="+mn-lt"/>
                <a:cs typeface="+mn-lt"/>
              </a:rPr>
              <a:t>c) bin sort</a:t>
            </a:r>
            <a:br>
              <a:rPr lang="en-IN" sz="1600">
                <a:ea typeface="+mn-lt"/>
                <a:cs typeface="+mn-lt"/>
              </a:rPr>
            </a:br>
            <a:r>
              <a:rPr lang="en-IN" sz="1600">
                <a:ea typeface="+mn-lt"/>
                <a:cs typeface="+mn-lt"/>
              </a:rPr>
              <a:t>d) uniform sort</a:t>
            </a:r>
            <a:endParaRPr lang="en-US">
              <a:ea typeface="Calibri"/>
              <a:cs typeface="Calibri"/>
            </a:endParaRPr>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1600">
                <a:ea typeface="+mn-lt"/>
                <a:cs typeface="+mn-lt"/>
                <a:sym typeface="Calibri"/>
              </a:rPr>
              <a:t>2. Bucket sort is most efficient in the case when __________</a:t>
            </a:r>
            <a:endParaRPr lang="en-US" sz="1600">
              <a:solidFill>
                <a:schemeClr val="bg1"/>
              </a:solidFill>
              <a:latin typeface="Poppins" panose="00000500000000000000" pitchFamily="2" charset="0"/>
              <a:ea typeface="Calibri"/>
              <a:cs typeface="Poppins" panose="00000500000000000000" pitchFamily="2" charset="0"/>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1009895" y="4727197"/>
            <a:ext cx="5029553" cy="187586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50000"/>
              </a:lnSpc>
            </a:pPr>
            <a:r>
              <a:rPr lang="en-IN">
                <a:ea typeface="+mn-lt"/>
                <a:cs typeface="+mn-lt"/>
              </a:rPr>
              <a:t>a) the input is </a:t>
            </a:r>
            <a:r>
              <a:rPr lang="en-IN" err="1">
                <a:ea typeface="+mn-lt"/>
                <a:cs typeface="+mn-lt"/>
              </a:rPr>
              <a:t>non</a:t>
            </a:r>
            <a:r>
              <a:rPr lang="en-IN">
                <a:ea typeface="+mn-lt"/>
                <a:cs typeface="+mn-lt"/>
              </a:rPr>
              <a:t> uniformly distributed</a:t>
            </a:r>
            <a:br>
              <a:rPr lang="en-IN">
                <a:ea typeface="+mn-lt"/>
                <a:cs typeface="+mn-lt"/>
              </a:rPr>
            </a:br>
            <a:r>
              <a:rPr lang="en-IN">
                <a:ea typeface="+mn-lt"/>
                <a:cs typeface="+mn-lt"/>
              </a:rPr>
              <a:t>b) the input is uniformly distributed</a:t>
            </a:r>
            <a:br>
              <a:rPr lang="en-IN">
                <a:ea typeface="+mn-lt"/>
                <a:cs typeface="+mn-lt"/>
              </a:rPr>
            </a:br>
            <a:r>
              <a:rPr lang="en-IN">
                <a:ea typeface="+mn-lt"/>
                <a:cs typeface="+mn-lt"/>
              </a:rPr>
              <a:t>c) the input is randomly distributed</a:t>
            </a:r>
            <a:br>
              <a:rPr lang="en-IN">
                <a:ea typeface="+mn-lt"/>
                <a:cs typeface="+mn-lt"/>
              </a:rPr>
            </a:br>
            <a:r>
              <a:rPr lang="en-IN">
                <a:ea typeface="+mn-lt"/>
                <a:cs typeface="+mn-lt"/>
              </a:rPr>
              <a:t>d) the input range is large</a:t>
            </a:r>
            <a:endParaRPr lang="en-US">
              <a:ea typeface="Calibri"/>
              <a:cs typeface="Calibri"/>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TERMINAL QUESTIONS</a:t>
            </a:r>
          </a:p>
        </p:txBody>
      </p:sp>
      <p:sp>
        <p:nvSpPr>
          <p:cNvPr id="9" name="TextBox 8"/>
          <p:cNvSpPr txBox="1"/>
          <p:nvPr/>
        </p:nvSpPr>
        <p:spPr>
          <a:xfrm>
            <a:off x="900332" y="1167618"/>
            <a:ext cx="9608234" cy="2230739"/>
          </a:xfrm>
          <a:prstGeom prst="rect">
            <a:avLst/>
          </a:prstGeom>
          <a:noFill/>
        </p:spPr>
        <p:txBody>
          <a:bodyPr wrap="square" lIns="91440" tIns="45720" rIns="91440" bIns="45720" rtlCol="0" anchor="t">
            <a:spAutoFit/>
          </a:bodyPr>
          <a:lstStyle/>
          <a:p>
            <a:pPr>
              <a:lnSpc>
                <a:spcPct val="200000"/>
              </a:lnSpc>
            </a:pPr>
            <a:r>
              <a:rPr lang="en-US" b="1"/>
              <a:t>1. Describe  </a:t>
            </a:r>
            <a:r>
              <a:rPr lang="en-US">
                <a:latin typeface="Arial"/>
                <a:cs typeface="Arial"/>
              </a:rPr>
              <a:t>B</a:t>
            </a:r>
            <a:r>
              <a:rPr lang="en-US">
                <a:latin typeface="Times New Roman"/>
                <a:cs typeface="Times New Roman"/>
              </a:rPr>
              <a:t>ucket Sort approach?</a:t>
            </a:r>
            <a:endParaRPr lang="en-US" b="1"/>
          </a:p>
          <a:p>
            <a:pPr>
              <a:lnSpc>
                <a:spcPct val="200000"/>
              </a:lnSpc>
            </a:pPr>
            <a:r>
              <a:rPr lang="en-US" b="1"/>
              <a:t>2. List out   </a:t>
            </a:r>
            <a:r>
              <a:rPr lang="en-US">
                <a:latin typeface="Arial"/>
                <a:cs typeface="Arial"/>
              </a:rPr>
              <a:t>Applications of Bucket sort</a:t>
            </a:r>
            <a:endParaRPr lang="en-US" b="1">
              <a:ea typeface="Calibri"/>
              <a:cs typeface="Calibri"/>
            </a:endParaRPr>
          </a:p>
          <a:p>
            <a:pPr marL="342900" indent="-342900">
              <a:lnSpc>
                <a:spcPct val="200000"/>
              </a:lnSpc>
            </a:pPr>
            <a:r>
              <a:rPr lang="en-US" b="1"/>
              <a:t>3. Analyze  </a:t>
            </a:r>
            <a:r>
              <a:rPr lang="en-US">
                <a:latin typeface="Arial"/>
                <a:cs typeface="Arial"/>
              </a:rPr>
              <a:t>Time complexity of Bucket sort</a:t>
            </a:r>
            <a:endParaRPr lang="en-US">
              <a:ea typeface="+mn-lt"/>
              <a:cs typeface="+mn-lt"/>
            </a:endParaRPr>
          </a:p>
          <a:p>
            <a:pPr marL="342900" indent="-342900">
              <a:lnSpc>
                <a:spcPct val="200000"/>
              </a:lnSpc>
            </a:pPr>
            <a:r>
              <a:rPr lang="en-US" b="1"/>
              <a:t>4. Summarize  </a:t>
            </a:r>
            <a:r>
              <a:rPr lang="en-US">
                <a:latin typeface="Arial"/>
                <a:cs typeface="Arial"/>
              </a:rPr>
              <a:t>B</a:t>
            </a:r>
            <a:r>
              <a:rPr lang="en-US">
                <a:latin typeface="Times New Roman"/>
                <a:ea typeface="Calibri"/>
                <a:cs typeface="Times New Roman"/>
              </a:rPr>
              <a:t>ucket</a:t>
            </a:r>
            <a:r>
              <a:rPr lang="en-US">
                <a:latin typeface="Times New Roman"/>
                <a:cs typeface="Times New Roman"/>
              </a:rPr>
              <a:t> Sort Algorithm</a:t>
            </a:r>
            <a:endParaRPr lang="en-US" b="1">
              <a:ea typeface="Calibri"/>
              <a:cs typeface="Calibri"/>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REFERENCES FOR FURTHER LEARNING OF THE SESSION</a:t>
            </a:r>
            <a:endParaRPr lang="en-US" sz="240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3511859"/>
          </a:xfrm>
          <a:prstGeom prst="rect">
            <a:avLst/>
          </a:prstGeom>
          <a:noFill/>
        </p:spPr>
        <p:txBody>
          <a:bodyPr wrap="square" lIns="91440" tIns="45720" rIns="91440" bIns="45720" rtlCol="0" anchor="t">
            <a:spAutoFit/>
          </a:bodyPr>
          <a:lstStyle/>
          <a:p>
            <a:pPr>
              <a:lnSpc>
                <a:spcPct val="150000"/>
              </a:lnSpc>
            </a:pPr>
            <a:r>
              <a:rPr lang="en-US" b="1"/>
              <a:t>Reference Books:</a:t>
            </a:r>
            <a:endParaRPr lang="en-US"/>
          </a:p>
          <a:p>
            <a:pPr marL="457200">
              <a:buFont typeface="Arial"/>
              <a:buChar char="•"/>
            </a:pPr>
            <a:r>
              <a:rPr lang="en-US"/>
              <a:t> </a:t>
            </a:r>
            <a:r>
              <a:rPr lang="en-US">
                <a:ea typeface="+mn-lt"/>
                <a:cs typeface="+mn-lt"/>
              </a:rPr>
              <a:t>Mark Allen Weiss, Data Structures and Algorithm Analysis in C, 2010 , Second Edition, </a:t>
            </a:r>
            <a:r>
              <a:rPr lang="en-US" err="1">
                <a:ea typeface="+mn-lt"/>
                <a:cs typeface="+mn-lt"/>
              </a:rPr>
              <a:t>PearsonEducation</a:t>
            </a:r>
            <a:r>
              <a:rPr lang="en-US">
                <a:ea typeface="+mn-lt"/>
                <a:cs typeface="+mn-lt"/>
              </a:rPr>
              <a:t>(CH 7.5 Page no 242- 245).</a:t>
            </a:r>
            <a:endParaRPr lang="en-US">
              <a:ea typeface="Calibri"/>
              <a:cs typeface="Calibri"/>
            </a:endParaRPr>
          </a:p>
          <a:p>
            <a:pPr>
              <a:lnSpc>
                <a:spcPct val="150000"/>
              </a:lnSpc>
            </a:pPr>
            <a:endParaRPr lang="en-US">
              <a:ea typeface="Calibri"/>
              <a:cs typeface="Calibri"/>
            </a:endParaRPr>
          </a:p>
          <a:p>
            <a:pPr>
              <a:lnSpc>
                <a:spcPct val="150000"/>
              </a:lnSpc>
            </a:pPr>
            <a:r>
              <a:rPr lang="en-US" b="1"/>
              <a:t>Sites and Web links:</a:t>
            </a:r>
          </a:p>
          <a:p>
            <a:pPr marL="285750" indent="-285750">
              <a:lnSpc>
                <a:spcPct val="150000"/>
              </a:lnSpc>
              <a:buFont typeface="Arial"/>
              <a:buChar char="•"/>
            </a:pPr>
            <a:r>
              <a:rPr lang="en-US">
                <a:ea typeface="+mn-lt"/>
                <a:cs typeface="+mn-lt"/>
                <a:hlinkClick r:id="rId2"/>
              </a:rPr>
              <a:t>https://www.youtube.com/watch?v=E9OccfF9mpI</a:t>
            </a:r>
            <a:endParaRPr lang="en-US">
              <a:ea typeface="Calibri"/>
              <a:cs typeface="Calibri"/>
            </a:endParaRPr>
          </a:p>
          <a:p>
            <a:pPr marL="285750" indent="-285750">
              <a:lnSpc>
                <a:spcPct val="150000"/>
              </a:lnSpc>
              <a:buFont typeface="Arial"/>
              <a:buChar char="•"/>
            </a:pPr>
            <a:r>
              <a:rPr lang="en-US">
                <a:ea typeface="+mn-lt"/>
                <a:cs typeface="+mn-lt"/>
                <a:hlinkClick r:id="rId3"/>
              </a:rPr>
              <a:t>https://www.scaler.com/topics/data-structures/bucket-sort/</a:t>
            </a:r>
            <a:endParaRPr lang="en-US">
              <a:ea typeface="+mn-lt"/>
              <a:cs typeface="+mn-lt"/>
            </a:endParaRPr>
          </a:p>
          <a:p>
            <a:pPr>
              <a:lnSpc>
                <a:spcPct val="150000"/>
              </a:lnSpc>
            </a:pPr>
            <a:endParaRPr lang="en-US">
              <a:ea typeface="+mn-lt"/>
              <a:cs typeface="+mn-lt"/>
            </a:endParaRPr>
          </a:p>
          <a:p>
            <a:pPr>
              <a:lnSpc>
                <a:spcPct val="150000"/>
              </a:lnSpc>
            </a:pPr>
            <a:endParaRPr lang="en-US">
              <a:ea typeface="Calibri"/>
              <a:cs typeface="Calibri"/>
            </a:endParaRPr>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a:latin typeface="Poppins" pitchFamily="2" charset="77"/>
              <a:cs typeface="Poppins" pitchFamily="2" charset="77"/>
            </a:endParaRPr>
          </a:p>
          <a:p>
            <a:pPr algn="ctr"/>
            <a:endParaRPr lang="en-US" sz="2400" b="1">
              <a:latin typeface="Poppins" pitchFamily="2" charset="77"/>
              <a:cs typeface="Poppins" pitchFamily="2" charset="77"/>
            </a:endParaRPr>
          </a:p>
          <a:p>
            <a:pPr algn="ctr"/>
            <a:r>
              <a:rPr lang="en-US" sz="2400" b="1">
                <a:latin typeface="Poppins" pitchFamily="2" charset="77"/>
                <a:cs typeface="Poppins" pitchFamily="2" charset="77"/>
              </a:rPr>
              <a:t>THANK YOU</a:t>
            </a: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r>
              <a:rPr lang="en-US" sz="2400" b="1">
                <a:latin typeface="Poppins"/>
                <a:cs typeface="Poppins"/>
              </a:rPr>
              <a:t>CO1 – </a:t>
            </a:r>
            <a:r>
              <a:rPr lang="en-US" sz="3200" b="1"/>
              <a:t>Data Structures </a:t>
            </a:r>
            <a:endParaRPr lang="en-US" sz="3200" b="1">
              <a:ea typeface="Calibri"/>
              <a:cs typeface="Calibri"/>
            </a:endParaRPr>
          </a:p>
          <a:p>
            <a:pPr algn="ctr"/>
            <a:endParaRPr lang="en-US" sz="2400">
              <a:solidFill>
                <a:schemeClr val="bg1"/>
              </a:solidFill>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purl.org/dc/terms/"/>
    <ds:schemaRef ds:uri="http://schemas.microsoft.com/office/2006/metadata/properties"/>
    <ds:schemaRef ds:uri="http://schemas.microsoft.com/office/2006/documentManagement/types"/>
    <ds:schemaRef ds:uri="0125a647-8023-46ae-ae6e-85cf36d841bd"/>
    <ds:schemaRef ds:uri="d43ee83c-3e71-4748-8ebc-8eaadf793425"/>
    <ds:schemaRef ds:uri="http://purl.org/dc/elements/1.1/"/>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28</TotalTime>
  <Words>253</Words>
  <Application>Microsoft Office PowerPoint</Application>
  <PresentationFormat>Widescreen</PresentationFormat>
  <Paragraphs>220</Paragraphs>
  <Slides>16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BioRhyme ExtraBold</vt:lpstr>
      <vt:lpstr>Calibri</vt:lpstr>
      <vt:lpstr>Calibri Light</vt:lpstr>
      <vt:lpstr>Consolas</vt:lpstr>
      <vt:lpstr>Poppins</vt:lpstr>
      <vt:lpstr>Symbol</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dharmendra</cp:lastModifiedBy>
  <cp:revision>5</cp:revision>
  <dcterms:created xsi:type="dcterms:W3CDTF">2020-02-08T09:57:44Z</dcterms:created>
  <dcterms:modified xsi:type="dcterms:W3CDTF">2024-12-16T09:18:23Z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