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73" r:id="rId5"/>
    <p:sldId id="261" r:id="rId6"/>
    <p:sldId id="259" r:id="rId7"/>
    <p:sldId id="274" r:id="rId8"/>
    <p:sldId id="275" r:id="rId9"/>
    <p:sldId id="263" r:id="rId10"/>
    <p:sldId id="276" r:id="rId11"/>
    <p:sldId id="265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B1092B-4A1D-4D3B-8849-C66D6C0C3C67}" v="136" dt="2024-01-07T15:26:43.604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6" d="100"/>
          <a:sy n="56" d="100"/>
        </p:scale>
        <p:origin x="976" y="4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yed karimun" userId="621104b8fbb19a8e" providerId="LiveId" clId="{99B1092B-4A1D-4D3B-8849-C66D6C0C3C67}"/>
    <pc:docChg chg="undo custSel addSld delSld modSld sldOrd">
      <pc:chgData name="syed karimun" userId="621104b8fbb19a8e" providerId="LiveId" clId="{99B1092B-4A1D-4D3B-8849-C66D6C0C3C67}" dt="2024-01-07T15:31:26.875" v="406" actId="14100"/>
      <pc:docMkLst>
        <pc:docMk/>
      </pc:docMkLst>
      <pc:sldChg chg="addSp delSp modSp mod modAnim">
        <pc:chgData name="syed karimun" userId="621104b8fbb19a8e" providerId="LiveId" clId="{99B1092B-4A1D-4D3B-8849-C66D6C0C3C67}" dt="2024-01-06T07:01:27.928" v="239"/>
        <pc:sldMkLst>
          <pc:docMk/>
          <pc:sldMk cId="0" sldId="259"/>
        </pc:sldMkLst>
        <pc:spChg chg="mod">
          <ac:chgData name="syed karimun" userId="621104b8fbb19a8e" providerId="LiveId" clId="{99B1092B-4A1D-4D3B-8849-C66D6C0C3C67}" dt="2024-01-06T06:38:39.487" v="43" actId="113"/>
          <ac:spMkLst>
            <pc:docMk/>
            <pc:sldMk cId="0" sldId="259"/>
            <ac:spMk id="2" creationId="{00000000-0000-0000-0000-000000000000}"/>
          </ac:spMkLst>
        </pc:spChg>
        <pc:spChg chg="mod">
          <ac:chgData name="syed karimun" userId="621104b8fbb19a8e" providerId="LiveId" clId="{99B1092B-4A1D-4D3B-8849-C66D6C0C3C67}" dt="2024-01-06T06:38:18.365" v="41" actId="1076"/>
          <ac:spMkLst>
            <pc:docMk/>
            <pc:sldMk cId="0" sldId="259"/>
            <ac:spMk id="3" creationId="{00000000-0000-0000-0000-000000000000}"/>
          </ac:spMkLst>
        </pc:spChg>
        <pc:spChg chg="add del mod">
          <ac:chgData name="syed karimun" userId="621104b8fbb19a8e" providerId="LiveId" clId="{99B1092B-4A1D-4D3B-8849-C66D6C0C3C67}" dt="2024-01-06T07:00:46.043" v="237"/>
          <ac:spMkLst>
            <pc:docMk/>
            <pc:sldMk cId="0" sldId="259"/>
            <ac:spMk id="5" creationId="{D1794E3D-7337-E079-CE23-8F1A6F22AB73}"/>
          </ac:spMkLst>
        </pc:spChg>
      </pc:sldChg>
      <pc:sldChg chg="modSp mod modAnim">
        <pc:chgData name="syed karimun" userId="621104b8fbb19a8e" providerId="LiveId" clId="{99B1092B-4A1D-4D3B-8849-C66D6C0C3C67}" dt="2024-01-06T07:01:50.472" v="242"/>
        <pc:sldMkLst>
          <pc:docMk/>
          <pc:sldMk cId="0" sldId="260"/>
        </pc:sldMkLst>
        <pc:spChg chg="mod">
          <ac:chgData name="syed karimun" userId="621104b8fbb19a8e" providerId="LiveId" clId="{99B1092B-4A1D-4D3B-8849-C66D6C0C3C67}" dt="2024-01-06T06:39:45.814" v="79" actId="113"/>
          <ac:spMkLst>
            <pc:docMk/>
            <pc:sldMk cId="0" sldId="260"/>
            <ac:spMk id="2" creationId="{00000000-0000-0000-0000-000000000000}"/>
          </ac:spMkLst>
        </pc:spChg>
      </pc:sldChg>
      <pc:sldChg chg="modAnim">
        <pc:chgData name="syed karimun" userId="621104b8fbb19a8e" providerId="LiveId" clId="{99B1092B-4A1D-4D3B-8849-C66D6C0C3C67}" dt="2024-01-06T07:02:50.134" v="244"/>
        <pc:sldMkLst>
          <pc:docMk/>
          <pc:sldMk cId="0" sldId="261"/>
        </pc:sldMkLst>
      </pc:sldChg>
      <pc:sldChg chg="addSp delSp modSp mod delAnim modAnim">
        <pc:chgData name="syed karimun" userId="621104b8fbb19a8e" providerId="LiveId" clId="{99B1092B-4A1D-4D3B-8849-C66D6C0C3C67}" dt="2024-01-07T15:31:26.875" v="406" actId="14100"/>
        <pc:sldMkLst>
          <pc:docMk/>
          <pc:sldMk cId="0" sldId="262"/>
        </pc:sldMkLst>
        <pc:picChg chg="del">
          <ac:chgData name="syed karimun" userId="621104b8fbb19a8e" providerId="LiveId" clId="{99B1092B-4A1D-4D3B-8849-C66D6C0C3C67}" dt="2024-01-07T15:31:16.353" v="401" actId="478"/>
          <ac:picMkLst>
            <pc:docMk/>
            <pc:sldMk cId="0" sldId="262"/>
            <ac:picMk id="9" creationId="{00000000-0000-0000-0000-000000000000}"/>
          </ac:picMkLst>
        </pc:picChg>
        <pc:picChg chg="add mod">
          <ac:chgData name="syed karimun" userId="621104b8fbb19a8e" providerId="LiveId" clId="{99B1092B-4A1D-4D3B-8849-C66D6C0C3C67}" dt="2024-01-07T15:31:26.875" v="406" actId="14100"/>
          <ac:picMkLst>
            <pc:docMk/>
            <pc:sldMk cId="0" sldId="262"/>
            <ac:picMk id="12" creationId="{5DC6EE24-A83B-55B4-D7E8-61AF223E8C27}"/>
          </ac:picMkLst>
        </pc:picChg>
      </pc:sldChg>
      <pc:sldChg chg="ord modAnim">
        <pc:chgData name="syed karimun" userId="621104b8fbb19a8e" providerId="LiveId" clId="{99B1092B-4A1D-4D3B-8849-C66D6C0C3C67}" dt="2024-01-07T14:56:39.407" v="300"/>
        <pc:sldMkLst>
          <pc:docMk/>
          <pc:sldMk cId="0" sldId="263"/>
        </pc:sldMkLst>
      </pc:sldChg>
      <pc:sldChg chg="addSp delSp modSp del mod">
        <pc:chgData name="syed karimun" userId="621104b8fbb19a8e" providerId="LiveId" clId="{99B1092B-4A1D-4D3B-8849-C66D6C0C3C67}" dt="2024-01-06T06:54:40.134" v="158" actId="47"/>
        <pc:sldMkLst>
          <pc:docMk/>
          <pc:sldMk cId="0" sldId="264"/>
        </pc:sldMkLst>
        <pc:spChg chg="del">
          <ac:chgData name="syed karimun" userId="621104b8fbb19a8e" providerId="LiveId" clId="{99B1092B-4A1D-4D3B-8849-C66D6C0C3C67}" dt="2024-01-06T06:37:19.730" v="18" actId="478"/>
          <ac:spMkLst>
            <pc:docMk/>
            <pc:sldMk cId="0" sldId="264"/>
            <ac:spMk id="3" creationId="{00000000-0000-0000-0000-000000000000}"/>
          </ac:spMkLst>
        </pc:spChg>
        <pc:spChg chg="del">
          <ac:chgData name="syed karimun" userId="621104b8fbb19a8e" providerId="LiveId" clId="{99B1092B-4A1D-4D3B-8849-C66D6C0C3C67}" dt="2024-01-06T06:37:19.730" v="18" actId="478"/>
          <ac:spMkLst>
            <pc:docMk/>
            <pc:sldMk cId="0" sldId="264"/>
            <ac:spMk id="4" creationId="{00000000-0000-0000-0000-000000000000}"/>
          </ac:spMkLst>
        </pc:spChg>
        <pc:spChg chg="del">
          <ac:chgData name="syed karimun" userId="621104b8fbb19a8e" providerId="LiveId" clId="{99B1092B-4A1D-4D3B-8849-C66D6C0C3C67}" dt="2024-01-06T06:37:19.730" v="18" actId="478"/>
          <ac:spMkLst>
            <pc:docMk/>
            <pc:sldMk cId="0" sldId="264"/>
            <ac:spMk id="5" creationId="{00000000-0000-0000-0000-000000000000}"/>
          </ac:spMkLst>
        </pc:spChg>
        <pc:spChg chg="del">
          <ac:chgData name="syed karimun" userId="621104b8fbb19a8e" providerId="LiveId" clId="{99B1092B-4A1D-4D3B-8849-C66D6C0C3C67}" dt="2024-01-06T06:37:19.730" v="18" actId="478"/>
          <ac:spMkLst>
            <pc:docMk/>
            <pc:sldMk cId="0" sldId="264"/>
            <ac:spMk id="6" creationId="{00000000-0000-0000-0000-000000000000}"/>
          </ac:spMkLst>
        </pc:spChg>
        <pc:spChg chg="del">
          <ac:chgData name="syed karimun" userId="621104b8fbb19a8e" providerId="LiveId" clId="{99B1092B-4A1D-4D3B-8849-C66D6C0C3C67}" dt="2024-01-06T06:37:19.730" v="18" actId="478"/>
          <ac:spMkLst>
            <pc:docMk/>
            <pc:sldMk cId="0" sldId="264"/>
            <ac:spMk id="7" creationId="{00000000-0000-0000-0000-000000000000}"/>
          </ac:spMkLst>
        </pc:spChg>
        <pc:spChg chg="del">
          <ac:chgData name="syed karimun" userId="621104b8fbb19a8e" providerId="LiveId" clId="{99B1092B-4A1D-4D3B-8849-C66D6C0C3C67}" dt="2024-01-06T06:37:19.730" v="18" actId="478"/>
          <ac:spMkLst>
            <pc:docMk/>
            <pc:sldMk cId="0" sldId="264"/>
            <ac:spMk id="8" creationId="{00000000-0000-0000-0000-000000000000}"/>
          </ac:spMkLst>
        </pc:spChg>
        <pc:spChg chg="del">
          <ac:chgData name="syed karimun" userId="621104b8fbb19a8e" providerId="LiveId" clId="{99B1092B-4A1D-4D3B-8849-C66D6C0C3C67}" dt="2024-01-06T06:37:19.730" v="18" actId="478"/>
          <ac:spMkLst>
            <pc:docMk/>
            <pc:sldMk cId="0" sldId="264"/>
            <ac:spMk id="9" creationId="{00000000-0000-0000-0000-000000000000}"/>
          </ac:spMkLst>
        </pc:spChg>
        <pc:picChg chg="del">
          <ac:chgData name="syed karimun" userId="621104b8fbb19a8e" providerId="LiveId" clId="{99B1092B-4A1D-4D3B-8849-C66D6C0C3C67}" dt="2024-01-06T06:29:20.268" v="0" actId="478"/>
          <ac:picMkLst>
            <pc:docMk/>
            <pc:sldMk cId="0" sldId="264"/>
            <ac:picMk id="2" creationId="{00000000-0000-0000-0000-000000000000}"/>
          </ac:picMkLst>
        </pc:picChg>
        <pc:picChg chg="add del mod">
          <ac:chgData name="syed karimun" userId="621104b8fbb19a8e" providerId="LiveId" clId="{99B1092B-4A1D-4D3B-8849-C66D6C0C3C67}" dt="2024-01-06T06:37:17.851" v="17" actId="21"/>
          <ac:picMkLst>
            <pc:docMk/>
            <pc:sldMk cId="0" sldId="264"/>
            <ac:picMk id="11" creationId="{72ABC045-CF21-3CC7-0E1A-E50E462EE222}"/>
          </ac:picMkLst>
        </pc:picChg>
        <pc:picChg chg="add mod">
          <ac:chgData name="syed karimun" userId="621104b8fbb19a8e" providerId="LiveId" clId="{99B1092B-4A1D-4D3B-8849-C66D6C0C3C67}" dt="2024-01-06T06:37:24.079" v="20" actId="14100"/>
          <ac:picMkLst>
            <pc:docMk/>
            <pc:sldMk cId="0" sldId="264"/>
            <ac:picMk id="12" creationId="{ED7BFA7B-B8D2-2E5D-DEE7-090F4B1458F6}"/>
          </ac:picMkLst>
        </pc:picChg>
      </pc:sldChg>
      <pc:sldChg chg="ord modAnim">
        <pc:chgData name="syed karimun" userId="621104b8fbb19a8e" providerId="LiveId" clId="{99B1092B-4A1D-4D3B-8849-C66D6C0C3C67}" dt="2024-01-07T14:56:47.704" v="302"/>
        <pc:sldMkLst>
          <pc:docMk/>
          <pc:sldMk cId="0" sldId="265"/>
        </pc:sldMkLst>
      </pc:sldChg>
      <pc:sldChg chg="addSp delSp modSp del mod">
        <pc:chgData name="syed karimun" userId="621104b8fbb19a8e" providerId="LiveId" clId="{99B1092B-4A1D-4D3B-8849-C66D6C0C3C67}" dt="2024-01-06T06:57:42.299" v="187" actId="47"/>
        <pc:sldMkLst>
          <pc:docMk/>
          <pc:sldMk cId="0" sldId="266"/>
        </pc:sldMkLst>
        <pc:spChg chg="del">
          <ac:chgData name="syed karimun" userId="621104b8fbb19a8e" providerId="LiveId" clId="{99B1092B-4A1D-4D3B-8849-C66D6C0C3C67}" dt="2024-01-06T06:37:11.946" v="14" actId="478"/>
          <ac:spMkLst>
            <pc:docMk/>
            <pc:sldMk cId="0" sldId="266"/>
            <ac:spMk id="6" creationId="{00000000-0000-0000-0000-000000000000}"/>
          </ac:spMkLst>
        </pc:spChg>
        <pc:spChg chg="del">
          <ac:chgData name="syed karimun" userId="621104b8fbb19a8e" providerId="LiveId" clId="{99B1092B-4A1D-4D3B-8849-C66D6C0C3C67}" dt="2024-01-06T06:37:11.946" v="14" actId="478"/>
          <ac:spMkLst>
            <pc:docMk/>
            <pc:sldMk cId="0" sldId="266"/>
            <ac:spMk id="7" creationId="{00000000-0000-0000-0000-000000000000}"/>
          </ac:spMkLst>
        </pc:spChg>
        <pc:spChg chg="del">
          <ac:chgData name="syed karimun" userId="621104b8fbb19a8e" providerId="LiveId" clId="{99B1092B-4A1D-4D3B-8849-C66D6C0C3C67}" dt="2024-01-06T06:37:11.946" v="14" actId="478"/>
          <ac:spMkLst>
            <pc:docMk/>
            <pc:sldMk cId="0" sldId="266"/>
            <ac:spMk id="8" creationId="{00000000-0000-0000-0000-000000000000}"/>
          </ac:spMkLst>
        </pc:spChg>
        <pc:spChg chg="del">
          <ac:chgData name="syed karimun" userId="621104b8fbb19a8e" providerId="LiveId" clId="{99B1092B-4A1D-4D3B-8849-C66D6C0C3C67}" dt="2024-01-06T06:37:11.946" v="14" actId="478"/>
          <ac:spMkLst>
            <pc:docMk/>
            <pc:sldMk cId="0" sldId="266"/>
            <ac:spMk id="9" creationId="{00000000-0000-0000-0000-000000000000}"/>
          </ac:spMkLst>
        </pc:spChg>
        <pc:spChg chg="del">
          <ac:chgData name="syed karimun" userId="621104b8fbb19a8e" providerId="LiveId" clId="{99B1092B-4A1D-4D3B-8849-C66D6C0C3C67}" dt="2024-01-06T06:37:11.946" v="14" actId="478"/>
          <ac:spMkLst>
            <pc:docMk/>
            <pc:sldMk cId="0" sldId="266"/>
            <ac:spMk id="10" creationId="{00000000-0000-0000-0000-000000000000}"/>
          </ac:spMkLst>
        </pc:spChg>
        <pc:spChg chg="del">
          <ac:chgData name="syed karimun" userId="621104b8fbb19a8e" providerId="LiveId" clId="{99B1092B-4A1D-4D3B-8849-C66D6C0C3C67}" dt="2024-01-06T06:37:11.946" v="14" actId="478"/>
          <ac:spMkLst>
            <pc:docMk/>
            <pc:sldMk cId="0" sldId="266"/>
            <ac:spMk id="11" creationId="{00000000-0000-0000-0000-000000000000}"/>
          </ac:spMkLst>
        </pc:spChg>
        <pc:grpChg chg="del">
          <ac:chgData name="syed karimun" userId="621104b8fbb19a8e" providerId="LiveId" clId="{99B1092B-4A1D-4D3B-8849-C66D6C0C3C67}" dt="2024-01-06T06:36:22.728" v="2" actId="478"/>
          <ac:grpSpMkLst>
            <pc:docMk/>
            <pc:sldMk cId="0" sldId="266"/>
            <ac:grpSpMk id="3" creationId="{00000000-0000-0000-0000-000000000000}"/>
          </ac:grpSpMkLst>
        </pc:grpChg>
        <pc:picChg chg="del">
          <ac:chgData name="syed karimun" userId="621104b8fbb19a8e" providerId="LiveId" clId="{99B1092B-4A1D-4D3B-8849-C66D6C0C3C67}" dt="2024-01-06T06:37:11.946" v="14" actId="478"/>
          <ac:picMkLst>
            <pc:docMk/>
            <pc:sldMk cId="0" sldId="266"/>
            <ac:picMk id="2" creationId="{00000000-0000-0000-0000-000000000000}"/>
          </ac:picMkLst>
        </pc:picChg>
        <pc:picChg chg="add del mod">
          <ac:chgData name="syed karimun" userId="621104b8fbb19a8e" providerId="LiveId" clId="{99B1092B-4A1D-4D3B-8849-C66D6C0C3C67}" dt="2024-01-06T06:37:08.796" v="13" actId="21"/>
          <ac:picMkLst>
            <pc:docMk/>
            <pc:sldMk cId="0" sldId="266"/>
            <ac:picMk id="13" creationId="{F55337AB-4D0D-1FAF-2F86-89A720F551FA}"/>
          </ac:picMkLst>
        </pc:picChg>
        <pc:picChg chg="add mod">
          <ac:chgData name="syed karimun" userId="621104b8fbb19a8e" providerId="LiveId" clId="{99B1092B-4A1D-4D3B-8849-C66D6C0C3C67}" dt="2024-01-06T06:37:15.177" v="16" actId="1076"/>
          <ac:picMkLst>
            <pc:docMk/>
            <pc:sldMk cId="0" sldId="266"/>
            <ac:picMk id="14" creationId="{0C3D472A-6B2A-171B-1E60-18DF283ABCAE}"/>
          </ac:picMkLst>
        </pc:picChg>
      </pc:sldChg>
      <pc:sldChg chg="modAnim">
        <pc:chgData name="syed karimun" userId="621104b8fbb19a8e" providerId="LiveId" clId="{99B1092B-4A1D-4D3B-8849-C66D6C0C3C67}" dt="2024-01-06T07:03:56.774" v="255"/>
        <pc:sldMkLst>
          <pc:docMk/>
          <pc:sldMk cId="0" sldId="267"/>
        </pc:sldMkLst>
      </pc:sldChg>
      <pc:sldChg chg="addSp delSp modSp mod">
        <pc:chgData name="syed karimun" userId="621104b8fbb19a8e" providerId="LiveId" clId="{99B1092B-4A1D-4D3B-8849-C66D6C0C3C67}" dt="2024-01-07T14:58:37.901" v="308" actId="21"/>
        <pc:sldMkLst>
          <pc:docMk/>
          <pc:sldMk cId="0" sldId="269"/>
        </pc:sldMkLst>
        <pc:spChg chg="mod">
          <ac:chgData name="syed karimun" userId="621104b8fbb19a8e" providerId="LiveId" clId="{99B1092B-4A1D-4D3B-8849-C66D6C0C3C67}" dt="2024-01-07T14:58:37.901" v="308" actId="21"/>
          <ac:spMkLst>
            <pc:docMk/>
            <pc:sldMk cId="0" sldId="269"/>
            <ac:spMk id="19" creationId="{00000000-0000-0000-0000-000000000000}"/>
          </ac:spMkLst>
        </pc:spChg>
        <pc:grpChg chg="add del">
          <ac:chgData name="syed karimun" userId="621104b8fbb19a8e" providerId="LiveId" clId="{99B1092B-4A1D-4D3B-8849-C66D6C0C3C67}" dt="2024-01-07T14:57:05.604" v="304" actId="21"/>
          <ac:grpSpMkLst>
            <pc:docMk/>
            <pc:sldMk cId="0" sldId="269"/>
            <ac:grpSpMk id="11" creationId="{00000000-0000-0000-0000-000000000000}"/>
          </ac:grpSpMkLst>
        </pc:grpChg>
        <pc:grpChg chg="mod">
          <ac:chgData name="syed karimun" userId="621104b8fbb19a8e" providerId="LiveId" clId="{99B1092B-4A1D-4D3B-8849-C66D6C0C3C67}" dt="2024-01-06T06:58:19.346" v="190" actId="1076"/>
          <ac:grpSpMkLst>
            <pc:docMk/>
            <pc:sldMk cId="0" sldId="269"/>
            <ac:grpSpMk id="16" creationId="{00000000-0000-0000-0000-000000000000}"/>
          </ac:grpSpMkLst>
        </pc:grpChg>
        <pc:grpChg chg="mod">
          <ac:chgData name="syed karimun" userId="621104b8fbb19a8e" providerId="LiveId" clId="{99B1092B-4A1D-4D3B-8849-C66D6C0C3C67}" dt="2024-01-06T06:58:09.014" v="189" actId="1076"/>
          <ac:grpSpMkLst>
            <pc:docMk/>
            <pc:sldMk cId="0" sldId="269"/>
            <ac:grpSpMk id="22" creationId="{00000000-0000-0000-0000-000000000000}"/>
          </ac:grpSpMkLst>
        </pc:grpChg>
      </pc:sldChg>
      <pc:sldChg chg="modAnim">
        <pc:chgData name="syed karimun" userId="621104b8fbb19a8e" providerId="LiveId" clId="{99B1092B-4A1D-4D3B-8849-C66D6C0C3C67}" dt="2024-01-06T06:59:34.699" v="191"/>
        <pc:sldMkLst>
          <pc:docMk/>
          <pc:sldMk cId="953440497" sldId="273"/>
        </pc:sldMkLst>
      </pc:sldChg>
      <pc:sldChg chg="addSp delSp modSp new mod modAnim">
        <pc:chgData name="syed karimun" userId="621104b8fbb19a8e" providerId="LiveId" clId="{99B1092B-4A1D-4D3B-8849-C66D6C0C3C67}" dt="2024-01-07T14:56:03.825" v="296" actId="14100"/>
        <pc:sldMkLst>
          <pc:docMk/>
          <pc:sldMk cId="145474768" sldId="274"/>
        </pc:sldMkLst>
        <pc:spChg chg="mod">
          <ac:chgData name="syed karimun" userId="621104b8fbb19a8e" providerId="LiveId" clId="{99B1092B-4A1D-4D3B-8849-C66D6C0C3C67}" dt="2024-01-07T14:56:03.825" v="296" actId="14100"/>
          <ac:spMkLst>
            <pc:docMk/>
            <pc:sldMk cId="145474768" sldId="274"/>
            <ac:spMk id="2" creationId="{969A3B1F-0D2A-8183-2D4B-FBE901DF2D76}"/>
          </ac:spMkLst>
        </pc:spChg>
        <pc:spChg chg="del">
          <ac:chgData name="syed karimun" userId="621104b8fbb19a8e" providerId="LiveId" clId="{99B1092B-4A1D-4D3B-8849-C66D6C0C3C67}" dt="2024-01-06T06:40:46.662" v="83" actId="478"/>
          <ac:spMkLst>
            <pc:docMk/>
            <pc:sldMk cId="145474768" sldId="274"/>
            <ac:spMk id="3" creationId="{EC6A86E4-C7AB-3A56-B772-A3E07D2D4BBF}"/>
          </ac:spMkLst>
        </pc:spChg>
        <pc:spChg chg="mod">
          <ac:chgData name="syed karimun" userId="621104b8fbb19a8e" providerId="LiveId" clId="{99B1092B-4A1D-4D3B-8849-C66D6C0C3C67}" dt="2024-01-07T14:53:38.693" v="256"/>
          <ac:spMkLst>
            <pc:docMk/>
            <pc:sldMk cId="145474768" sldId="274"/>
            <ac:spMk id="8" creationId="{933577E1-E7B9-896A-8152-8E6705AB2E72}"/>
          </ac:spMkLst>
        </pc:spChg>
        <pc:spChg chg="mod">
          <ac:chgData name="syed karimun" userId="621104b8fbb19a8e" providerId="LiveId" clId="{99B1092B-4A1D-4D3B-8849-C66D6C0C3C67}" dt="2024-01-07T14:53:47.612" v="257"/>
          <ac:spMkLst>
            <pc:docMk/>
            <pc:sldMk cId="145474768" sldId="274"/>
            <ac:spMk id="14" creationId="{194B77DF-7BE3-4716-114B-89C355E6A56D}"/>
          </ac:spMkLst>
        </pc:spChg>
        <pc:grpChg chg="add del mod">
          <ac:chgData name="syed karimun" userId="621104b8fbb19a8e" providerId="LiveId" clId="{99B1092B-4A1D-4D3B-8849-C66D6C0C3C67}" dt="2024-01-07T14:53:51.954" v="259"/>
          <ac:grpSpMkLst>
            <pc:docMk/>
            <pc:sldMk cId="145474768" sldId="274"/>
            <ac:grpSpMk id="3" creationId="{4C1B27D6-1489-BE8D-E23D-F96A1713EAF5}"/>
          </ac:grpSpMkLst>
        </pc:grpChg>
        <pc:grpChg chg="add del mod">
          <ac:chgData name="syed karimun" userId="621104b8fbb19a8e" providerId="LiveId" clId="{99B1092B-4A1D-4D3B-8849-C66D6C0C3C67}" dt="2024-01-07T14:53:49.984" v="258"/>
          <ac:grpSpMkLst>
            <pc:docMk/>
            <pc:sldMk cId="145474768" sldId="274"/>
            <ac:grpSpMk id="10" creationId="{0F3CB653-097B-440A-477C-0A5DDC2E4F95}"/>
          </ac:grpSpMkLst>
        </pc:grpChg>
        <pc:picChg chg="mod">
          <ac:chgData name="syed karimun" userId="621104b8fbb19a8e" providerId="LiveId" clId="{99B1092B-4A1D-4D3B-8849-C66D6C0C3C67}" dt="2024-01-07T14:53:38.693" v="256"/>
          <ac:picMkLst>
            <pc:docMk/>
            <pc:sldMk cId="145474768" sldId="274"/>
            <ac:picMk id="4" creationId="{58D03763-7709-F718-C7B4-50B18041B84E}"/>
          </ac:picMkLst>
        </pc:picChg>
        <pc:picChg chg="add mod">
          <ac:chgData name="syed karimun" userId="621104b8fbb19a8e" providerId="LiveId" clId="{99B1092B-4A1D-4D3B-8849-C66D6C0C3C67}" dt="2024-01-06T06:41:24.006" v="87" actId="1076"/>
          <ac:picMkLst>
            <pc:docMk/>
            <pc:sldMk cId="145474768" sldId="274"/>
            <ac:picMk id="5" creationId="{B9FD5265-45BD-1810-FE6E-D1CC4FBC20DB}"/>
          </ac:picMkLst>
        </pc:picChg>
        <pc:picChg chg="mod">
          <ac:chgData name="syed karimun" userId="621104b8fbb19a8e" providerId="LiveId" clId="{99B1092B-4A1D-4D3B-8849-C66D6C0C3C67}" dt="2024-01-07T14:53:38.693" v="256"/>
          <ac:picMkLst>
            <pc:docMk/>
            <pc:sldMk cId="145474768" sldId="274"/>
            <ac:picMk id="6" creationId="{45EEEFB9-C997-C991-D2D6-12A4347B03C6}"/>
          </ac:picMkLst>
        </pc:picChg>
        <pc:picChg chg="add mod">
          <ac:chgData name="syed karimun" userId="621104b8fbb19a8e" providerId="LiveId" clId="{99B1092B-4A1D-4D3B-8849-C66D6C0C3C67}" dt="2024-01-06T06:41:26.981" v="88" actId="1076"/>
          <ac:picMkLst>
            <pc:docMk/>
            <pc:sldMk cId="145474768" sldId="274"/>
            <ac:picMk id="7" creationId="{A169E669-FC71-A06E-27CA-DDA7E1CEBC1F}"/>
          </ac:picMkLst>
        </pc:picChg>
        <pc:picChg chg="add mod">
          <ac:chgData name="syed karimun" userId="621104b8fbb19a8e" providerId="LiveId" clId="{99B1092B-4A1D-4D3B-8849-C66D6C0C3C67}" dt="2024-01-06T06:41:47.827" v="90" actId="1076"/>
          <ac:picMkLst>
            <pc:docMk/>
            <pc:sldMk cId="145474768" sldId="274"/>
            <ac:picMk id="9" creationId="{AC66B0DC-CE1C-609E-DC44-6DECA2BD3DD5}"/>
          </ac:picMkLst>
        </pc:picChg>
        <pc:picChg chg="add mod">
          <ac:chgData name="syed karimun" userId="621104b8fbb19a8e" providerId="LiveId" clId="{99B1092B-4A1D-4D3B-8849-C66D6C0C3C67}" dt="2024-01-06T06:42:07.857" v="92" actId="1076"/>
          <ac:picMkLst>
            <pc:docMk/>
            <pc:sldMk cId="145474768" sldId="274"/>
            <ac:picMk id="11" creationId="{07DD667C-5874-CFA1-2264-692732C275FC}"/>
          </ac:picMkLst>
        </pc:picChg>
        <pc:picChg chg="mod">
          <ac:chgData name="syed karimun" userId="621104b8fbb19a8e" providerId="LiveId" clId="{99B1092B-4A1D-4D3B-8849-C66D6C0C3C67}" dt="2024-01-07T14:53:47.612" v="257"/>
          <ac:picMkLst>
            <pc:docMk/>
            <pc:sldMk cId="145474768" sldId="274"/>
            <ac:picMk id="12" creationId="{112EB626-4737-7B32-7FB4-F0384A718B2C}"/>
          </ac:picMkLst>
        </pc:picChg>
        <pc:picChg chg="mod">
          <ac:chgData name="syed karimun" userId="621104b8fbb19a8e" providerId="LiveId" clId="{99B1092B-4A1D-4D3B-8849-C66D6C0C3C67}" dt="2024-01-07T14:53:47.612" v="257"/>
          <ac:picMkLst>
            <pc:docMk/>
            <pc:sldMk cId="145474768" sldId="274"/>
            <ac:picMk id="13" creationId="{117CB92F-734A-D6CC-4EDD-BC221C16EB7F}"/>
          </ac:picMkLst>
        </pc:picChg>
      </pc:sldChg>
      <pc:sldChg chg="addSp delSp modSp new mod modAnim">
        <pc:chgData name="syed karimun" userId="621104b8fbb19a8e" providerId="LiveId" clId="{99B1092B-4A1D-4D3B-8849-C66D6C0C3C67}" dt="2024-01-07T14:55:08.264" v="282" actId="255"/>
        <pc:sldMkLst>
          <pc:docMk/>
          <pc:sldMk cId="355547635" sldId="275"/>
        </pc:sldMkLst>
        <pc:spChg chg="mod">
          <ac:chgData name="syed karimun" userId="621104b8fbb19a8e" providerId="LiveId" clId="{99B1092B-4A1D-4D3B-8849-C66D6C0C3C67}" dt="2024-01-07T14:55:08.264" v="282" actId="255"/>
          <ac:spMkLst>
            <pc:docMk/>
            <pc:sldMk cId="355547635" sldId="275"/>
            <ac:spMk id="2" creationId="{EF3E6794-093A-C98F-4362-AEE1041BDD77}"/>
          </ac:spMkLst>
        </pc:spChg>
        <pc:spChg chg="del">
          <ac:chgData name="syed karimun" userId="621104b8fbb19a8e" providerId="LiveId" clId="{99B1092B-4A1D-4D3B-8849-C66D6C0C3C67}" dt="2024-01-06T06:43:06" v="94" actId="478"/>
          <ac:spMkLst>
            <pc:docMk/>
            <pc:sldMk cId="355547635" sldId="275"/>
            <ac:spMk id="3" creationId="{6A4C256E-C1AC-D8E3-DC6D-77B0FF804051}"/>
          </ac:spMkLst>
        </pc:spChg>
        <pc:picChg chg="add del mod">
          <ac:chgData name="syed karimun" userId="621104b8fbb19a8e" providerId="LiveId" clId="{99B1092B-4A1D-4D3B-8849-C66D6C0C3C67}" dt="2024-01-06T06:45:18.047" v="106" actId="478"/>
          <ac:picMkLst>
            <pc:docMk/>
            <pc:sldMk cId="355547635" sldId="275"/>
            <ac:picMk id="5" creationId="{D9744157-DADF-29D6-2BE5-1A4F4236B871}"/>
          </ac:picMkLst>
        </pc:picChg>
        <pc:picChg chg="add mod">
          <ac:chgData name="syed karimun" userId="621104b8fbb19a8e" providerId="LiveId" clId="{99B1092B-4A1D-4D3B-8849-C66D6C0C3C67}" dt="2024-01-06T06:50:43.755" v="133" actId="1076"/>
          <ac:picMkLst>
            <pc:docMk/>
            <pc:sldMk cId="355547635" sldId="275"/>
            <ac:picMk id="7" creationId="{D102B7BF-3E8C-3621-2ABB-F04DE85C9EF7}"/>
          </ac:picMkLst>
        </pc:picChg>
        <pc:picChg chg="add mod">
          <ac:chgData name="syed karimun" userId="621104b8fbb19a8e" providerId="LiveId" clId="{99B1092B-4A1D-4D3B-8849-C66D6C0C3C67}" dt="2024-01-06T06:50:36.629" v="131" actId="1076"/>
          <ac:picMkLst>
            <pc:docMk/>
            <pc:sldMk cId="355547635" sldId="275"/>
            <ac:picMk id="9" creationId="{C98EDD70-0FE9-A054-7EBE-9E51EB0E7382}"/>
          </ac:picMkLst>
        </pc:picChg>
        <pc:picChg chg="add mod">
          <ac:chgData name="syed karimun" userId="621104b8fbb19a8e" providerId="LiveId" clId="{99B1092B-4A1D-4D3B-8849-C66D6C0C3C67}" dt="2024-01-06T06:50:47.807" v="134" actId="1076"/>
          <ac:picMkLst>
            <pc:docMk/>
            <pc:sldMk cId="355547635" sldId="275"/>
            <ac:picMk id="11" creationId="{33039B4F-4472-6D98-16A8-AED3803099FE}"/>
          </ac:picMkLst>
        </pc:picChg>
        <pc:picChg chg="add mod">
          <ac:chgData name="syed karimun" userId="621104b8fbb19a8e" providerId="LiveId" clId="{99B1092B-4A1D-4D3B-8849-C66D6C0C3C67}" dt="2024-01-06T06:50:26.384" v="129" actId="1076"/>
          <ac:picMkLst>
            <pc:docMk/>
            <pc:sldMk cId="355547635" sldId="275"/>
            <ac:picMk id="13" creationId="{A3241AC6-EC86-7E49-1C7F-F748D6E00587}"/>
          </ac:picMkLst>
        </pc:picChg>
        <pc:picChg chg="add mod">
          <ac:chgData name="syed karimun" userId="621104b8fbb19a8e" providerId="LiveId" clId="{99B1092B-4A1D-4D3B-8849-C66D6C0C3C67}" dt="2024-01-06T06:50:40.023" v="132" actId="1076"/>
          <ac:picMkLst>
            <pc:docMk/>
            <pc:sldMk cId="355547635" sldId="275"/>
            <ac:picMk id="15" creationId="{91337D2D-F0D2-7B49-2828-B51EBD134EE3}"/>
          </ac:picMkLst>
        </pc:picChg>
        <pc:picChg chg="add mod">
          <ac:chgData name="syed karimun" userId="621104b8fbb19a8e" providerId="LiveId" clId="{99B1092B-4A1D-4D3B-8849-C66D6C0C3C67}" dt="2024-01-06T06:50:31.282" v="130" actId="1076"/>
          <ac:picMkLst>
            <pc:docMk/>
            <pc:sldMk cId="355547635" sldId="275"/>
            <ac:picMk id="16" creationId="{BDC0394B-A059-6EAA-6B5A-90621556D14D}"/>
          </ac:picMkLst>
        </pc:picChg>
        <pc:picChg chg="add del mod">
          <ac:chgData name="syed karimun" userId="621104b8fbb19a8e" providerId="LiveId" clId="{99B1092B-4A1D-4D3B-8849-C66D6C0C3C67}" dt="2024-01-06T06:50:19.356" v="128"/>
          <ac:picMkLst>
            <pc:docMk/>
            <pc:sldMk cId="355547635" sldId="275"/>
            <ac:picMk id="17" creationId="{702150F3-F7EB-C20F-CD5D-831379F22142}"/>
          </ac:picMkLst>
        </pc:picChg>
        <pc:picChg chg="add mod">
          <ac:chgData name="syed karimun" userId="621104b8fbb19a8e" providerId="LiveId" clId="{99B1092B-4A1D-4D3B-8849-C66D6C0C3C67}" dt="2024-01-06T06:50:52.906" v="136" actId="1076"/>
          <ac:picMkLst>
            <pc:docMk/>
            <pc:sldMk cId="355547635" sldId="275"/>
            <ac:picMk id="18" creationId="{96B7E00C-823D-373A-874C-DF85E01893AD}"/>
          </ac:picMkLst>
        </pc:picChg>
      </pc:sldChg>
      <pc:sldChg chg="addSp delSp modSp new mod modAnim">
        <pc:chgData name="syed karimun" userId="621104b8fbb19a8e" providerId="LiveId" clId="{99B1092B-4A1D-4D3B-8849-C66D6C0C3C67}" dt="2024-01-07T14:55:46.996" v="293" actId="255"/>
        <pc:sldMkLst>
          <pc:docMk/>
          <pc:sldMk cId="3413379012" sldId="276"/>
        </pc:sldMkLst>
        <pc:spChg chg="mod">
          <ac:chgData name="syed karimun" userId="621104b8fbb19a8e" providerId="LiveId" clId="{99B1092B-4A1D-4D3B-8849-C66D6C0C3C67}" dt="2024-01-07T14:55:46.996" v="293" actId="255"/>
          <ac:spMkLst>
            <pc:docMk/>
            <pc:sldMk cId="3413379012" sldId="276"/>
            <ac:spMk id="2" creationId="{2F3BCC48-5E75-02FF-733A-18231F920959}"/>
          </ac:spMkLst>
        </pc:spChg>
        <pc:spChg chg="del">
          <ac:chgData name="syed karimun" userId="621104b8fbb19a8e" providerId="LiveId" clId="{99B1092B-4A1D-4D3B-8849-C66D6C0C3C67}" dt="2024-01-06T06:55:50.693" v="163" actId="478"/>
          <ac:spMkLst>
            <pc:docMk/>
            <pc:sldMk cId="3413379012" sldId="276"/>
            <ac:spMk id="3" creationId="{D5BD3638-80C3-CF1F-84A4-D36729C3A4DA}"/>
          </ac:spMkLst>
        </pc:spChg>
        <pc:picChg chg="add mod">
          <ac:chgData name="syed karimun" userId="621104b8fbb19a8e" providerId="LiveId" clId="{99B1092B-4A1D-4D3B-8849-C66D6C0C3C67}" dt="2024-01-06T06:55:44.865" v="162" actId="1076"/>
          <ac:picMkLst>
            <pc:docMk/>
            <pc:sldMk cId="3413379012" sldId="276"/>
            <ac:picMk id="5" creationId="{5AD97DB3-7108-5DFC-9DD1-068634B46E0D}"/>
          </ac:picMkLst>
        </pc:picChg>
        <pc:picChg chg="add mod">
          <ac:chgData name="syed karimun" userId="621104b8fbb19a8e" providerId="LiveId" clId="{99B1092B-4A1D-4D3B-8849-C66D6C0C3C67}" dt="2024-01-06T06:56:31.217" v="167" actId="1076"/>
          <ac:picMkLst>
            <pc:docMk/>
            <pc:sldMk cId="3413379012" sldId="276"/>
            <ac:picMk id="7" creationId="{A0D150D9-63C5-84A4-05E8-A740E46B12C1}"/>
          </ac:picMkLst>
        </pc:picChg>
        <pc:picChg chg="add mod">
          <ac:chgData name="syed karimun" userId="621104b8fbb19a8e" providerId="LiveId" clId="{99B1092B-4A1D-4D3B-8849-C66D6C0C3C67}" dt="2024-01-06T06:56:33.274" v="168" actId="1076"/>
          <ac:picMkLst>
            <pc:docMk/>
            <pc:sldMk cId="3413379012" sldId="276"/>
            <ac:picMk id="9" creationId="{7E1114C9-21F4-8319-40B5-6BD54D90DCB9}"/>
          </ac:picMkLst>
        </pc:picChg>
      </pc:sldChg>
      <pc:sldChg chg="addSp delSp modSp new del mod modAnim">
        <pc:chgData name="syed karimun" userId="621104b8fbb19a8e" providerId="LiveId" clId="{99B1092B-4A1D-4D3B-8849-C66D6C0C3C67}" dt="2024-01-06T06:54:55.971" v="159" actId="47"/>
        <pc:sldMkLst>
          <pc:docMk/>
          <pc:sldMk cId="3807363481" sldId="276"/>
        </pc:sldMkLst>
        <pc:spChg chg="del">
          <ac:chgData name="syed karimun" userId="621104b8fbb19a8e" providerId="LiveId" clId="{99B1092B-4A1D-4D3B-8849-C66D6C0C3C67}" dt="2024-01-06T06:51:41.052" v="140" actId="478"/>
          <ac:spMkLst>
            <pc:docMk/>
            <pc:sldMk cId="3807363481" sldId="276"/>
            <ac:spMk id="3" creationId="{42639927-1344-E8D6-0D33-585CCD7D19B2}"/>
          </ac:spMkLst>
        </pc:spChg>
        <pc:picChg chg="add mod">
          <ac:chgData name="syed karimun" userId="621104b8fbb19a8e" providerId="LiveId" clId="{99B1092B-4A1D-4D3B-8849-C66D6C0C3C67}" dt="2024-01-06T06:51:42.073" v="141"/>
          <ac:picMkLst>
            <pc:docMk/>
            <pc:sldMk cId="3807363481" sldId="276"/>
            <ac:picMk id="4" creationId="{9C834CA1-11EA-8B10-FD08-EED5765FDC00}"/>
          </ac:picMkLst>
        </pc:picChg>
        <pc:picChg chg="add mod">
          <ac:chgData name="syed karimun" userId="621104b8fbb19a8e" providerId="LiveId" clId="{99B1092B-4A1D-4D3B-8849-C66D6C0C3C67}" dt="2024-01-06T06:51:48.031" v="142"/>
          <ac:picMkLst>
            <pc:docMk/>
            <pc:sldMk cId="3807363481" sldId="276"/>
            <ac:picMk id="5" creationId="{6A7409A8-05B5-4274-2170-55618B741BFF}"/>
          </ac:picMkLst>
        </pc:picChg>
      </pc:sldChg>
      <pc:sldChg chg="addSp delSp modSp new mod modAnim">
        <pc:chgData name="syed karimun" userId="621104b8fbb19a8e" providerId="LiveId" clId="{99B1092B-4A1D-4D3B-8849-C66D6C0C3C67}" dt="2024-01-07T15:28:07.007" v="400" actId="1076"/>
        <pc:sldMkLst>
          <pc:docMk/>
          <pc:sldMk cId="3918634501" sldId="277"/>
        </pc:sldMkLst>
        <pc:spChg chg="mod">
          <ac:chgData name="syed karimun" userId="621104b8fbb19a8e" providerId="LiveId" clId="{99B1092B-4A1D-4D3B-8849-C66D6C0C3C67}" dt="2024-01-07T15:27:49.398" v="396" actId="20577"/>
          <ac:spMkLst>
            <pc:docMk/>
            <pc:sldMk cId="3918634501" sldId="277"/>
            <ac:spMk id="2" creationId="{08DABA6F-273A-7BCD-1A88-C2688896414A}"/>
          </ac:spMkLst>
        </pc:spChg>
        <pc:spChg chg="del">
          <ac:chgData name="syed karimun" userId="621104b8fbb19a8e" providerId="LiveId" clId="{99B1092B-4A1D-4D3B-8849-C66D6C0C3C67}" dt="2024-01-07T15:23:31.148" v="323" actId="478"/>
          <ac:spMkLst>
            <pc:docMk/>
            <pc:sldMk cId="3918634501" sldId="277"/>
            <ac:spMk id="3" creationId="{E3FB8339-79FE-DFC9-E91C-0C657DD798EC}"/>
          </ac:spMkLst>
        </pc:spChg>
        <pc:picChg chg="add del mod">
          <ac:chgData name="syed karimun" userId="621104b8fbb19a8e" providerId="LiveId" clId="{99B1092B-4A1D-4D3B-8849-C66D6C0C3C67}" dt="2024-01-07T15:23:33.990" v="324" actId="478"/>
          <ac:picMkLst>
            <pc:docMk/>
            <pc:sldMk cId="3918634501" sldId="277"/>
            <ac:picMk id="5" creationId="{17AF14CF-1BAF-D8FE-3309-A1DD3847460F}"/>
          </ac:picMkLst>
        </pc:picChg>
        <pc:picChg chg="add del mod">
          <ac:chgData name="syed karimun" userId="621104b8fbb19a8e" providerId="LiveId" clId="{99B1092B-4A1D-4D3B-8849-C66D6C0C3C67}" dt="2024-01-07T15:23:35.068" v="325" actId="478"/>
          <ac:picMkLst>
            <pc:docMk/>
            <pc:sldMk cId="3918634501" sldId="277"/>
            <ac:picMk id="7" creationId="{E7CE1E4D-1A39-8A64-2048-1C2C72A34CA7}"/>
          </ac:picMkLst>
        </pc:picChg>
        <pc:picChg chg="add del mod">
          <ac:chgData name="syed karimun" userId="621104b8fbb19a8e" providerId="LiveId" clId="{99B1092B-4A1D-4D3B-8849-C66D6C0C3C67}" dt="2024-01-07T15:23:43.044" v="328" actId="478"/>
          <ac:picMkLst>
            <pc:docMk/>
            <pc:sldMk cId="3918634501" sldId="277"/>
            <ac:picMk id="9" creationId="{C56A48A9-4424-84EE-9D3D-5CF4F573CC02}"/>
          </ac:picMkLst>
        </pc:picChg>
        <pc:picChg chg="add del mod">
          <ac:chgData name="syed karimun" userId="621104b8fbb19a8e" providerId="LiveId" clId="{99B1092B-4A1D-4D3B-8849-C66D6C0C3C67}" dt="2024-01-07T15:25:32.934" v="353" actId="478"/>
          <ac:picMkLst>
            <pc:docMk/>
            <pc:sldMk cId="3918634501" sldId="277"/>
            <ac:picMk id="11" creationId="{4E55F927-BC5B-F28C-7DCD-1A2A481C969B}"/>
          </ac:picMkLst>
        </pc:picChg>
        <pc:picChg chg="add del mod">
          <ac:chgData name="syed karimun" userId="621104b8fbb19a8e" providerId="LiveId" clId="{99B1092B-4A1D-4D3B-8849-C66D6C0C3C67}" dt="2024-01-07T15:25:45.630" v="356" actId="478"/>
          <ac:picMkLst>
            <pc:docMk/>
            <pc:sldMk cId="3918634501" sldId="277"/>
            <ac:picMk id="13" creationId="{7C24528D-FB1E-7097-105F-7803C04D8D88}"/>
          </ac:picMkLst>
        </pc:picChg>
        <pc:picChg chg="add del mod">
          <ac:chgData name="syed karimun" userId="621104b8fbb19a8e" providerId="LiveId" clId="{99B1092B-4A1D-4D3B-8849-C66D6C0C3C67}" dt="2024-01-07T15:25:35.594" v="354" actId="478"/>
          <ac:picMkLst>
            <pc:docMk/>
            <pc:sldMk cId="3918634501" sldId="277"/>
            <ac:picMk id="15" creationId="{4C1AEF85-66AE-E957-550F-7C2EDC901178}"/>
          </ac:picMkLst>
        </pc:picChg>
        <pc:picChg chg="add mod">
          <ac:chgData name="syed karimun" userId="621104b8fbb19a8e" providerId="LiveId" clId="{99B1092B-4A1D-4D3B-8849-C66D6C0C3C67}" dt="2024-01-07T15:28:07.007" v="400" actId="1076"/>
          <ac:picMkLst>
            <pc:docMk/>
            <pc:sldMk cId="3918634501" sldId="277"/>
            <ac:picMk id="17" creationId="{1A80A4D6-F734-03A1-E35E-D78D46CF904D}"/>
          </ac:picMkLst>
        </pc:picChg>
        <pc:picChg chg="add mod">
          <ac:chgData name="syed karimun" userId="621104b8fbb19a8e" providerId="LiveId" clId="{99B1092B-4A1D-4D3B-8849-C66D6C0C3C67}" dt="2024-01-07T15:28:00.266" v="397" actId="1076"/>
          <ac:picMkLst>
            <pc:docMk/>
            <pc:sldMk cId="3918634501" sldId="277"/>
            <ac:picMk id="18" creationId="{34F4C877-5DEB-A636-0420-1D2186BB5BB9}"/>
          </ac:picMkLst>
        </pc:picChg>
        <pc:picChg chg="add del mod">
          <ac:chgData name="syed karimun" userId="621104b8fbb19a8e" providerId="LiveId" clId="{99B1092B-4A1D-4D3B-8849-C66D6C0C3C67}" dt="2024-01-07T15:25:38.204" v="355" actId="478"/>
          <ac:picMkLst>
            <pc:docMk/>
            <pc:sldMk cId="3918634501" sldId="277"/>
            <ac:picMk id="19" creationId="{3B9EA86A-52BC-E1C9-88DE-D38D9F6AAB5D}"/>
          </ac:picMkLst>
        </pc:picChg>
        <pc:picChg chg="add del mod">
          <ac:chgData name="syed karimun" userId="621104b8fbb19a8e" providerId="LiveId" clId="{99B1092B-4A1D-4D3B-8849-C66D6C0C3C67}" dt="2024-01-07T15:25:14.318" v="345"/>
          <ac:picMkLst>
            <pc:docMk/>
            <pc:sldMk cId="3918634501" sldId="277"/>
            <ac:picMk id="20" creationId="{13DD3693-9E0F-FC7B-6792-022F25DC7269}"/>
          </ac:picMkLst>
        </pc:picChg>
        <pc:picChg chg="add mod">
          <ac:chgData name="syed karimun" userId="621104b8fbb19a8e" providerId="LiveId" clId="{99B1092B-4A1D-4D3B-8849-C66D6C0C3C67}" dt="2024-01-07T15:28:05.060" v="399" actId="1076"/>
          <ac:picMkLst>
            <pc:docMk/>
            <pc:sldMk cId="3918634501" sldId="277"/>
            <ac:picMk id="21" creationId="{D6E2D50F-9873-59EE-EC99-6D503048FE9F}"/>
          </ac:picMkLst>
        </pc:picChg>
        <pc:picChg chg="add mod">
          <ac:chgData name="syed karimun" userId="621104b8fbb19a8e" providerId="LiveId" clId="{99B1092B-4A1D-4D3B-8849-C66D6C0C3C67}" dt="2024-01-07T15:28:02.729" v="398" actId="1076"/>
          <ac:picMkLst>
            <pc:docMk/>
            <pc:sldMk cId="3918634501" sldId="277"/>
            <ac:picMk id="22" creationId="{4B50A3BA-39D5-B51E-718E-61303A55E038}"/>
          </ac:picMkLst>
        </pc:picChg>
        <pc:picChg chg="add del mod">
          <ac:chgData name="syed karimun" userId="621104b8fbb19a8e" providerId="LiveId" clId="{99B1092B-4A1D-4D3B-8849-C66D6C0C3C67}" dt="2024-01-07T15:26:02.307" v="362" actId="478"/>
          <ac:picMkLst>
            <pc:docMk/>
            <pc:sldMk cId="3918634501" sldId="277"/>
            <ac:picMk id="23" creationId="{36D9A460-4904-56DD-D40F-42A18294559F}"/>
          </ac:picMkLst>
        </pc:picChg>
        <pc:picChg chg="add del mod">
          <ac:chgData name="syed karimun" userId="621104b8fbb19a8e" providerId="LiveId" clId="{99B1092B-4A1D-4D3B-8849-C66D6C0C3C67}" dt="2024-01-07T15:26:00.998" v="361" actId="478"/>
          <ac:picMkLst>
            <pc:docMk/>
            <pc:sldMk cId="3918634501" sldId="277"/>
            <ac:picMk id="24" creationId="{126F0E52-0491-5648-F06A-057724196E9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FF1CC">
              <a:alpha val="2078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3000374" cy="3000375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0"/>
            <a:ext cx="12192000" cy="47625"/>
          </a:xfrm>
          <a:custGeom>
            <a:avLst/>
            <a:gdLst/>
            <a:ahLst/>
            <a:cxnLst/>
            <a:rect l="l" t="t" r="r" b="b"/>
            <a:pathLst>
              <a:path w="12192000" h="47625">
                <a:moveTo>
                  <a:pt x="12192000" y="0"/>
                </a:moveTo>
                <a:lnTo>
                  <a:pt x="0" y="0"/>
                </a:lnTo>
                <a:lnTo>
                  <a:pt x="0" y="47625"/>
                </a:lnTo>
                <a:lnTo>
                  <a:pt x="12192000" y="47625"/>
                </a:lnTo>
                <a:lnTo>
                  <a:pt x="12192000" y="0"/>
                </a:lnTo>
                <a:close/>
              </a:path>
            </a:pathLst>
          </a:custGeom>
          <a:solidFill>
            <a:srgbClr val="B924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6810375"/>
            <a:ext cx="12192000" cy="47625"/>
          </a:xfrm>
          <a:custGeom>
            <a:avLst/>
            <a:gdLst/>
            <a:ahLst/>
            <a:cxnLst/>
            <a:rect l="l" t="t" r="r" b="b"/>
            <a:pathLst>
              <a:path w="12192000" h="47625">
                <a:moveTo>
                  <a:pt x="12192000" y="0"/>
                </a:moveTo>
                <a:lnTo>
                  <a:pt x="0" y="0"/>
                </a:lnTo>
                <a:lnTo>
                  <a:pt x="0" y="47625"/>
                </a:lnTo>
                <a:lnTo>
                  <a:pt x="12192000" y="47625"/>
                </a:lnTo>
                <a:lnTo>
                  <a:pt x="12192000" y="0"/>
                </a:lnTo>
                <a:close/>
              </a:path>
            </a:pathLst>
          </a:custGeom>
          <a:solidFill>
            <a:srgbClr val="B9243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72475" y="4105273"/>
            <a:ext cx="3819525" cy="2705100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62225" y="1819148"/>
            <a:ext cx="8053451" cy="3014726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543300" y="1695323"/>
            <a:ext cx="6072251" cy="3043301"/>
          </a:xfrm>
          <a:prstGeom prst="rect">
            <a:avLst/>
          </a:prstGeom>
        </p:spPr>
      </p:pic>
      <p:sp>
        <p:nvSpPr>
          <p:cNvPr id="23" name="bg object 23"/>
          <p:cNvSpPr/>
          <p:nvPr/>
        </p:nvSpPr>
        <p:spPr>
          <a:xfrm>
            <a:off x="2600325" y="1857375"/>
            <a:ext cx="7924800" cy="2886075"/>
          </a:xfrm>
          <a:custGeom>
            <a:avLst/>
            <a:gdLst/>
            <a:ahLst/>
            <a:cxnLst/>
            <a:rect l="l" t="t" r="r" b="b"/>
            <a:pathLst>
              <a:path w="7924800" h="2886075">
                <a:moveTo>
                  <a:pt x="7443724" y="0"/>
                </a:moveTo>
                <a:lnTo>
                  <a:pt x="481075" y="0"/>
                </a:lnTo>
                <a:lnTo>
                  <a:pt x="431889" y="2483"/>
                </a:lnTo>
                <a:lnTo>
                  <a:pt x="384124" y="9774"/>
                </a:lnTo>
                <a:lnTo>
                  <a:pt x="338021" y="21628"/>
                </a:lnTo>
                <a:lnTo>
                  <a:pt x="293822" y="37806"/>
                </a:lnTo>
                <a:lnTo>
                  <a:pt x="251769" y="58064"/>
                </a:lnTo>
                <a:lnTo>
                  <a:pt x="212104" y="82162"/>
                </a:lnTo>
                <a:lnTo>
                  <a:pt x="175069" y="109856"/>
                </a:lnTo>
                <a:lnTo>
                  <a:pt x="140906" y="140906"/>
                </a:lnTo>
                <a:lnTo>
                  <a:pt x="109856" y="175069"/>
                </a:lnTo>
                <a:lnTo>
                  <a:pt x="82162" y="212104"/>
                </a:lnTo>
                <a:lnTo>
                  <a:pt x="58064" y="251769"/>
                </a:lnTo>
                <a:lnTo>
                  <a:pt x="37806" y="293822"/>
                </a:lnTo>
                <a:lnTo>
                  <a:pt x="21628" y="338021"/>
                </a:lnTo>
                <a:lnTo>
                  <a:pt x="9774" y="384124"/>
                </a:lnTo>
                <a:lnTo>
                  <a:pt x="2483" y="431889"/>
                </a:lnTo>
                <a:lnTo>
                  <a:pt x="0" y="481075"/>
                </a:lnTo>
                <a:lnTo>
                  <a:pt x="0" y="2404999"/>
                </a:lnTo>
                <a:lnTo>
                  <a:pt x="2483" y="2454185"/>
                </a:lnTo>
                <a:lnTo>
                  <a:pt x="9774" y="2501950"/>
                </a:lnTo>
                <a:lnTo>
                  <a:pt x="21628" y="2548053"/>
                </a:lnTo>
                <a:lnTo>
                  <a:pt x="37806" y="2592252"/>
                </a:lnTo>
                <a:lnTo>
                  <a:pt x="58064" y="2634305"/>
                </a:lnTo>
                <a:lnTo>
                  <a:pt x="82162" y="2673970"/>
                </a:lnTo>
                <a:lnTo>
                  <a:pt x="109856" y="2711005"/>
                </a:lnTo>
                <a:lnTo>
                  <a:pt x="140906" y="2745168"/>
                </a:lnTo>
                <a:lnTo>
                  <a:pt x="175069" y="2776218"/>
                </a:lnTo>
                <a:lnTo>
                  <a:pt x="212104" y="2803912"/>
                </a:lnTo>
                <a:lnTo>
                  <a:pt x="251769" y="2828010"/>
                </a:lnTo>
                <a:lnTo>
                  <a:pt x="293822" y="2848268"/>
                </a:lnTo>
                <a:lnTo>
                  <a:pt x="338021" y="2864446"/>
                </a:lnTo>
                <a:lnTo>
                  <a:pt x="384124" y="2876300"/>
                </a:lnTo>
                <a:lnTo>
                  <a:pt x="431889" y="2883591"/>
                </a:lnTo>
                <a:lnTo>
                  <a:pt x="481075" y="2886075"/>
                </a:lnTo>
                <a:lnTo>
                  <a:pt x="7443724" y="2886075"/>
                </a:lnTo>
                <a:lnTo>
                  <a:pt x="7492910" y="2883591"/>
                </a:lnTo>
                <a:lnTo>
                  <a:pt x="7540675" y="2876300"/>
                </a:lnTo>
                <a:lnTo>
                  <a:pt x="7586778" y="2864446"/>
                </a:lnTo>
                <a:lnTo>
                  <a:pt x="7630977" y="2848268"/>
                </a:lnTo>
                <a:lnTo>
                  <a:pt x="7673030" y="2828010"/>
                </a:lnTo>
                <a:lnTo>
                  <a:pt x="7712695" y="2803912"/>
                </a:lnTo>
                <a:lnTo>
                  <a:pt x="7749730" y="2776218"/>
                </a:lnTo>
                <a:lnTo>
                  <a:pt x="7783893" y="2745168"/>
                </a:lnTo>
                <a:lnTo>
                  <a:pt x="7814943" y="2711005"/>
                </a:lnTo>
                <a:lnTo>
                  <a:pt x="7842637" y="2673970"/>
                </a:lnTo>
                <a:lnTo>
                  <a:pt x="7866735" y="2634305"/>
                </a:lnTo>
                <a:lnTo>
                  <a:pt x="7886993" y="2592252"/>
                </a:lnTo>
                <a:lnTo>
                  <a:pt x="7903171" y="2548053"/>
                </a:lnTo>
                <a:lnTo>
                  <a:pt x="7915025" y="2501950"/>
                </a:lnTo>
                <a:lnTo>
                  <a:pt x="7922316" y="2454185"/>
                </a:lnTo>
                <a:lnTo>
                  <a:pt x="7924800" y="2404999"/>
                </a:lnTo>
                <a:lnTo>
                  <a:pt x="7924800" y="481075"/>
                </a:lnTo>
                <a:lnTo>
                  <a:pt x="7922316" y="431889"/>
                </a:lnTo>
                <a:lnTo>
                  <a:pt x="7915025" y="384124"/>
                </a:lnTo>
                <a:lnTo>
                  <a:pt x="7903171" y="338021"/>
                </a:lnTo>
                <a:lnTo>
                  <a:pt x="7886993" y="293822"/>
                </a:lnTo>
                <a:lnTo>
                  <a:pt x="7866735" y="251769"/>
                </a:lnTo>
                <a:lnTo>
                  <a:pt x="7842637" y="212104"/>
                </a:lnTo>
                <a:lnTo>
                  <a:pt x="7814943" y="175069"/>
                </a:lnTo>
                <a:lnTo>
                  <a:pt x="7783893" y="140906"/>
                </a:lnTo>
                <a:lnTo>
                  <a:pt x="7749730" y="109856"/>
                </a:lnTo>
                <a:lnTo>
                  <a:pt x="7712695" y="82162"/>
                </a:lnTo>
                <a:lnTo>
                  <a:pt x="7673030" y="58064"/>
                </a:lnTo>
                <a:lnTo>
                  <a:pt x="7630977" y="37806"/>
                </a:lnTo>
                <a:lnTo>
                  <a:pt x="7586778" y="21628"/>
                </a:lnTo>
                <a:lnTo>
                  <a:pt x="7540675" y="9774"/>
                </a:lnTo>
                <a:lnTo>
                  <a:pt x="7492910" y="2483"/>
                </a:lnTo>
                <a:lnTo>
                  <a:pt x="7443724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412360" y="1819910"/>
            <a:ext cx="3367278" cy="518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F1F1F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80"/>
              </a:lnSpc>
            </a:pPr>
            <a:r>
              <a:rPr spc="15" dirty="0"/>
              <a:t>C</a:t>
            </a:r>
            <a:r>
              <a:rPr spc="10" dirty="0"/>
              <a:t>R</a:t>
            </a:r>
            <a:r>
              <a:rPr spc="-20" dirty="0"/>
              <a:t>EATE</a:t>
            </a:r>
            <a:r>
              <a:rPr spc="15" dirty="0"/>
              <a:t>D</a:t>
            </a:r>
            <a:r>
              <a:rPr spc="-20" dirty="0"/>
              <a:t> </a:t>
            </a:r>
            <a:r>
              <a:rPr spc="10" dirty="0"/>
              <a:t>BY</a:t>
            </a:r>
            <a:r>
              <a:rPr spc="-60" dirty="0"/>
              <a:t> </a:t>
            </a:r>
            <a:r>
              <a:rPr spc="25" dirty="0"/>
              <a:t>K</a:t>
            </a:r>
            <a:r>
              <a:rPr spc="5" dirty="0"/>
              <a:t>.</a:t>
            </a:r>
            <a:r>
              <a:rPr spc="-20" dirty="0"/>
              <a:t> </a:t>
            </a:r>
            <a:r>
              <a:rPr spc="-5" dirty="0"/>
              <a:t>V</a:t>
            </a:r>
            <a:r>
              <a:rPr spc="20" dirty="0"/>
              <a:t>I</a:t>
            </a:r>
            <a:r>
              <a:rPr spc="15" dirty="0"/>
              <a:t>C</a:t>
            </a:r>
            <a:r>
              <a:rPr spc="-20" dirty="0"/>
              <a:t>T</a:t>
            </a:r>
            <a:r>
              <a:rPr spc="-10" dirty="0"/>
              <a:t>O</a:t>
            </a:r>
            <a:r>
              <a:rPr spc="10" dirty="0"/>
              <a:t>R</a:t>
            </a:r>
            <a:r>
              <a:rPr spc="-35" dirty="0"/>
              <a:t> </a:t>
            </a:r>
            <a:r>
              <a:rPr spc="15" dirty="0"/>
              <a:t>B</a:t>
            </a:r>
            <a:r>
              <a:rPr spc="-15" dirty="0"/>
              <a:t>A</a:t>
            </a:r>
            <a:r>
              <a:rPr spc="15" dirty="0"/>
              <a:t>BU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F1F1F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80"/>
              </a:lnSpc>
            </a:pPr>
            <a:r>
              <a:rPr spc="15" dirty="0"/>
              <a:t>C</a:t>
            </a:r>
            <a:r>
              <a:rPr spc="10" dirty="0"/>
              <a:t>R</a:t>
            </a:r>
            <a:r>
              <a:rPr spc="-20" dirty="0"/>
              <a:t>EATE</a:t>
            </a:r>
            <a:r>
              <a:rPr spc="15" dirty="0"/>
              <a:t>D</a:t>
            </a:r>
            <a:r>
              <a:rPr spc="-20" dirty="0"/>
              <a:t> </a:t>
            </a:r>
            <a:r>
              <a:rPr spc="10" dirty="0"/>
              <a:t>BY</a:t>
            </a:r>
            <a:r>
              <a:rPr spc="-60" dirty="0"/>
              <a:t> </a:t>
            </a:r>
            <a:r>
              <a:rPr spc="25" dirty="0"/>
              <a:t>K</a:t>
            </a:r>
            <a:r>
              <a:rPr spc="5" dirty="0"/>
              <a:t>.</a:t>
            </a:r>
            <a:r>
              <a:rPr spc="-20" dirty="0"/>
              <a:t> </a:t>
            </a:r>
            <a:r>
              <a:rPr spc="-5" dirty="0"/>
              <a:t>V</a:t>
            </a:r>
            <a:r>
              <a:rPr spc="20" dirty="0"/>
              <a:t>I</a:t>
            </a:r>
            <a:r>
              <a:rPr spc="15" dirty="0"/>
              <a:t>C</a:t>
            </a:r>
            <a:r>
              <a:rPr spc="-20" dirty="0"/>
              <a:t>T</a:t>
            </a:r>
            <a:r>
              <a:rPr spc="-10" dirty="0"/>
              <a:t>O</a:t>
            </a:r>
            <a:r>
              <a:rPr spc="10" dirty="0"/>
              <a:t>R</a:t>
            </a:r>
            <a:r>
              <a:rPr spc="-35" dirty="0"/>
              <a:t> </a:t>
            </a:r>
            <a:r>
              <a:rPr spc="15" dirty="0"/>
              <a:t>B</a:t>
            </a:r>
            <a:r>
              <a:rPr spc="-15" dirty="0"/>
              <a:t>A</a:t>
            </a:r>
            <a:r>
              <a:rPr spc="15" dirty="0"/>
              <a:t>BU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F1F1F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80"/>
              </a:lnSpc>
            </a:pPr>
            <a:r>
              <a:rPr spc="15" dirty="0"/>
              <a:t>C</a:t>
            </a:r>
            <a:r>
              <a:rPr spc="10" dirty="0"/>
              <a:t>R</a:t>
            </a:r>
            <a:r>
              <a:rPr spc="-20" dirty="0"/>
              <a:t>EATE</a:t>
            </a:r>
            <a:r>
              <a:rPr spc="15" dirty="0"/>
              <a:t>D</a:t>
            </a:r>
            <a:r>
              <a:rPr spc="-20" dirty="0"/>
              <a:t> </a:t>
            </a:r>
            <a:r>
              <a:rPr spc="10" dirty="0"/>
              <a:t>BY</a:t>
            </a:r>
            <a:r>
              <a:rPr spc="-60" dirty="0"/>
              <a:t> </a:t>
            </a:r>
            <a:r>
              <a:rPr spc="25" dirty="0"/>
              <a:t>K</a:t>
            </a:r>
            <a:r>
              <a:rPr spc="5" dirty="0"/>
              <a:t>.</a:t>
            </a:r>
            <a:r>
              <a:rPr spc="-20" dirty="0"/>
              <a:t> </a:t>
            </a:r>
            <a:r>
              <a:rPr spc="-5" dirty="0"/>
              <a:t>V</a:t>
            </a:r>
            <a:r>
              <a:rPr spc="20" dirty="0"/>
              <a:t>I</a:t>
            </a:r>
            <a:r>
              <a:rPr spc="15" dirty="0"/>
              <a:t>C</a:t>
            </a:r>
            <a:r>
              <a:rPr spc="-20" dirty="0"/>
              <a:t>T</a:t>
            </a:r>
            <a:r>
              <a:rPr spc="-10" dirty="0"/>
              <a:t>O</a:t>
            </a:r>
            <a:r>
              <a:rPr spc="10" dirty="0"/>
              <a:t>R</a:t>
            </a:r>
            <a:r>
              <a:rPr spc="-35" dirty="0"/>
              <a:t> </a:t>
            </a:r>
            <a:r>
              <a:rPr spc="15" dirty="0"/>
              <a:t>B</a:t>
            </a:r>
            <a:r>
              <a:rPr spc="-15" dirty="0"/>
              <a:t>A</a:t>
            </a:r>
            <a:r>
              <a:rPr spc="15" dirty="0"/>
              <a:t>BU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12/16/2024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F1F1F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80"/>
              </a:lnSpc>
            </a:pPr>
            <a:r>
              <a:rPr spc="15" dirty="0"/>
              <a:t>C</a:t>
            </a:r>
            <a:r>
              <a:rPr spc="10" dirty="0"/>
              <a:t>R</a:t>
            </a:r>
            <a:r>
              <a:rPr spc="-20" dirty="0"/>
              <a:t>EATE</a:t>
            </a:r>
            <a:r>
              <a:rPr spc="15" dirty="0"/>
              <a:t>D</a:t>
            </a:r>
            <a:r>
              <a:rPr spc="-20" dirty="0"/>
              <a:t> </a:t>
            </a:r>
            <a:r>
              <a:rPr spc="10" dirty="0"/>
              <a:t>BY</a:t>
            </a:r>
            <a:r>
              <a:rPr spc="-60" dirty="0"/>
              <a:t> </a:t>
            </a:r>
            <a:r>
              <a:rPr spc="25" dirty="0"/>
              <a:t>K</a:t>
            </a:r>
            <a:r>
              <a:rPr spc="5" dirty="0"/>
              <a:t>.</a:t>
            </a:r>
            <a:r>
              <a:rPr spc="-20" dirty="0"/>
              <a:t> </a:t>
            </a:r>
            <a:r>
              <a:rPr spc="-5" dirty="0"/>
              <a:t>V</a:t>
            </a:r>
            <a:r>
              <a:rPr spc="20" dirty="0"/>
              <a:t>I</a:t>
            </a:r>
            <a:r>
              <a:rPr spc="15" dirty="0"/>
              <a:t>C</a:t>
            </a:r>
            <a:r>
              <a:rPr spc="-20" dirty="0"/>
              <a:t>T</a:t>
            </a:r>
            <a:r>
              <a:rPr spc="-10" dirty="0"/>
              <a:t>O</a:t>
            </a:r>
            <a:r>
              <a:rPr spc="10" dirty="0"/>
              <a:t>R</a:t>
            </a:r>
            <a:r>
              <a:rPr spc="-35" dirty="0"/>
              <a:t> </a:t>
            </a:r>
            <a:r>
              <a:rPr spc="15" dirty="0"/>
              <a:t>B</a:t>
            </a:r>
            <a:r>
              <a:rPr spc="-15" dirty="0"/>
              <a:t>A</a:t>
            </a:r>
            <a:r>
              <a:rPr spc="15" dirty="0"/>
              <a:t>BU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12/16/2024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F1F1F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80"/>
              </a:lnSpc>
            </a:pPr>
            <a:r>
              <a:rPr spc="15" dirty="0"/>
              <a:t>C</a:t>
            </a:r>
            <a:r>
              <a:rPr spc="10" dirty="0"/>
              <a:t>R</a:t>
            </a:r>
            <a:r>
              <a:rPr spc="-20" dirty="0"/>
              <a:t>EATE</a:t>
            </a:r>
            <a:r>
              <a:rPr spc="15" dirty="0"/>
              <a:t>D</a:t>
            </a:r>
            <a:r>
              <a:rPr spc="-20" dirty="0"/>
              <a:t> </a:t>
            </a:r>
            <a:r>
              <a:rPr spc="10" dirty="0"/>
              <a:t>BY</a:t>
            </a:r>
            <a:r>
              <a:rPr spc="-60" dirty="0"/>
              <a:t> </a:t>
            </a:r>
            <a:r>
              <a:rPr spc="25" dirty="0"/>
              <a:t>K</a:t>
            </a:r>
            <a:r>
              <a:rPr spc="5" dirty="0"/>
              <a:t>.</a:t>
            </a:r>
            <a:r>
              <a:rPr spc="-20" dirty="0"/>
              <a:t> </a:t>
            </a:r>
            <a:r>
              <a:rPr spc="-5" dirty="0"/>
              <a:t>V</a:t>
            </a:r>
            <a:r>
              <a:rPr spc="20" dirty="0"/>
              <a:t>I</a:t>
            </a:r>
            <a:r>
              <a:rPr spc="15" dirty="0"/>
              <a:t>C</a:t>
            </a:r>
            <a:r>
              <a:rPr spc="-20" dirty="0"/>
              <a:t>T</a:t>
            </a:r>
            <a:r>
              <a:rPr spc="-10" dirty="0"/>
              <a:t>O</a:t>
            </a:r>
            <a:r>
              <a:rPr spc="10" dirty="0"/>
              <a:t>R</a:t>
            </a:r>
            <a:r>
              <a:rPr spc="-35" dirty="0"/>
              <a:t> </a:t>
            </a:r>
            <a:r>
              <a:rPr spc="15" dirty="0"/>
              <a:t>B</a:t>
            </a:r>
            <a:r>
              <a:rPr spc="-15" dirty="0"/>
              <a:t>A</a:t>
            </a:r>
            <a:r>
              <a:rPr spc="15" dirty="0"/>
              <a:t>BU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12/16/2024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FF1CC">
              <a:alpha val="2078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3000374" cy="3000375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0"/>
            <a:ext cx="12192000" cy="47625"/>
          </a:xfrm>
          <a:custGeom>
            <a:avLst/>
            <a:gdLst/>
            <a:ahLst/>
            <a:cxnLst/>
            <a:rect l="l" t="t" r="r" b="b"/>
            <a:pathLst>
              <a:path w="12192000" h="47625">
                <a:moveTo>
                  <a:pt x="12192000" y="0"/>
                </a:moveTo>
                <a:lnTo>
                  <a:pt x="0" y="0"/>
                </a:lnTo>
                <a:lnTo>
                  <a:pt x="0" y="47625"/>
                </a:lnTo>
                <a:lnTo>
                  <a:pt x="12192000" y="47625"/>
                </a:lnTo>
                <a:lnTo>
                  <a:pt x="12192000" y="0"/>
                </a:lnTo>
                <a:close/>
              </a:path>
            </a:pathLst>
          </a:custGeom>
          <a:solidFill>
            <a:srgbClr val="B924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6810375"/>
            <a:ext cx="12192000" cy="47625"/>
          </a:xfrm>
          <a:custGeom>
            <a:avLst/>
            <a:gdLst/>
            <a:ahLst/>
            <a:cxnLst/>
            <a:rect l="l" t="t" r="r" b="b"/>
            <a:pathLst>
              <a:path w="12192000" h="47625">
                <a:moveTo>
                  <a:pt x="12192000" y="0"/>
                </a:moveTo>
                <a:lnTo>
                  <a:pt x="0" y="0"/>
                </a:lnTo>
                <a:lnTo>
                  <a:pt x="0" y="47625"/>
                </a:lnTo>
                <a:lnTo>
                  <a:pt x="12192000" y="47625"/>
                </a:lnTo>
                <a:lnTo>
                  <a:pt x="12192000" y="0"/>
                </a:lnTo>
                <a:close/>
              </a:path>
            </a:pathLst>
          </a:custGeom>
          <a:solidFill>
            <a:srgbClr val="B9243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372475" y="4105273"/>
            <a:ext cx="3819525" cy="27051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658994" y="86677"/>
            <a:ext cx="2874010" cy="3917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63637" y="1828482"/>
            <a:ext cx="8986520" cy="27705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8739" y="6661705"/>
            <a:ext cx="1226185" cy="1308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rgbClr val="F1F1F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80"/>
              </a:lnSpc>
            </a:pPr>
            <a:r>
              <a:rPr spc="15" dirty="0"/>
              <a:t>C</a:t>
            </a:r>
            <a:r>
              <a:rPr spc="10" dirty="0"/>
              <a:t>R</a:t>
            </a:r>
            <a:r>
              <a:rPr spc="-20" dirty="0"/>
              <a:t>EATE</a:t>
            </a:r>
            <a:r>
              <a:rPr spc="15" dirty="0"/>
              <a:t>D</a:t>
            </a:r>
            <a:r>
              <a:rPr spc="-20" dirty="0"/>
              <a:t> </a:t>
            </a:r>
            <a:r>
              <a:rPr spc="10" dirty="0"/>
              <a:t>BY</a:t>
            </a:r>
            <a:r>
              <a:rPr spc="-60" dirty="0"/>
              <a:t> </a:t>
            </a:r>
            <a:r>
              <a:rPr spc="25" dirty="0"/>
              <a:t>K</a:t>
            </a:r>
            <a:r>
              <a:rPr spc="5" dirty="0"/>
              <a:t>.</a:t>
            </a:r>
            <a:r>
              <a:rPr spc="-20" dirty="0"/>
              <a:t> </a:t>
            </a:r>
            <a:r>
              <a:rPr spc="-5" dirty="0"/>
              <a:t>V</a:t>
            </a:r>
            <a:r>
              <a:rPr spc="20" dirty="0"/>
              <a:t>I</a:t>
            </a:r>
            <a:r>
              <a:rPr spc="15" dirty="0"/>
              <a:t>C</a:t>
            </a:r>
            <a:r>
              <a:rPr spc="-20" dirty="0"/>
              <a:t>T</a:t>
            </a:r>
            <a:r>
              <a:rPr spc="-10" dirty="0"/>
              <a:t>O</a:t>
            </a:r>
            <a:r>
              <a:rPr spc="10" dirty="0"/>
              <a:t>R</a:t>
            </a:r>
            <a:r>
              <a:rPr spc="-35" dirty="0"/>
              <a:t> </a:t>
            </a:r>
            <a:r>
              <a:rPr spc="15" dirty="0"/>
              <a:t>B</a:t>
            </a:r>
            <a:r>
              <a:rPr spc="-15" dirty="0"/>
              <a:t>A</a:t>
            </a:r>
            <a:r>
              <a:rPr spc="15" dirty="0"/>
              <a:t>BU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18" Type="http://schemas.openxmlformats.org/officeDocument/2006/relationships/image" Target="../media/image8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17" Type="http://schemas.openxmlformats.org/officeDocument/2006/relationships/image" Target="../media/image24.png"/><Relationship Id="rId2" Type="http://schemas.openxmlformats.org/officeDocument/2006/relationships/image" Target="../media/image9.png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5" Type="http://schemas.openxmlformats.org/officeDocument/2006/relationships/image" Target="../media/image2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8.png"/><Relationship Id="rId7" Type="http://schemas.openxmlformats.org/officeDocument/2006/relationships/image" Target="../media/image34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9" Type="http://schemas.openxmlformats.org/officeDocument/2006/relationships/image" Target="../media/image3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4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7" Type="http://schemas.openxmlformats.org/officeDocument/2006/relationships/image" Target="../media/image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coursera.org/learn/data-structures?action=enroll" TargetMode="External"/><Relationship Id="rId5" Type="http://schemas.openxmlformats.org/officeDocument/2006/relationships/hyperlink" Target="https://in.udacity.com/course/intro-to-algorithms--cs215" TargetMode="External"/><Relationship Id="rId4" Type="http://schemas.openxmlformats.org/officeDocument/2006/relationships/hyperlink" Target="https://nptel.ac.in/courses/106102064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9525" y="0"/>
            <a:ext cx="12211050" cy="6877050"/>
            <a:chOff x="-9525" y="0"/>
            <a:chExt cx="12211050" cy="687705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6858000"/>
                  </a:moveTo>
                  <a:lnTo>
                    <a:pt x="12192000" y="6858000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858000"/>
                  </a:lnTo>
                  <a:close/>
                </a:path>
              </a:pathLst>
            </a:custGeom>
            <a:ln w="19050">
              <a:solidFill>
                <a:srgbClr val="BB8B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5513" y="263372"/>
              <a:ext cx="5833371" cy="629617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29339" y="923784"/>
              <a:ext cx="4481595" cy="566891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294501" y="836294"/>
            <a:ext cx="4375785" cy="632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950" u="heavy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</a:rPr>
              <a:t>Department</a:t>
            </a:r>
            <a:r>
              <a:rPr sz="3950" u="heavy" spc="120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</a:rPr>
              <a:t> </a:t>
            </a:r>
            <a:r>
              <a:rPr sz="3950" u="heavy" spc="10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</a:rPr>
              <a:t>of</a:t>
            </a:r>
            <a:r>
              <a:rPr sz="3950" u="heavy" spc="-15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</a:rPr>
              <a:t> </a:t>
            </a:r>
            <a:r>
              <a:rPr sz="3950" u="heavy" spc="-10" dirty="0">
                <a:solidFill>
                  <a:srgbClr val="FF0000"/>
                </a:solidFill>
                <a:uFill>
                  <a:solidFill>
                    <a:srgbClr val="C00000"/>
                  </a:solidFill>
                </a:uFill>
              </a:rPr>
              <a:t>BES-I</a:t>
            </a:r>
            <a:r>
              <a:rPr sz="3950" u="heavy" spc="380" dirty="0">
                <a:solidFill>
                  <a:srgbClr val="FF0000"/>
                </a:solidFill>
                <a:uFill>
                  <a:solidFill>
                    <a:srgbClr val="C00000"/>
                  </a:solidFill>
                </a:uFill>
              </a:rPr>
              <a:t> </a:t>
            </a:r>
            <a:endParaRPr sz="3950"/>
          </a:p>
        </p:txBody>
      </p:sp>
      <p:grpSp>
        <p:nvGrpSpPr>
          <p:cNvPr id="7" name="object 7"/>
          <p:cNvGrpSpPr/>
          <p:nvPr/>
        </p:nvGrpSpPr>
        <p:grpSpPr>
          <a:xfrm>
            <a:off x="7105566" y="5419460"/>
            <a:ext cx="2576830" cy="758190"/>
            <a:chOff x="7105566" y="5419460"/>
            <a:chExt cx="2576830" cy="75819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05566" y="5419460"/>
              <a:ext cx="2576743" cy="75776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277099" y="5572124"/>
              <a:ext cx="2238375" cy="457200"/>
            </a:xfrm>
            <a:custGeom>
              <a:avLst/>
              <a:gdLst/>
              <a:ahLst/>
              <a:cxnLst/>
              <a:rect l="l" t="t" r="r" b="b"/>
              <a:pathLst>
                <a:path w="2238375" h="457200">
                  <a:moveTo>
                    <a:pt x="2075560" y="0"/>
                  </a:moveTo>
                  <a:lnTo>
                    <a:pt x="162814" y="0"/>
                  </a:lnTo>
                  <a:lnTo>
                    <a:pt x="119532" y="5816"/>
                  </a:lnTo>
                  <a:lnTo>
                    <a:pt x="80640" y="22230"/>
                  </a:lnTo>
                  <a:lnTo>
                    <a:pt x="47688" y="47690"/>
                  </a:lnTo>
                  <a:lnTo>
                    <a:pt x="22229" y="80644"/>
                  </a:lnTo>
                  <a:lnTo>
                    <a:pt x="5816" y="119540"/>
                  </a:lnTo>
                  <a:lnTo>
                    <a:pt x="0" y="162826"/>
                  </a:lnTo>
                  <a:lnTo>
                    <a:pt x="0" y="294373"/>
                  </a:lnTo>
                  <a:lnTo>
                    <a:pt x="5816" y="337659"/>
                  </a:lnTo>
                  <a:lnTo>
                    <a:pt x="22229" y="376555"/>
                  </a:lnTo>
                  <a:lnTo>
                    <a:pt x="47688" y="409509"/>
                  </a:lnTo>
                  <a:lnTo>
                    <a:pt x="80640" y="434969"/>
                  </a:lnTo>
                  <a:lnTo>
                    <a:pt x="119532" y="451383"/>
                  </a:lnTo>
                  <a:lnTo>
                    <a:pt x="162814" y="457200"/>
                  </a:lnTo>
                  <a:lnTo>
                    <a:pt x="2075560" y="457200"/>
                  </a:lnTo>
                  <a:lnTo>
                    <a:pt x="2118842" y="451383"/>
                  </a:lnTo>
                  <a:lnTo>
                    <a:pt x="2157734" y="434969"/>
                  </a:lnTo>
                  <a:lnTo>
                    <a:pt x="2190686" y="409509"/>
                  </a:lnTo>
                  <a:lnTo>
                    <a:pt x="2216145" y="376555"/>
                  </a:lnTo>
                  <a:lnTo>
                    <a:pt x="2232558" y="337659"/>
                  </a:lnTo>
                  <a:lnTo>
                    <a:pt x="2238375" y="294373"/>
                  </a:lnTo>
                  <a:lnTo>
                    <a:pt x="2238375" y="162826"/>
                  </a:lnTo>
                  <a:lnTo>
                    <a:pt x="2232558" y="119540"/>
                  </a:lnTo>
                  <a:lnTo>
                    <a:pt x="2216145" y="80644"/>
                  </a:lnTo>
                  <a:lnTo>
                    <a:pt x="2190686" y="47690"/>
                  </a:lnTo>
                  <a:lnTo>
                    <a:pt x="2157734" y="22230"/>
                  </a:lnTo>
                  <a:lnTo>
                    <a:pt x="2118842" y="5816"/>
                  </a:lnTo>
                  <a:lnTo>
                    <a:pt x="207556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155054" y="1940560"/>
            <a:ext cx="5370195" cy="40436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1590" algn="ctr">
              <a:lnSpc>
                <a:spcPct val="100000"/>
              </a:lnSpc>
              <a:spcBef>
                <a:spcPts val="130"/>
              </a:spcBef>
            </a:pPr>
            <a:r>
              <a:rPr sz="3200" b="1" spc="5" dirty="0">
                <a:solidFill>
                  <a:srgbClr val="C00000"/>
                </a:solidFill>
                <a:latin typeface="Calibri"/>
                <a:cs typeface="Calibri"/>
              </a:rPr>
              <a:t>COURSE:</a:t>
            </a:r>
            <a:r>
              <a:rPr sz="3200" b="1" spc="-1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200" b="1" spc="5" dirty="0">
                <a:solidFill>
                  <a:srgbClr val="5B9BD4"/>
                </a:solidFill>
                <a:latin typeface="Calibri"/>
                <a:cs typeface="Calibri"/>
              </a:rPr>
              <a:t>Data</a:t>
            </a:r>
            <a:r>
              <a:rPr sz="3200" b="1" spc="-85" dirty="0">
                <a:solidFill>
                  <a:srgbClr val="5B9BD4"/>
                </a:solidFill>
                <a:latin typeface="Calibri"/>
                <a:cs typeface="Calibri"/>
              </a:rPr>
              <a:t> </a:t>
            </a:r>
            <a:r>
              <a:rPr sz="3200" b="1" spc="5" dirty="0">
                <a:solidFill>
                  <a:srgbClr val="5B9BD4"/>
                </a:solidFill>
                <a:latin typeface="Calibri"/>
                <a:cs typeface="Calibri"/>
              </a:rPr>
              <a:t>Structures</a:t>
            </a:r>
            <a:endParaRPr sz="32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100" dirty="0">
              <a:latin typeface="Calibri"/>
              <a:cs typeface="Calibri"/>
            </a:endParaRPr>
          </a:p>
          <a:p>
            <a:pPr marL="19050" algn="ctr">
              <a:lnSpc>
                <a:spcPct val="100000"/>
              </a:lnSpc>
            </a:pPr>
            <a:r>
              <a:rPr sz="3200" b="1" spc="5" dirty="0">
                <a:solidFill>
                  <a:srgbClr val="C00000"/>
                </a:solidFill>
                <a:latin typeface="Calibri"/>
                <a:cs typeface="Calibri"/>
              </a:rPr>
              <a:t>COURSE</a:t>
            </a:r>
            <a:r>
              <a:rPr sz="3200" b="1" spc="-1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200" b="1" spc="10" dirty="0">
                <a:solidFill>
                  <a:srgbClr val="C00000"/>
                </a:solidFill>
                <a:latin typeface="Calibri"/>
                <a:cs typeface="Calibri"/>
              </a:rPr>
              <a:t>CODE:</a:t>
            </a:r>
            <a:r>
              <a:rPr sz="3200" b="1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200" b="1" spc="20" dirty="0">
                <a:solidFill>
                  <a:srgbClr val="5B9BD4"/>
                </a:solidFill>
                <a:latin typeface="Calibri"/>
                <a:cs typeface="Calibri"/>
              </a:rPr>
              <a:t>2</a:t>
            </a:r>
            <a:r>
              <a:rPr lang="en-IN" sz="3200" b="1" spc="20" dirty="0">
                <a:solidFill>
                  <a:srgbClr val="5B9BD4"/>
                </a:solidFill>
                <a:latin typeface="Calibri"/>
                <a:cs typeface="Calibri"/>
              </a:rPr>
              <a:t>4</a:t>
            </a:r>
            <a:r>
              <a:rPr sz="3200" b="1" spc="20" dirty="0">
                <a:solidFill>
                  <a:srgbClr val="5B9BD4"/>
                </a:solidFill>
                <a:latin typeface="Calibri"/>
                <a:cs typeface="Calibri"/>
              </a:rPr>
              <a:t>SC120</a:t>
            </a:r>
            <a:r>
              <a:rPr lang="en-IN" sz="3200" b="1" spc="20" dirty="0">
                <a:solidFill>
                  <a:srgbClr val="5B9BD4"/>
                </a:solidFill>
                <a:latin typeface="Calibri"/>
                <a:cs typeface="Calibri"/>
              </a:rPr>
              <a:t>3</a:t>
            </a:r>
            <a:endParaRPr sz="3200" dirty="0">
              <a:latin typeface="Calibri"/>
              <a:cs typeface="Calibri"/>
            </a:endParaRPr>
          </a:p>
          <a:p>
            <a:pPr marL="25400" algn="ctr">
              <a:lnSpc>
                <a:spcPts val="2365"/>
              </a:lnSpc>
              <a:spcBef>
                <a:spcPts val="2540"/>
              </a:spcBef>
            </a:pPr>
            <a:r>
              <a:rPr sz="2000" b="1" spc="-20" dirty="0">
                <a:solidFill>
                  <a:srgbClr val="7E7E7E"/>
                </a:solidFill>
                <a:latin typeface="Calibri"/>
                <a:cs typeface="Calibri"/>
              </a:rPr>
              <a:t>Topic:</a:t>
            </a:r>
            <a:endParaRPr sz="2000" dirty="0">
              <a:latin typeface="Calibri"/>
              <a:cs typeface="Calibri"/>
            </a:endParaRPr>
          </a:p>
          <a:p>
            <a:pPr marL="14604" algn="ctr">
              <a:lnSpc>
                <a:spcPts val="4705"/>
              </a:lnSpc>
            </a:pPr>
            <a:r>
              <a:rPr sz="3950" b="1" spc="10" dirty="0">
                <a:solidFill>
                  <a:srgbClr val="C00000"/>
                </a:solidFill>
                <a:latin typeface="Calibri"/>
                <a:cs typeface="Calibri"/>
              </a:rPr>
              <a:t>NAME</a:t>
            </a:r>
            <a:r>
              <a:rPr sz="3950" b="1" spc="7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950" b="1" spc="10" dirty="0">
                <a:solidFill>
                  <a:srgbClr val="C00000"/>
                </a:solidFill>
                <a:latin typeface="Calibri"/>
                <a:cs typeface="Calibri"/>
              </a:rPr>
              <a:t>OF</a:t>
            </a:r>
            <a:r>
              <a:rPr sz="3950" b="1" spc="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950" b="1" spc="-10" dirty="0">
                <a:solidFill>
                  <a:srgbClr val="C00000"/>
                </a:solidFill>
                <a:latin typeface="Calibri"/>
                <a:cs typeface="Calibri"/>
              </a:rPr>
              <a:t>THE</a:t>
            </a:r>
            <a:r>
              <a:rPr sz="3950" b="1" spc="7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950" b="1" spc="-15" dirty="0">
                <a:solidFill>
                  <a:srgbClr val="C00000"/>
                </a:solidFill>
                <a:latin typeface="Calibri"/>
                <a:cs typeface="Calibri"/>
              </a:rPr>
              <a:t>TOPIC:</a:t>
            </a:r>
            <a:endParaRPr sz="3950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70"/>
              </a:spcBef>
            </a:pPr>
            <a:r>
              <a:rPr sz="3950" b="1" spc="-5" dirty="0">
                <a:solidFill>
                  <a:srgbClr val="00AFEF"/>
                </a:solidFill>
                <a:latin typeface="Times New Roman"/>
                <a:cs typeface="Times New Roman"/>
              </a:rPr>
              <a:t>Stacks</a:t>
            </a:r>
            <a:r>
              <a:rPr sz="3950" b="1" spc="14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3950" b="1" spc="-30" dirty="0">
                <a:solidFill>
                  <a:srgbClr val="00AFEF"/>
                </a:solidFill>
                <a:latin typeface="Times New Roman"/>
                <a:cs typeface="Times New Roman"/>
              </a:rPr>
              <a:t>using</a:t>
            </a:r>
            <a:r>
              <a:rPr sz="3950" b="1" spc="23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3950" b="1" spc="-25" dirty="0">
                <a:solidFill>
                  <a:srgbClr val="00AFEF"/>
                </a:solidFill>
                <a:latin typeface="Times New Roman"/>
                <a:cs typeface="Times New Roman"/>
              </a:rPr>
              <a:t>Linked</a:t>
            </a:r>
            <a:r>
              <a:rPr sz="3950" b="1" spc="23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3950" b="1" spc="10" dirty="0">
                <a:solidFill>
                  <a:srgbClr val="00AFEF"/>
                </a:solidFill>
                <a:latin typeface="Times New Roman"/>
                <a:cs typeface="Times New Roman"/>
              </a:rPr>
              <a:t>List</a:t>
            </a:r>
            <a:endParaRPr sz="3950" dirty="0">
              <a:latin typeface="Times New Roman"/>
              <a:cs typeface="Times New Roman"/>
            </a:endParaRPr>
          </a:p>
          <a:p>
            <a:pPr marL="1484630">
              <a:lnSpc>
                <a:spcPct val="100000"/>
              </a:lnSpc>
              <a:spcBef>
                <a:spcPts val="2805"/>
              </a:spcBef>
            </a:pPr>
            <a:r>
              <a:rPr sz="2400" spc="5" dirty="0">
                <a:solidFill>
                  <a:srgbClr val="FFFFFF"/>
                </a:solidFill>
                <a:latin typeface="Calibri"/>
                <a:cs typeface="Calibri"/>
              </a:rPr>
              <a:t>Session</a:t>
            </a:r>
            <a:r>
              <a:rPr sz="24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2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r>
              <a:rPr lang="en-IN" sz="2400" spc="-2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2400" dirty="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object 12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12192000" y="6810375"/>
                  </a:moveTo>
                  <a:lnTo>
                    <a:pt x="0" y="6810375"/>
                  </a:lnTo>
                  <a:lnTo>
                    <a:pt x="0" y="6858000"/>
                  </a:lnTo>
                  <a:lnTo>
                    <a:pt x="12192000" y="6858000"/>
                  </a:lnTo>
                  <a:lnTo>
                    <a:pt x="12192000" y="6810375"/>
                  </a:lnTo>
                  <a:close/>
                </a:path>
                <a:path w="12192000" h="6858000">
                  <a:moveTo>
                    <a:pt x="12192000" y="0"/>
                  </a:moveTo>
                  <a:lnTo>
                    <a:pt x="0" y="0"/>
                  </a:lnTo>
                  <a:lnTo>
                    <a:pt x="0" y="47625"/>
                  </a:lnTo>
                  <a:lnTo>
                    <a:pt x="12192000" y="47625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924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9075" y="85725"/>
              <a:ext cx="2514600" cy="105727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429125" y="0"/>
            <a:ext cx="3148330" cy="738505"/>
            <a:chOff x="4429125" y="0"/>
            <a:chExt cx="3148330" cy="7385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29125" y="47561"/>
              <a:ext cx="3148076" cy="51911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57700" y="0"/>
              <a:ext cx="3090926" cy="73812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467225" y="85725"/>
              <a:ext cx="3019425" cy="390525"/>
            </a:xfrm>
            <a:custGeom>
              <a:avLst/>
              <a:gdLst/>
              <a:ahLst/>
              <a:cxnLst/>
              <a:rect l="l" t="t" r="r" b="b"/>
              <a:pathLst>
                <a:path w="3019425" h="390525">
                  <a:moveTo>
                    <a:pt x="2954401" y="0"/>
                  </a:moveTo>
                  <a:lnTo>
                    <a:pt x="65150" y="0"/>
                  </a:lnTo>
                  <a:lnTo>
                    <a:pt x="39754" y="5105"/>
                  </a:lnTo>
                  <a:lnTo>
                    <a:pt x="19050" y="19034"/>
                  </a:lnTo>
                  <a:lnTo>
                    <a:pt x="5107" y="39701"/>
                  </a:lnTo>
                  <a:lnTo>
                    <a:pt x="0" y="65024"/>
                  </a:lnTo>
                  <a:lnTo>
                    <a:pt x="0" y="325374"/>
                  </a:lnTo>
                  <a:lnTo>
                    <a:pt x="5107" y="350770"/>
                  </a:lnTo>
                  <a:lnTo>
                    <a:pt x="19050" y="371474"/>
                  </a:lnTo>
                  <a:lnTo>
                    <a:pt x="39754" y="385417"/>
                  </a:lnTo>
                  <a:lnTo>
                    <a:pt x="65150" y="390525"/>
                  </a:lnTo>
                  <a:lnTo>
                    <a:pt x="2954401" y="390525"/>
                  </a:lnTo>
                  <a:lnTo>
                    <a:pt x="2979723" y="385417"/>
                  </a:lnTo>
                  <a:lnTo>
                    <a:pt x="3000390" y="371475"/>
                  </a:lnTo>
                  <a:lnTo>
                    <a:pt x="3014319" y="350770"/>
                  </a:lnTo>
                  <a:lnTo>
                    <a:pt x="3019425" y="325374"/>
                  </a:lnTo>
                  <a:lnTo>
                    <a:pt x="3019425" y="65024"/>
                  </a:lnTo>
                  <a:lnTo>
                    <a:pt x="3014319" y="39701"/>
                  </a:lnTo>
                  <a:lnTo>
                    <a:pt x="3000390" y="19034"/>
                  </a:lnTo>
                  <a:lnTo>
                    <a:pt x="2979723" y="5105"/>
                  </a:lnTo>
                  <a:lnTo>
                    <a:pt x="2954401" y="0"/>
                  </a:lnTo>
                  <a:close/>
                </a:path>
              </a:pathLst>
            </a:custGeom>
            <a:solidFill>
              <a:srgbClr val="B924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668901" y="65341"/>
            <a:ext cx="262064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" dirty="0"/>
              <a:t>AIM</a:t>
            </a:r>
            <a:r>
              <a:rPr spc="-75" dirty="0"/>
              <a:t> </a:t>
            </a:r>
            <a:r>
              <a:rPr spc="-10" dirty="0"/>
              <a:t>OF</a:t>
            </a:r>
            <a:r>
              <a:rPr spc="-20" dirty="0"/>
              <a:t> </a:t>
            </a:r>
            <a:r>
              <a:rPr spc="5" dirty="0"/>
              <a:t>THE</a:t>
            </a:r>
            <a:r>
              <a:rPr spc="-90" dirty="0"/>
              <a:t> </a:t>
            </a:r>
            <a:r>
              <a:rPr spc="5" dirty="0"/>
              <a:t>SESSION</a:t>
            </a: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9162" y="690626"/>
            <a:ext cx="10734675" cy="82867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919162" y="690626"/>
            <a:ext cx="10734675" cy="828675"/>
          </a:xfrm>
          <a:prstGeom prst="rect">
            <a:avLst/>
          </a:prstGeom>
          <a:ln w="9525">
            <a:solidFill>
              <a:srgbClr val="DEEBF7"/>
            </a:solidFill>
          </a:ln>
        </p:spPr>
        <p:txBody>
          <a:bodyPr vert="horz" wrap="square" lIns="0" tIns="120014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944"/>
              </a:spcBef>
            </a:pPr>
            <a:r>
              <a:rPr sz="1550" spc="-50" dirty="0">
                <a:latin typeface="Lucida Sans Unicode"/>
                <a:cs typeface="Lucida Sans Unicode"/>
              </a:rPr>
              <a:t>To</a:t>
            </a:r>
            <a:r>
              <a:rPr sz="1550" spc="5" dirty="0">
                <a:latin typeface="Lucida Sans Unicode"/>
                <a:cs typeface="Lucida Sans Unicode"/>
              </a:rPr>
              <a:t> </a:t>
            </a:r>
            <a:r>
              <a:rPr sz="1550" spc="15" dirty="0">
                <a:latin typeface="Lucida Sans Unicode"/>
                <a:cs typeface="Lucida Sans Unicode"/>
              </a:rPr>
              <a:t>familiarize</a:t>
            </a:r>
            <a:r>
              <a:rPr sz="1550" spc="35" dirty="0">
                <a:latin typeface="Lucida Sans Unicode"/>
                <a:cs typeface="Lucida Sans Unicode"/>
              </a:rPr>
              <a:t> </a:t>
            </a:r>
            <a:r>
              <a:rPr sz="1550" spc="40" dirty="0">
                <a:latin typeface="Lucida Sans Unicode"/>
                <a:cs typeface="Lucida Sans Unicode"/>
              </a:rPr>
              <a:t>students</a:t>
            </a:r>
            <a:r>
              <a:rPr sz="1550" spc="120" dirty="0">
                <a:latin typeface="Lucida Sans Unicode"/>
                <a:cs typeface="Lucida Sans Unicode"/>
              </a:rPr>
              <a:t> </a:t>
            </a:r>
            <a:r>
              <a:rPr sz="1550" spc="15" dirty="0">
                <a:latin typeface="Lucida Sans Unicode"/>
                <a:cs typeface="Lucida Sans Unicode"/>
              </a:rPr>
              <a:t>with</a:t>
            </a:r>
            <a:r>
              <a:rPr sz="1550" spc="-70" dirty="0">
                <a:latin typeface="Lucida Sans Unicode"/>
                <a:cs typeface="Lucida Sans Unicode"/>
              </a:rPr>
              <a:t> </a:t>
            </a:r>
            <a:r>
              <a:rPr sz="1550" spc="45" dirty="0">
                <a:latin typeface="Lucida Sans Unicode"/>
                <a:cs typeface="Lucida Sans Unicode"/>
              </a:rPr>
              <a:t>the</a:t>
            </a:r>
            <a:r>
              <a:rPr sz="1550" spc="40" dirty="0">
                <a:latin typeface="Lucida Sans Unicode"/>
                <a:cs typeface="Lucida Sans Unicode"/>
              </a:rPr>
              <a:t> </a:t>
            </a:r>
            <a:r>
              <a:rPr sz="1550" spc="75" dirty="0">
                <a:latin typeface="Lucida Sans Unicode"/>
                <a:cs typeface="Lucida Sans Unicode"/>
              </a:rPr>
              <a:t>basic</a:t>
            </a:r>
            <a:r>
              <a:rPr sz="1550" spc="55" dirty="0">
                <a:latin typeface="Lucida Sans Unicode"/>
                <a:cs typeface="Lucida Sans Unicode"/>
              </a:rPr>
              <a:t> </a:t>
            </a:r>
            <a:r>
              <a:rPr sz="1550" spc="80" dirty="0">
                <a:latin typeface="Lucida Sans Unicode"/>
                <a:cs typeface="Lucida Sans Unicode"/>
              </a:rPr>
              <a:t>concept</a:t>
            </a:r>
            <a:r>
              <a:rPr sz="1550" spc="70" dirty="0">
                <a:latin typeface="Lucida Sans Unicode"/>
                <a:cs typeface="Lucida Sans Unicode"/>
              </a:rPr>
              <a:t> </a:t>
            </a:r>
            <a:r>
              <a:rPr sz="1550" spc="-15" dirty="0">
                <a:latin typeface="Lucida Sans Unicode"/>
                <a:cs typeface="Lucida Sans Unicode"/>
              </a:rPr>
              <a:t>of</a:t>
            </a:r>
            <a:r>
              <a:rPr sz="1550" spc="45" dirty="0">
                <a:latin typeface="Lucida Sans Unicode"/>
                <a:cs typeface="Lucida Sans Unicode"/>
              </a:rPr>
              <a:t> </a:t>
            </a:r>
            <a:r>
              <a:rPr sz="1550" spc="65" dirty="0">
                <a:latin typeface="Lucida Sans Unicode"/>
                <a:cs typeface="Lucida Sans Unicode"/>
              </a:rPr>
              <a:t>stack</a:t>
            </a:r>
            <a:r>
              <a:rPr sz="1550" spc="-25" dirty="0">
                <a:latin typeface="Lucida Sans Unicode"/>
                <a:cs typeface="Lucida Sans Unicode"/>
              </a:rPr>
              <a:t> </a:t>
            </a:r>
            <a:r>
              <a:rPr sz="1550" spc="35" dirty="0">
                <a:latin typeface="Lucida Sans Unicode"/>
                <a:cs typeface="Lucida Sans Unicode"/>
              </a:rPr>
              <a:t>operations</a:t>
            </a:r>
            <a:r>
              <a:rPr sz="1550" spc="195" dirty="0">
                <a:latin typeface="Lucida Sans Unicode"/>
                <a:cs typeface="Lucida Sans Unicode"/>
              </a:rPr>
              <a:t> </a:t>
            </a:r>
            <a:r>
              <a:rPr sz="1550" spc="15" dirty="0">
                <a:latin typeface="Lucida Sans Unicode"/>
                <a:cs typeface="Lucida Sans Unicode"/>
              </a:rPr>
              <a:t>using</a:t>
            </a:r>
            <a:r>
              <a:rPr sz="1550" spc="10" dirty="0">
                <a:latin typeface="Lucida Sans Unicode"/>
                <a:cs typeface="Lucida Sans Unicode"/>
              </a:rPr>
              <a:t> </a:t>
            </a:r>
            <a:r>
              <a:rPr sz="1550" spc="-20" dirty="0">
                <a:latin typeface="Lucida Sans Unicode"/>
                <a:cs typeface="Lucida Sans Unicode"/>
              </a:rPr>
              <a:t>Linked</a:t>
            </a:r>
            <a:r>
              <a:rPr sz="1550" spc="25" dirty="0">
                <a:latin typeface="Lucida Sans Unicode"/>
                <a:cs typeface="Lucida Sans Unicode"/>
              </a:rPr>
              <a:t> </a:t>
            </a:r>
            <a:r>
              <a:rPr sz="1550" spc="-30" dirty="0">
                <a:latin typeface="Lucida Sans Unicode"/>
                <a:cs typeface="Lucida Sans Unicode"/>
              </a:rPr>
              <a:t>Lists</a:t>
            </a:r>
            <a:endParaRPr sz="1550">
              <a:latin typeface="Lucida Sans Unicode"/>
              <a:cs typeface="Lucida Sans Unicode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095750" y="1695386"/>
            <a:ext cx="4034154" cy="767080"/>
            <a:chOff x="4095750" y="1695386"/>
            <a:chExt cx="4034154" cy="767080"/>
          </a:xfrm>
        </p:grpSpPr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124325" y="1771586"/>
              <a:ext cx="3995801" cy="51911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095750" y="1695386"/>
              <a:ext cx="4033901" cy="76676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162425" y="1809749"/>
              <a:ext cx="3867150" cy="390525"/>
            </a:xfrm>
            <a:custGeom>
              <a:avLst/>
              <a:gdLst/>
              <a:ahLst/>
              <a:cxnLst/>
              <a:rect l="l" t="t" r="r" b="b"/>
              <a:pathLst>
                <a:path w="3867150" h="390525">
                  <a:moveTo>
                    <a:pt x="3802126" y="0"/>
                  </a:moveTo>
                  <a:lnTo>
                    <a:pt x="65024" y="0"/>
                  </a:lnTo>
                  <a:lnTo>
                    <a:pt x="39701" y="5105"/>
                  </a:lnTo>
                  <a:lnTo>
                    <a:pt x="19034" y="19034"/>
                  </a:lnTo>
                  <a:lnTo>
                    <a:pt x="5105" y="39701"/>
                  </a:lnTo>
                  <a:lnTo>
                    <a:pt x="0" y="65024"/>
                  </a:lnTo>
                  <a:lnTo>
                    <a:pt x="0" y="325374"/>
                  </a:lnTo>
                  <a:lnTo>
                    <a:pt x="5105" y="350770"/>
                  </a:lnTo>
                  <a:lnTo>
                    <a:pt x="19034" y="371474"/>
                  </a:lnTo>
                  <a:lnTo>
                    <a:pt x="39701" y="385417"/>
                  </a:lnTo>
                  <a:lnTo>
                    <a:pt x="65024" y="390525"/>
                  </a:lnTo>
                  <a:lnTo>
                    <a:pt x="3802126" y="390525"/>
                  </a:lnTo>
                  <a:lnTo>
                    <a:pt x="3827448" y="385417"/>
                  </a:lnTo>
                  <a:lnTo>
                    <a:pt x="3848115" y="371475"/>
                  </a:lnTo>
                  <a:lnTo>
                    <a:pt x="3862044" y="350770"/>
                  </a:lnTo>
                  <a:lnTo>
                    <a:pt x="3867150" y="325374"/>
                  </a:lnTo>
                  <a:lnTo>
                    <a:pt x="3867150" y="65024"/>
                  </a:lnTo>
                  <a:lnTo>
                    <a:pt x="3862044" y="39701"/>
                  </a:lnTo>
                  <a:lnTo>
                    <a:pt x="3848115" y="19034"/>
                  </a:lnTo>
                  <a:lnTo>
                    <a:pt x="3827448" y="5105"/>
                  </a:lnTo>
                  <a:lnTo>
                    <a:pt x="3802126" y="0"/>
                  </a:lnTo>
                  <a:close/>
                </a:path>
              </a:pathLst>
            </a:custGeom>
            <a:solidFill>
              <a:srgbClr val="B924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309490" y="1790382"/>
            <a:ext cx="356552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400" spc="15" dirty="0">
                <a:solidFill>
                  <a:srgbClr val="FFFFFF"/>
                </a:solidFill>
                <a:latin typeface="Calibri"/>
                <a:cs typeface="Calibri"/>
              </a:rPr>
              <a:t>NS</a:t>
            </a:r>
            <a:r>
              <a:rPr sz="2400" spc="2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400" spc="-3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400" spc="30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400" spc="2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400" spc="-2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400" spc="2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400" spc="3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400" spc="-20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400" spc="-35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r>
              <a:rPr sz="2400" spc="-20" dirty="0">
                <a:solidFill>
                  <a:srgbClr val="FFFFFF"/>
                </a:solidFill>
                <a:latin typeface="Calibri"/>
                <a:cs typeface="Calibri"/>
              </a:rPr>
              <a:t>J</a:t>
            </a:r>
            <a:r>
              <a:rPr sz="2400" spc="2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400" spc="2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400" spc="-15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2400" spc="2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695450" y="2371598"/>
            <a:ext cx="9044305" cy="2005330"/>
            <a:chOff x="1695450" y="2371598"/>
            <a:chExt cx="9044305" cy="2005330"/>
          </a:xfrm>
        </p:grpSpPr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24025" y="2371598"/>
              <a:ext cx="8929751" cy="195745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695450" y="2543048"/>
              <a:ext cx="9044051" cy="1833626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757426" y="2443226"/>
              <a:ext cx="8791575" cy="1819275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757426" y="2443226"/>
              <a:ext cx="8791575" cy="1819275"/>
            </a:xfrm>
            <a:custGeom>
              <a:avLst/>
              <a:gdLst/>
              <a:ahLst/>
              <a:cxnLst/>
              <a:rect l="l" t="t" r="r" b="b"/>
              <a:pathLst>
                <a:path w="8791575" h="1819275">
                  <a:moveTo>
                    <a:pt x="0" y="1819275"/>
                  </a:moveTo>
                  <a:lnTo>
                    <a:pt x="8791575" y="1819275"/>
                  </a:lnTo>
                  <a:lnTo>
                    <a:pt x="8791575" y="0"/>
                  </a:lnTo>
                  <a:lnTo>
                    <a:pt x="0" y="0"/>
                  </a:lnTo>
                  <a:lnTo>
                    <a:pt x="0" y="1819275"/>
                  </a:lnTo>
                  <a:close/>
                </a:path>
              </a:pathLst>
            </a:custGeom>
            <a:ln w="9525">
              <a:solidFill>
                <a:srgbClr val="DEEB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832610" y="2553271"/>
            <a:ext cx="8627745" cy="1647189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sz="1550" spc="-50" dirty="0">
                <a:latin typeface="Lucida Sans Unicode"/>
                <a:cs typeface="Lucida Sans Unicode"/>
              </a:rPr>
              <a:t>This</a:t>
            </a:r>
            <a:r>
              <a:rPr sz="1550" spc="20" dirty="0">
                <a:latin typeface="Lucida Sans Unicode"/>
                <a:cs typeface="Lucida Sans Unicode"/>
              </a:rPr>
              <a:t> </a:t>
            </a:r>
            <a:r>
              <a:rPr sz="1550" spc="30" dirty="0">
                <a:latin typeface="Lucida Sans Unicode"/>
                <a:cs typeface="Lucida Sans Unicode"/>
              </a:rPr>
              <a:t>Session</a:t>
            </a:r>
            <a:r>
              <a:rPr sz="1550" spc="65" dirty="0">
                <a:latin typeface="Lucida Sans Unicode"/>
                <a:cs typeface="Lucida Sans Unicode"/>
              </a:rPr>
              <a:t> </a:t>
            </a:r>
            <a:r>
              <a:rPr sz="1550" spc="-25" dirty="0">
                <a:latin typeface="Lucida Sans Unicode"/>
                <a:cs typeface="Lucida Sans Unicode"/>
              </a:rPr>
              <a:t>is</a:t>
            </a:r>
            <a:r>
              <a:rPr sz="1550" spc="-55" dirty="0">
                <a:latin typeface="Lucida Sans Unicode"/>
                <a:cs typeface="Lucida Sans Unicode"/>
              </a:rPr>
              <a:t> </a:t>
            </a:r>
            <a:r>
              <a:rPr sz="1550" spc="55" dirty="0">
                <a:latin typeface="Lucida Sans Unicode"/>
                <a:cs typeface="Lucida Sans Unicode"/>
              </a:rPr>
              <a:t>designed</a:t>
            </a:r>
            <a:r>
              <a:rPr sz="1550" spc="150" dirty="0">
                <a:latin typeface="Lucida Sans Unicode"/>
                <a:cs typeface="Lucida Sans Unicode"/>
              </a:rPr>
              <a:t> </a:t>
            </a:r>
            <a:r>
              <a:rPr sz="1550" spc="-40" dirty="0">
                <a:latin typeface="Lucida Sans Unicode"/>
                <a:cs typeface="Lucida Sans Unicode"/>
              </a:rPr>
              <a:t>to:</a:t>
            </a:r>
            <a:endParaRPr sz="1550">
              <a:latin typeface="Lucida Sans Unicode"/>
              <a:cs typeface="Lucida Sans Unicode"/>
            </a:endParaRPr>
          </a:p>
          <a:p>
            <a:pPr marL="355600" indent="-343535">
              <a:lnSpc>
                <a:spcPct val="100000"/>
              </a:lnSpc>
              <a:spcBef>
                <a:spcPts val="695"/>
              </a:spcBef>
              <a:buAutoNum type="arabicPeriod"/>
              <a:tabLst>
                <a:tab pos="355600" algn="l"/>
                <a:tab pos="356235" algn="l"/>
              </a:tabLst>
            </a:pPr>
            <a:r>
              <a:rPr sz="1550" spc="5" dirty="0">
                <a:latin typeface="Arial MT"/>
                <a:cs typeface="Arial MT"/>
              </a:rPr>
              <a:t>Demonstrate</a:t>
            </a:r>
            <a:r>
              <a:rPr sz="1550" spc="185" dirty="0">
                <a:latin typeface="Arial MT"/>
                <a:cs typeface="Arial MT"/>
              </a:rPr>
              <a:t> </a:t>
            </a:r>
            <a:r>
              <a:rPr sz="1550" spc="5" dirty="0">
                <a:latin typeface="Arial MT"/>
                <a:cs typeface="Arial MT"/>
              </a:rPr>
              <a:t>how</a:t>
            </a:r>
            <a:r>
              <a:rPr sz="1550" spc="75" dirty="0">
                <a:latin typeface="Arial MT"/>
                <a:cs typeface="Arial MT"/>
              </a:rPr>
              <a:t> </a:t>
            </a:r>
            <a:r>
              <a:rPr sz="1550" spc="15" dirty="0">
                <a:latin typeface="Arial MT"/>
                <a:cs typeface="Arial MT"/>
              </a:rPr>
              <a:t>to</a:t>
            </a:r>
            <a:r>
              <a:rPr sz="1550" spc="40" dirty="0">
                <a:latin typeface="Arial MT"/>
                <a:cs typeface="Arial MT"/>
              </a:rPr>
              <a:t> </a:t>
            </a:r>
            <a:r>
              <a:rPr sz="1550" spc="-25" dirty="0">
                <a:latin typeface="Arial MT"/>
                <a:cs typeface="Arial MT"/>
              </a:rPr>
              <a:t>implement</a:t>
            </a:r>
            <a:r>
              <a:rPr sz="1550" spc="15" dirty="0">
                <a:latin typeface="Arial MT"/>
                <a:cs typeface="Arial MT"/>
              </a:rPr>
              <a:t> a</a:t>
            </a:r>
            <a:r>
              <a:rPr sz="1550" spc="40" dirty="0">
                <a:latin typeface="Arial MT"/>
                <a:cs typeface="Arial MT"/>
              </a:rPr>
              <a:t> </a:t>
            </a:r>
            <a:r>
              <a:rPr sz="1550" spc="25" dirty="0">
                <a:latin typeface="Arial MT"/>
                <a:cs typeface="Arial MT"/>
              </a:rPr>
              <a:t>stack</a:t>
            </a:r>
            <a:r>
              <a:rPr sz="1550" spc="-1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using</a:t>
            </a:r>
            <a:r>
              <a:rPr sz="1550" spc="120" dirty="0">
                <a:latin typeface="Arial MT"/>
                <a:cs typeface="Arial MT"/>
              </a:rPr>
              <a:t> </a:t>
            </a:r>
            <a:r>
              <a:rPr sz="1550" spc="15" dirty="0">
                <a:latin typeface="Arial MT"/>
                <a:cs typeface="Arial MT"/>
              </a:rPr>
              <a:t>a</a:t>
            </a:r>
            <a:r>
              <a:rPr sz="1550" spc="45" dirty="0">
                <a:latin typeface="Arial MT"/>
                <a:cs typeface="Arial MT"/>
              </a:rPr>
              <a:t> </a:t>
            </a:r>
            <a:r>
              <a:rPr sz="1550" spc="-10" dirty="0">
                <a:latin typeface="Arial MT"/>
                <a:cs typeface="Arial MT"/>
              </a:rPr>
              <a:t>linked</a:t>
            </a:r>
            <a:r>
              <a:rPr sz="1550" spc="120" dirty="0">
                <a:latin typeface="Arial MT"/>
                <a:cs typeface="Arial MT"/>
              </a:rPr>
              <a:t> </a:t>
            </a:r>
            <a:r>
              <a:rPr sz="1550" spc="10" dirty="0">
                <a:latin typeface="Arial MT"/>
                <a:cs typeface="Arial MT"/>
              </a:rPr>
              <a:t>list.</a:t>
            </a:r>
            <a:endParaRPr sz="1550">
              <a:latin typeface="Arial MT"/>
              <a:cs typeface="Arial MT"/>
            </a:endParaRPr>
          </a:p>
          <a:p>
            <a:pPr marL="355600" marR="5080" indent="-343535">
              <a:lnSpc>
                <a:spcPct val="100899"/>
              </a:lnSpc>
              <a:spcBef>
                <a:spcPts val="75"/>
              </a:spcBef>
              <a:buAutoNum type="arabicPeriod"/>
              <a:tabLst>
                <a:tab pos="355600" algn="l"/>
                <a:tab pos="356235" algn="l"/>
                <a:tab pos="3872865" algn="l"/>
                <a:tab pos="7018655" algn="l"/>
                <a:tab pos="7886065" algn="l"/>
              </a:tabLst>
            </a:pPr>
            <a:r>
              <a:rPr sz="1550" spc="5" dirty="0">
                <a:latin typeface="Arial MT"/>
                <a:cs typeface="Arial MT"/>
              </a:rPr>
              <a:t>D</a:t>
            </a:r>
            <a:r>
              <a:rPr sz="1550" spc="25" dirty="0">
                <a:latin typeface="Arial MT"/>
                <a:cs typeface="Arial MT"/>
              </a:rPr>
              <a:t>i</a:t>
            </a:r>
            <a:r>
              <a:rPr sz="1550" spc="45" dirty="0">
                <a:latin typeface="Arial MT"/>
                <a:cs typeface="Arial MT"/>
              </a:rPr>
              <a:t>sc</a:t>
            </a:r>
            <a:r>
              <a:rPr sz="1550" spc="-40" dirty="0">
                <a:latin typeface="Arial MT"/>
                <a:cs typeface="Arial MT"/>
              </a:rPr>
              <a:t>u</a:t>
            </a:r>
            <a:r>
              <a:rPr sz="1550" spc="45" dirty="0">
                <a:latin typeface="Arial MT"/>
                <a:cs typeface="Arial MT"/>
              </a:rPr>
              <a:t>s</a:t>
            </a:r>
            <a:r>
              <a:rPr sz="1550" spc="10" dirty="0">
                <a:latin typeface="Arial MT"/>
                <a:cs typeface="Arial MT"/>
              </a:rPr>
              <a:t>s</a:t>
            </a:r>
            <a:r>
              <a:rPr sz="1550" dirty="0">
                <a:latin typeface="Arial MT"/>
                <a:cs typeface="Arial MT"/>
              </a:rPr>
              <a:t> </a:t>
            </a:r>
            <a:r>
              <a:rPr sz="1550" spc="75" dirty="0">
                <a:latin typeface="Arial MT"/>
                <a:cs typeface="Arial MT"/>
              </a:rPr>
              <a:t> </a:t>
            </a:r>
            <a:r>
              <a:rPr sz="1550" spc="15" dirty="0">
                <a:latin typeface="Arial MT"/>
                <a:cs typeface="Arial MT"/>
              </a:rPr>
              <a:t>t</a:t>
            </a:r>
            <a:r>
              <a:rPr sz="1550" spc="-40" dirty="0">
                <a:latin typeface="Arial MT"/>
                <a:cs typeface="Arial MT"/>
              </a:rPr>
              <a:t>h</a:t>
            </a:r>
            <a:r>
              <a:rPr sz="1550" spc="10" dirty="0">
                <a:latin typeface="Arial MT"/>
                <a:cs typeface="Arial MT"/>
              </a:rPr>
              <a:t>e</a:t>
            </a:r>
            <a:r>
              <a:rPr sz="1550" dirty="0">
                <a:latin typeface="Arial MT"/>
                <a:cs typeface="Arial MT"/>
              </a:rPr>
              <a:t> </a:t>
            </a:r>
            <a:r>
              <a:rPr sz="1550" spc="60" dirty="0">
                <a:latin typeface="Arial MT"/>
                <a:cs typeface="Arial MT"/>
              </a:rPr>
              <a:t> </a:t>
            </a:r>
            <a:r>
              <a:rPr sz="1550" spc="110" dirty="0">
                <a:latin typeface="Arial MT"/>
                <a:cs typeface="Arial MT"/>
              </a:rPr>
              <a:t>a</a:t>
            </a:r>
            <a:r>
              <a:rPr sz="1550" spc="-40" dirty="0">
                <a:latin typeface="Arial MT"/>
                <a:cs typeface="Arial MT"/>
              </a:rPr>
              <a:t>d</a:t>
            </a:r>
            <a:r>
              <a:rPr sz="1550" spc="45" dirty="0">
                <a:latin typeface="Arial MT"/>
                <a:cs typeface="Arial MT"/>
              </a:rPr>
              <a:t>v</a:t>
            </a:r>
            <a:r>
              <a:rPr sz="1550" spc="35" dirty="0">
                <a:latin typeface="Arial MT"/>
                <a:cs typeface="Arial MT"/>
              </a:rPr>
              <a:t>a</a:t>
            </a:r>
            <a:r>
              <a:rPr sz="1550" spc="-40" dirty="0">
                <a:latin typeface="Arial MT"/>
                <a:cs typeface="Arial MT"/>
              </a:rPr>
              <a:t>n</a:t>
            </a:r>
            <a:r>
              <a:rPr sz="1550" spc="15" dirty="0">
                <a:latin typeface="Arial MT"/>
                <a:cs typeface="Arial MT"/>
              </a:rPr>
              <a:t>t</a:t>
            </a:r>
            <a:r>
              <a:rPr sz="1550" spc="110" dirty="0">
                <a:latin typeface="Arial MT"/>
                <a:cs typeface="Arial MT"/>
              </a:rPr>
              <a:t>a</a:t>
            </a:r>
            <a:r>
              <a:rPr sz="1550" spc="-40" dirty="0">
                <a:latin typeface="Arial MT"/>
                <a:cs typeface="Arial MT"/>
              </a:rPr>
              <a:t>g</a:t>
            </a:r>
            <a:r>
              <a:rPr sz="1550" spc="35" dirty="0">
                <a:latin typeface="Arial MT"/>
                <a:cs typeface="Arial MT"/>
              </a:rPr>
              <a:t>e</a:t>
            </a:r>
            <a:r>
              <a:rPr sz="1550" spc="10" dirty="0">
                <a:latin typeface="Arial MT"/>
                <a:cs typeface="Arial MT"/>
              </a:rPr>
              <a:t>s</a:t>
            </a:r>
            <a:r>
              <a:rPr sz="1550" dirty="0">
                <a:latin typeface="Arial MT"/>
                <a:cs typeface="Arial MT"/>
              </a:rPr>
              <a:t> </a:t>
            </a:r>
            <a:r>
              <a:rPr sz="1550" spc="70" dirty="0">
                <a:latin typeface="Arial MT"/>
                <a:cs typeface="Arial MT"/>
              </a:rPr>
              <a:t> </a:t>
            </a:r>
            <a:r>
              <a:rPr sz="1550" spc="30" dirty="0">
                <a:latin typeface="Arial MT"/>
                <a:cs typeface="Arial MT"/>
              </a:rPr>
              <a:t>o</a:t>
            </a:r>
            <a:r>
              <a:rPr sz="1550" spc="5" dirty="0">
                <a:latin typeface="Arial MT"/>
                <a:cs typeface="Arial MT"/>
              </a:rPr>
              <a:t>f</a:t>
            </a:r>
            <a:r>
              <a:rPr sz="1550" dirty="0">
                <a:latin typeface="Arial MT"/>
                <a:cs typeface="Arial MT"/>
              </a:rPr>
              <a:t> </a:t>
            </a:r>
            <a:r>
              <a:rPr sz="1550" spc="125" dirty="0">
                <a:latin typeface="Arial MT"/>
                <a:cs typeface="Arial MT"/>
              </a:rPr>
              <a:t> </a:t>
            </a:r>
            <a:r>
              <a:rPr sz="1550" spc="-45" dirty="0">
                <a:latin typeface="Arial MT"/>
                <a:cs typeface="Arial MT"/>
              </a:rPr>
              <a:t>u</a:t>
            </a:r>
            <a:r>
              <a:rPr sz="1550" spc="45" dirty="0">
                <a:latin typeface="Arial MT"/>
                <a:cs typeface="Arial MT"/>
              </a:rPr>
              <a:t>s</a:t>
            </a:r>
            <a:r>
              <a:rPr sz="1550" spc="25" dirty="0">
                <a:latin typeface="Arial MT"/>
                <a:cs typeface="Arial MT"/>
              </a:rPr>
              <a:t>i</a:t>
            </a:r>
            <a:r>
              <a:rPr sz="1550" spc="30" dirty="0">
                <a:latin typeface="Arial MT"/>
                <a:cs typeface="Arial MT"/>
              </a:rPr>
              <a:t>n</a:t>
            </a:r>
            <a:r>
              <a:rPr sz="1550" spc="10" dirty="0">
                <a:latin typeface="Arial MT"/>
                <a:cs typeface="Arial MT"/>
              </a:rPr>
              <a:t>g</a:t>
            </a:r>
            <a:r>
              <a:rPr sz="1550" dirty="0">
                <a:latin typeface="Arial MT"/>
                <a:cs typeface="Arial MT"/>
              </a:rPr>
              <a:t> </a:t>
            </a:r>
            <a:r>
              <a:rPr sz="1550" spc="-5" dirty="0">
                <a:latin typeface="Arial MT"/>
                <a:cs typeface="Arial MT"/>
              </a:rPr>
              <a:t> </a:t>
            </a:r>
            <a:r>
              <a:rPr sz="1550" spc="10" dirty="0">
                <a:latin typeface="Arial MT"/>
                <a:cs typeface="Arial MT"/>
              </a:rPr>
              <a:t>a</a:t>
            </a:r>
            <a:r>
              <a:rPr sz="1550" dirty="0">
                <a:latin typeface="Arial MT"/>
                <a:cs typeface="Arial MT"/>
              </a:rPr>
              <a:t>	</a:t>
            </a:r>
            <a:r>
              <a:rPr sz="1550" spc="-50" dirty="0">
                <a:latin typeface="Arial MT"/>
                <a:cs typeface="Arial MT"/>
              </a:rPr>
              <a:t>l</a:t>
            </a:r>
            <a:r>
              <a:rPr sz="1550" spc="100" dirty="0">
                <a:latin typeface="Arial MT"/>
                <a:cs typeface="Arial MT"/>
              </a:rPr>
              <a:t>i</a:t>
            </a:r>
            <a:r>
              <a:rPr sz="1550" spc="30" dirty="0">
                <a:latin typeface="Arial MT"/>
                <a:cs typeface="Arial MT"/>
              </a:rPr>
              <a:t>n</a:t>
            </a:r>
            <a:r>
              <a:rPr sz="1550" spc="-30" dirty="0">
                <a:latin typeface="Arial MT"/>
                <a:cs typeface="Arial MT"/>
              </a:rPr>
              <a:t>k</a:t>
            </a:r>
            <a:r>
              <a:rPr sz="1550" spc="30" dirty="0">
                <a:latin typeface="Arial MT"/>
                <a:cs typeface="Arial MT"/>
              </a:rPr>
              <a:t>e</a:t>
            </a:r>
            <a:r>
              <a:rPr sz="1550" spc="10" dirty="0">
                <a:latin typeface="Arial MT"/>
                <a:cs typeface="Arial MT"/>
              </a:rPr>
              <a:t>d</a:t>
            </a:r>
            <a:r>
              <a:rPr sz="1550" dirty="0">
                <a:latin typeface="Arial MT"/>
                <a:cs typeface="Arial MT"/>
              </a:rPr>
              <a:t> </a:t>
            </a:r>
            <a:r>
              <a:rPr sz="1550" spc="70" dirty="0">
                <a:latin typeface="Arial MT"/>
                <a:cs typeface="Arial MT"/>
              </a:rPr>
              <a:t> </a:t>
            </a:r>
            <a:r>
              <a:rPr sz="1550" spc="-50" dirty="0">
                <a:latin typeface="Arial MT"/>
                <a:cs typeface="Arial MT"/>
              </a:rPr>
              <a:t>l</a:t>
            </a:r>
            <a:r>
              <a:rPr sz="1550" spc="30" dirty="0">
                <a:latin typeface="Arial MT"/>
                <a:cs typeface="Arial MT"/>
              </a:rPr>
              <a:t>i</a:t>
            </a:r>
            <a:r>
              <a:rPr sz="1550" spc="45" dirty="0">
                <a:latin typeface="Arial MT"/>
                <a:cs typeface="Arial MT"/>
              </a:rPr>
              <a:t>s</a:t>
            </a:r>
            <a:r>
              <a:rPr sz="1550" spc="5" dirty="0">
                <a:latin typeface="Arial MT"/>
                <a:cs typeface="Arial MT"/>
              </a:rPr>
              <a:t>t</a:t>
            </a:r>
            <a:r>
              <a:rPr sz="1550" dirty="0">
                <a:latin typeface="Arial MT"/>
                <a:cs typeface="Arial MT"/>
              </a:rPr>
              <a:t> </a:t>
            </a:r>
            <a:r>
              <a:rPr sz="1550" spc="50" dirty="0">
                <a:latin typeface="Arial MT"/>
                <a:cs typeface="Arial MT"/>
              </a:rPr>
              <a:t> </a:t>
            </a:r>
            <a:r>
              <a:rPr sz="1550" spc="15" dirty="0">
                <a:latin typeface="Arial MT"/>
                <a:cs typeface="Arial MT"/>
              </a:rPr>
              <a:t>f</a:t>
            </a:r>
            <a:r>
              <a:rPr sz="1550" spc="35" dirty="0">
                <a:latin typeface="Arial MT"/>
                <a:cs typeface="Arial MT"/>
              </a:rPr>
              <a:t>o</a:t>
            </a:r>
            <a:r>
              <a:rPr sz="1550" spc="5" dirty="0">
                <a:latin typeface="Arial MT"/>
                <a:cs typeface="Arial MT"/>
              </a:rPr>
              <a:t>r</a:t>
            </a:r>
            <a:r>
              <a:rPr sz="1550" dirty="0">
                <a:latin typeface="Arial MT"/>
                <a:cs typeface="Arial MT"/>
              </a:rPr>
              <a:t> </a:t>
            </a:r>
            <a:r>
              <a:rPr sz="1550" spc="114" dirty="0">
                <a:latin typeface="Arial MT"/>
                <a:cs typeface="Arial MT"/>
              </a:rPr>
              <a:t> </a:t>
            </a:r>
            <a:r>
              <a:rPr sz="1550" spc="10" dirty="0">
                <a:latin typeface="Arial MT"/>
                <a:cs typeface="Arial MT"/>
              </a:rPr>
              <a:t>a</a:t>
            </a:r>
            <a:r>
              <a:rPr sz="1550" dirty="0">
                <a:latin typeface="Arial MT"/>
                <a:cs typeface="Arial MT"/>
              </a:rPr>
              <a:t> </a:t>
            </a:r>
            <a:r>
              <a:rPr sz="1550" spc="65" dirty="0">
                <a:latin typeface="Arial MT"/>
                <a:cs typeface="Arial MT"/>
              </a:rPr>
              <a:t> </a:t>
            </a:r>
            <a:r>
              <a:rPr sz="1550" spc="45" dirty="0">
                <a:latin typeface="Arial MT"/>
                <a:cs typeface="Arial MT"/>
              </a:rPr>
              <a:t>s</a:t>
            </a:r>
            <a:r>
              <a:rPr sz="1550" spc="15" dirty="0">
                <a:latin typeface="Arial MT"/>
                <a:cs typeface="Arial MT"/>
              </a:rPr>
              <a:t>t</a:t>
            </a:r>
            <a:r>
              <a:rPr sz="1550" spc="30" dirty="0">
                <a:latin typeface="Arial MT"/>
                <a:cs typeface="Arial MT"/>
              </a:rPr>
              <a:t>a</a:t>
            </a:r>
            <a:r>
              <a:rPr sz="1550" spc="45" dirty="0">
                <a:latin typeface="Arial MT"/>
                <a:cs typeface="Arial MT"/>
              </a:rPr>
              <a:t>c</a:t>
            </a:r>
            <a:r>
              <a:rPr sz="1550" spc="-30" dirty="0">
                <a:latin typeface="Arial MT"/>
                <a:cs typeface="Arial MT"/>
              </a:rPr>
              <a:t>k</a:t>
            </a:r>
            <a:r>
              <a:rPr sz="1550" spc="5" dirty="0">
                <a:latin typeface="Arial MT"/>
                <a:cs typeface="Arial MT"/>
              </a:rPr>
              <a:t>,</a:t>
            </a:r>
            <a:r>
              <a:rPr sz="1550" dirty="0">
                <a:latin typeface="Arial MT"/>
                <a:cs typeface="Arial MT"/>
              </a:rPr>
              <a:t> </a:t>
            </a:r>
            <a:r>
              <a:rPr sz="1550" spc="55" dirty="0">
                <a:latin typeface="Arial MT"/>
                <a:cs typeface="Arial MT"/>
              </a:rPr>
              <a:t> </a:t>
            </a:r>
            <a:r>
              <a:rPr sz="1550" spc="120" dirty="0">
                <a:latin typeface="Arial MT"/>
                <a:cs typeface="Arial MT"/>
              </a:rPr>
              <a:t>s</a:t>
            </a:r>
            <a:r>
              <a:rPr sz="1550" spc="-40" dirty="0">
                <a:latin typeface="Arial MT"/>
                <a:cs typeface="Arial MT"/>
              </a:rPr>
              <a:t>u</a:t>
            </a:r>
            <a:r>
              <a:rPr sz="1550" spc="45" dirty="0">
                <a:latin typeface="Arial MT"/>
                <a:cs typeface="Arial MT"/>
              </a:rPr>
              <a:t>c</a:t>
            </a:r>
            <a:r>
              <a:rPr sz="1550" spc="10" dirty="0">
                <a:latin typeface="Arial MT"/>
                <a:cs typeface="Arial MT"/>
              </a:rPr>
              <a:t>h</a:t>
            </a:r>
            <a:r>
              <a:rPr sz="1550" dirty="0">
                <a:latin typeface="Arial MT"/>
                <a:cs typeface="Arial MT"/>
              </a:rPr>
              <a:t> </a:t>
            </a:r>
            <a:r>
              <a:rPr sz="1550" spc="60" dirty="0">
                <a:latin typeface="Arial MT"/>
                <a:cs typeface="Arial MT"/>
              </a:rPr>
              <a:t> </a:t>
            </a:r>
            <a:r>
              <a:rPr sz="1550" spc="30" dirty="0">
                <a:latin typeface="Arial MT"/>
                <a:cs typeface="Arial MT"/>
              </a:rPr>
              <a:t>a</a:t>
            </a:r>
            <a:r>
              <a:rPr sz="1550" spc="10" dirty="0">
                <a:latin typeface="Arial MT"/>
                <a:cs typeface="Arial MT"/>
              </a:rPr>
              <a:t>s</a:t>
            </a:r>
            <a:r>
              <a:rPr sz="1550" dirty="0">
                <a:latin typeface="Arial MT"/>
                <a:cs typeface="Arial MT"/>
              </a:rPr>
              <a:t>	</a:t>
            </a:r>
            <a:r>
              <a:rPr sz="1550" spc="-40" dirty="0">
                <a:latin typeface="Arial MT"/>
                <a:cs typeface="Arial MT"/>
              </a:rPr>
              <a:t>d</a:t>
            </a:r>
            <a:r>
              <a:rPr sz="1550" spc="45" dirty="0">
                <a:latin typeface="Arial MT"/>
                <a:cs typeface="Arial MT"/>
              </a:rPr>
              <a:t>y</a:t>
            </a:r>
            <a:r>
              <a:rPr sz="1550" spc="-40" dirty="0">
                <a:latin typeface="Arial MT"/>
                <a:cs typeface="Arial MT"/>
              </a:rPr>
              <a:t>n</a:t>
            </a:r>
            <a:r>
              <a:rPr sz="1550" spc="110" dirty="0">
                <a:latin typeface="Arial MT"/>
                <a:cs typeface="Arial MT"/>
              </a:rPr>
              <a:t>a</a:t>
            </a:r>
            <a:r>
              <a:rPr sz="1550" spc="-95" dirty="0">
                <a:latin typeface="Arial MT"/>
                <a:cs typeface="Arial MT"/>
              </a:rPr>
              <a:t>m</a:t>
            </a:r>
            <a:r>
              <a:rPr sz="1550" spc="30" dirty="0">
                <a:latin typeface="Arial MT"/>
                <a:cs typeface="Arial MT"/>
              </a:rPr>
              <a:t>i</a:t>
            </a:r>
            <a:r>
              <a:rPr sz="1550" spc="10" dirty="0">
                <a:latin typeface="Arial MT"/>
                <a:cs typeface="Arial MT"/>
              </a:rPr>
              <a:t>c</a:t>
            </a:r>
            <a:r>
              <a:rPr sz="1550" dirty="0">
                <a:latin typeface="Arial MT"/>
                <a:cs typeface="Arial MT"/>
              </a:rPr>
              <a:t>	</a:t>
            </a:r>
            <a:r>
              <a:rPr sz="1550" spc="-20" dirty="0">
                <a:latin typeface="Arial MT"/>
                <a:cs typeface="Arial MT"/>
              </a:rPr>
              <a:t>m</a:t>
            </a:r>
            <a:r>
              <a:rPr sz="1550" spc="105" dirty="0">
                <a:latin typeface="Arial MT"/>
                <a:cs typeface="Arial MT"/>
              </a:rPr>
              <a:t>e</a:t>
            </a:r>
            <a:r>
              <a:rPr sz="1550" spc="-20" dirty="0">
                <a:latin typeface="Arial MT"/>
                <a:cs typeface="Arial MT"/>
              </a:rPr>
              <a:t>m</a:t>
            </a:r>
            <a:r>
              <a:rPr sz="1550" spc="30" dirty="0">
                <a:latin typeface="Arial MT"/>
                <a:cs typeface="Arial MT"/>
              </a:rPr>
              <a:t>o</a:t>
            </a:r>
            <a:r>
              <a:rPr sz="1550" spc="5" dirty="0">
                <a:latin typeface="Arial MT"/>
                <a:cs typeface="Arial MT"/>
              </a:rPr>
              <a:t>ry  </a:t>
            </a:r>
            <a:r>
              <a:rPr sz="1550" spc="10" dirty="0">
                <a:latin typeface="Arial MT"/>
                <a:cs typeface="Arial MT"/>
              </a:rPr>
              <a:t>allocation.</a:t>
            </a:r>
            <a:endParaRPr sz="1550">
              <a:latin typeface="Arial MT"/>
              <a:cs typeface="Arial MT"/>
            </a:endParaRPr>
          </a:p>
          <a:p>
            <a:pPr marL="355600" indent="-343535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355600" algn="l"/>
                <a:tab pos="356235" algn="l"/>
              </a:tabLst>
            </a:pPr>
            <a:r>
              <a:rPr sz="1550" spc="15" dirty="0">
                <a:latin typeface="Arial MT"/>
                <a:cs typeface="Arial MT"/>
              </a:rPr>
              <a:t>Describe</a:t>
            </a:r>
            <a:r>
              <a:rPr sz="1550" spc="40" dirty="0">
                <a:latin typeface="Arial MT"/>
                <a:cs typeface="Arial MT"/>
              </a:rPr>
              <a:t> </a:t>
            </a:r>
            <a:r>
              <a:rPr sz="1550" spc="-5" dirty="0">
                <a:latin typeface="Arial MT"/>
                <a:cs typeface="Arial MT"/>
              </a:rPr>
              <a:t>the</a:t>
            </a:r>
            <a:r>
              <a:rPr sz="1550" spc="114" dirty="0">
                <a:latin typeface="Arial MT"/>
                <a:cs typeface="Arial MT"/>
              </a:rPr>
              <a:t> </a:t>
            </a:r>
            <a:r>
              <a:rPr sz="1550" spc="-15" dirty="0">
                <a:latin typeface="Arial MT"/>
                <a:cs typeface="Arial MT"/>
              </a:rPr>
              <a:t>fundamental</a:t>
            </a:r>
            <a:r>
              <a:rPr sz="1550" spc="360" dirty="0">
                <a:latin typeface="Arial MT"/>
                <a:cs typeface="Arial MT"/>
              </a:rPr>
              <a:t> </a:t>
            </a:r>
            <a:r>
              <a:rPr sz="1550" spc="10" dirty="0">
                <a:latin typeface="Arial MT"/>
                <a:cs typeface="Arial MT"/>
              </a:rPr>
              <a:t>operations</a:t>
            </a:r>
            <a:r>
              <a:rPr sz="1550" spc="70" dirty="0">
                <a:latin typeface="Arial MT"/>
                <a:cs typeface="Arial MT"/>
              </a:rPr>
              <a:t> </a:t>
            </a:r>
            <a:r>
              <a:rPr sz="1550" spc="20" dirty="0">
                <a:latin typeface="Arial MT"/>
                <a:cs typeface="Arial MT"/>
              </a:rPr>
              <a:t>of</a:t>
            </a:r>
            <a:r>
              <a:rPr sz="1550" spc="35" dirty="0">
                <a:latin typeface="Arial MT"/>
                <a:cs typeface="Arial MT"/>
              </a:rPr>
              <a:t> </a:t>
            </a:r>
            <a:r>
              <a:rPr sz="1550" spc="15" dirty="0">
                <a:latin typeface="Arial MT"/>
                <a:cs typeface="Arial MT"/>
              </a:rPr>
              <a:t>a</a:t>
            </a:r>
            <a:r>
              <a:rPr sz="1550" spc="45" dirty="0">
                <a:latin typeface="Arial MT"/>
                <a:cs typeface="Arial MT"/>
              </a:rPr>
              <a:t> </a:t>
            </a:r>
            <a:r>
              <a:rPr sz="1550" spc="30" dirty="0">
                <a:latin typeface="Arial MT"/>
                <a:cs typeface="Arial MT"/>
              </a:rPr>
              <a:t>stack</a:t>
            </a:r>
            <a:r>
              <a:rPr sz="1550" spc="-15" dirty="0">
                <a:latin typeface="Arial MT"/>
                <a:cs typeface="Arial MT"/>
              </a:rPr>
              <a:t> </a:t>
            </a:r>
            <a:r>
              <a:rPr sz="1550" spc="-10" dirty="0">
                <a:latin typeface="Arial MT"/>
                <a:cs typeface="Arial MT"/>
              </a:rPr>
              <a:t>(push,</a:t>
            </a:r>
            <a:r>
              <a:rPr sz="1550" spc="195" dirty="0">
                <a:latin typeface="Arial MT"/>
                <a:cs typeface="Arial MT"/>
              </a:rPr>
              <a:t> </a:t>
            </a:r>
            <a:r>
              <a:rPr sz="1550" spc="-10" dirty="0">
                <a:latin typeface="Arial MT"/>
                <a:cs typeface="Arial MT"/>
              </a:rPr>
              <a:t>pop,</a:t>
            </a:r>
            <a:r>
              <a:rPr sz="1550" spc="185" dirty="0">
                <a:latin typeface="Arial MT"/>
                <a:cs typeface="Arial MT"/>
              </a:rPr>
              <a:t> </a:t>
            </a:r>
            <a:r>
              <a:rPr sz="1550" spc="5" dirty="0">
                <a:latin typeface="Arial MT"/>
                <a:cs typeface="Arial MT"/>
              </a:rPr>
              <a:t>and</a:t>
            </a:r>
            <a:r>
              <a:rPr sz="1550" spc="4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peek).</a:t>
            </a:r>
            <a:endParaRPr sz="1550">
              <a:latin typeface="Arial MT"/>
              <a:cs typeface="Arial MT"/>
            </a:endParaRPr>
          </a:p>
          <a:p>
            <a:pPr marL="355600" indent="-343535">
              <a:lnSpc>
                <a:spcPct val="100000"/>
              </a:lnSpc>
              <a:spcBef>
                <a:spcPts val="15"/>
              </a:spcBef>
              <a:buAutoNum type="arabicPeriod"/>
              <a:tabLst>
                <a:tab pos="355600" algn="l"/>
                <a:tab pos="356235" algn="l"/>
              </a:tabLst>
            </a:pPr>
            <a:r>
              <a:rPr sz="1550" spc="-25" dirty="0">
                <a:latin typeface="Arial MT"/>
                <a:cs typeface="Arial MT"/>
              </a:rPr>
              <a:t>Analyze</a:t>
            </a:r>
            <a:r>
              <a:rPr sz="1550" spc="340" dirty="0">
                <a:latin typeface="Arial MT"/>
                <a:cs typeface="Arial MT"/>
              </a:rPr>
              <a:t> </a:t>
            </a:r>
            <a:r>
              <a:rPr sz="1550" spc="-5" dirty="0">
                <a:latin typeface="Arial MT"/>
                <a:cs typeface="Arial MT"/>
              </a:rPr>
              <a:t>the</a:t>
            </a:r>
            <a:r>
              <a:rPr sz="1550" spc="55" dirty="0">
                <a:latin typeface="Arial MT"/>
                <a:cs typeface="Arial MT"/>
              </a:rPr>
              <a:t> </a:t>
            </a:r>
            <a:r>
              <a:rPr sz="1550" spc="-10" dirty="0">
                <a:latin typeface="Arial MT"/>
                <a:cs typeface="Arial MT"/>
              </a:rPr>
              <a:t>time</a:t>
            </a:r>
            <a:r>
              <a:rPr sz="1550" spc="200" dirty="0">
                <a:latin typeface="Arial MT"/>
                <a:cs typeface="Arial MT"/>
              </a:rPr>
              <a:t> </a:t>
            </a:r>
            <a:r>
              <a:rPr sz="1550" spc="-5" dirty="0">
                <a:latin typeface="Arial MT"/>
                <a:cs typeface="Arial MT"/>
              </a:rPr>
              <a:t>complexity</a:t>
            </a:r>
            <a:r>
              <a:rPr sz="1550" spc="225" dirty="0">
                <a:latin typeface="Arial MT"/>
                <a:cs typeface="Arial MT"/>
              </a:rPr>
              <a:t> </a:t>
            </a:r>
            <a:r>
              <a:rPr sz="1550" spc="20" dirty="0">
                <a:latin typeface="Arial MT"/>
                <a:cs typeface="Arial MT"/>
              </a:rPr>
              <a:t>of</a:t>
            </a:r>
            <a:r>
              <a:rPr sz="1550" spc="35" dirty="0">
                <a:latin typeface="Arial MT"/>
                <a:cs typeface="Arial MT"/>
              </a:rPr>
              <a:t> </a:t>
            </a:r>
            <a:r>
              <a:rPr sz="1550" spc="25" dirty="0">
                <a:latin typeface="Arial MT"/>
                <a:cs typeface="Arial MT"/>
              </a:rPr>
              <a:t>stack</a:t>
            </a:r>
            <a:r>
              <a:rPr sz="1550" spc="-10" dirty="0">
                <a:latin typeface="Arial MT"/>
                <a:cs typeface="Arial MT"/>
              </a:rPr>
              <a:t> </a:t>
            </a:r>
            <a:r>
              <a:rPr sz="1550" spc="10" dirty="0">
                <a:latin typeface="Arial MT"/>
                <a:cs typeface="Arial MT"/>
              </a:rPr>
              <a:t>operations</a:t>
            </a:r>
            <a:r>
              <a:rPr sz="1550" spc="50" dirty="0">
                <a:latin typeface="Arial MT"/>
                <a:cs typeface="Arial MT"/>
              </a:rPr>
              <a:t> </a:t>
            </a:r>
            <a:r>
              <a:rPr sz="1550" spc="20" dirty="0">
                <a:latin typeface="Arial MT"/>
                <a:cs typeface="Arial MT"/>
              </a:rPr>
              <a:t>in</a:t>
            </a:r>
            <a:r>
              <a:rPr sz="1550" spc="45" dirty="0">
                <a:latin typeface="Arial MT"/>
                <a:cs typeface="Arial MT"/>
              </a:rPr>
              <a:t> </a:t>
            </a:r>
            <a:r>
              <a:rPr sz="1550" spc="15" dirty="0">
                <a:latin typeface="Arial MT"/>
                <a:cs typeface="Arial MT"/>
              </a:rPr>
              <a:t>a</a:t>
            </a:r>
            <a:r>
              <a:rPr sz="1550" spc="50" dirty="0">
                <a:latin typeface="Arial MT"/>
                <a:cs typeface="Arial MT"/>
              </a:rPr>
              <a:t> </a:t>
            </a:r>
            <a:r>
              <a:rPr sz="1550" spc="-10" dirty="0">
                <a:latin typeface="Arial MT"/>
                <a:cs typeface="Arial MT"/>
              </a:rPr>
              <a:t>linked</a:t>
            </a:r>
            <a:r>
              <a:rPr sz="1550" spc="125" dirty="0">
                <a:latin typeface="Arial MT"/>
                <a:cs typeface="Arial MT"/>
              </a:rPr>
              <a:t> </a:t>
            </a:r>
            <a:r>
              <a:rPr sz="1550" spc="5" dirty="0">
                <a:latin typeface="Arial MT"/>
                <a:cs typeface="Arial MT"/>
              </a:rPr>
              <a:t>list</a:t>
            </a:r>
            <a:r>
              <a:rPr sz="1550" spc="40" dirty="0">
                <a:latin typeface="Arial MT"/>
                <a:cs typeface="Arial MT"/>
              </a:rPr>
              <a:t> </a:t>
            </a:r>
            <a:r>
              <a:rPr sz="1550" spc="-5" dirty="0">
                <a:latin typeface="Arial MT"/>
                <a:cs typeface="Arial MT"/>
              </a:rPr>
              <a:t>implementation</a:t>
            </a:r>
            <a:r>
              <a:rPr sz="1550" spc="-5" dirty="0">
                <a:latin typeface="Calibri"/>
                <a:cs typeface="Calibri"/>
              </a:rPr>
              <a:t>.</a:t>
            </a:r>
            <a:r>
              <a:rPr sz="1550" spc="-5" dirty="0">
                <a:latin typeface="Arial MT"/>
                <a:cs typeface="Arial MT"/>
              </a:rPr>
              <a:t>.</a:t>
            </a:r>
            <a:endParaRPr sz="155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98377" y="709039"/>
            <a:ext cx="737235" cy="736600"/>
            <a:chOff x="98377" y="709039"/>
            <a:chExt cx="737235" cy="736600"/>
          </a:xfrm>
        </p:grpSpPr>
        <p:sp>
          <p:nvSpPr>
            <p:cNvPr id="21" name="object 21"/>
            <p:cNvSpPr/>
            <p:nvPr/>
          </p:nvSpPr>
          <p:spPr>
            <a:xfrm>
              <a:off x="98374" y="756119"/>
              <a:ext cx="688975" cy="688975"/>
            </a:xfrm>
            <a:custGeom>
              <a:avLst/>
              <a:gdLst/>
              <a:ahLst/>
              <a:cxnLst/>
              <a:rect l="l" t="t" r="r" b="b"/>
              <a:pathLst>
                <a:path w="688975" h="688975">
                  <a:moveTo>
                    <a:pt x="566394" y="344411"/>
                  </a:moveTo>
                  <a:lnTo>
                    <a:pt x="561873" y="299859"/>
                  </a:lnTo>
                  <a:lnTo>
                    <a:pt x="548347" y="256743"/>
                  </a:lnTo>
                  <a:lnTo>
                    <a:pt x="525780" y="216496"/>
                  </a:lnTo>
                  <a:lnTo>
                    <a:pt x="512267" y="230022"/>
                  </a:lnTo>
                  <a:lnTo>
                    <a:pt x="534047" y="271475"/>
                  </a:lnTo>
                  <a:lnTo>
                    <a:pt x="545503" y="315366"/>
                  </a:lnTo>
                  <a:lnTo>
                    <a:pt x="546938" y="359994"/>
                  </a:lnTo>
                  <a:lnTo>
                    <a:pt x="538683" y="403669"/>
                  </a:lnTo>
                  <a:lnTo>
                    <a:pt x="521055" y="444690"/>
                  </a:lnTo>
                  <a:lnTo>
                    <a:pt x="494360" y="481380"/>
                  </a:lnTo>
                  <a:lnTo>
                    <a:pt x="458939" y="512025"/>
                  </a:lnTo>
                  <a:lnTo>
                    <a:pt x="417474" y="533819"/>
                  </a:lnTo>
                  <a:lnTo>
                    <a:pt x="373583" y="545274"/>
                  </a:lnTo>
                  <a:lnTo>
                    <a:pt x="328942" y="546709"/>
                  </a:lnTo>
                  <a:lnTo>
                    <a:pt x="285267" y="538454"/>
                  </a:lnTo>
                  <a:lnTo>
                    <a:pt x="244246" y="520814"/>
                  </a:lnTo>
                  <a:lnTo>
                    <a:pt x="207568" y="494131"/>
                  </a:lnTo>
                  <a:lnTo>
                    <a:pt x="176923" y="458711"/>
                  </a:lnTo>
                  <a:lnTo>
                    <a:pt x="155130" y="417245"/>
                  </a:lnTo>
                  <a:lnTo>
                    <a:pt x="143675" y="373354"/>
                  </a:lnTo>
                  <a:lnTo>
                    <a:pt x="142240" y="328726"/>
                  </a:lnTo>
                  <a:lnTo>
                    <a:pt x="150495" y="285051"/>
                  </a:lnTo>
                  <a:lnTo>
                    <a:pt x="168135" y="244030"/>
                  </a:lnTo>
                  <a:lnTo>
                    <a:pt x="194818" y="207352"/>
                  </a:lnTo>
                  <a:lnTo>
                    <a:pt x="230238" y="176695"/>
                  </a:lnTo>
                  <a:lnTo>
                    <a:pt x="273888" y="154127"/>
                  </a:lnTo>
                  <a:lnTo>
                    <a:pt x="320675" y="142836"/>
                  </a:lnTo>
                  <a:lnTo>
                    <a:pt x="368503" y="142836"/>
                  </a:lnTo>
                  <a:lnTo>
                    <a:pt x="415290" y="154127"/>
                  </a:lnTo>
                  <a:lnTo>
                    <a:pt x="458939" y="176695"/>
                  </a:lnTo>
                  <a:lnTo>
                    <a:pt x="472465" y="163169"/>
                  </a:lnTo>
                  <a:lnTo>
                    <a:pt x="433336" y="141071"/>
                  </a:lnTo>
                  <a:lnTo>
                    <a:pt x="391858" y="127622"/>
                  </a:lnTo>
                  <a:lnTo>
                    <a:pt x="349275" y="122605"/>
                  </a:lnTo>
                  <a:lnTo>
                    <a:pt x="306832" y="125806"/>
                  </a:lnTo>
                  <a:lnTo>
                    <a:pt x="265772" y="137007"/>
                  </a:lnTo>
                  <a:lnTo>
                    <a:pt x="227330" y="156006"/>
                  </a:lnTo>
                  <a:lnTo>
                    <a:pt x="192760" y="182575"/>
                  </a:lnTo>
                  <a:lnTo>
                    <a:pt x="163296" y="216496"/>
                  </a:lnTo>
                  <a:lnTo>
                    <a:pt x="141198" y="255625"/>
                  </a:lnTo>
                  <a:lnTo>
                    <a:pt x="127749" y="297091"/>
                  </a:lnTo>
                  <a:lnTo>
                    <a:pt x="122720" y="339674"/>
                  </a:lnTo>
                  <a:lnTo>
                    <a:pt x="125920" y="382117"/>
                  </a:lnTo>
                  <a:lnTo>
                    <a:pt x="137134" y="423189"/>
                  </a:lnTo>
                  <a:lnTo>
                    <a:pt x="156121" y="461619"/>
                  </a:lnTo>
                  <a:lnTo>
                    <a:pt x="182689" y="496189"/>
                  </a:lnTo>
                  <a:lnTo>
                    <a:pt x="216623" y="525653"/>
                  </a:lnTo>
                  <a:lnTo>
                    <a:pt x="255739" y="547751"/>
                  </a:lnTo>
                  <a:lnTo>
                    <a:pt x="297218" y="561200"/>
                  </a:lnTo>
                  <a:lnTo>
                    <a:pt x="339801" y="566216"/>
                  </a:lnTo>
                  <a:lnTo>
                    <a:pt x="382244" y="563016"/>
                  </a:lnTo>
                  <a:lnTo>
                    <a:pt x="423316" y="551815"/>
                  </a:lnTo>
                  <a:lnTo>
                    <a:pt x="461759" y="532828"/>
                  </a:lnTo>
                  <a:lnTo>
                    <a:pt x="496328" y="506260"/>
                  </a:lnTo>
                  <a:lnTo>
                    <a:pt x="525780" y="472325"/>
                  </a:lnTo>
                  <a:lnTo>
                    <a:pt x="548347" y="432079"/>
                  </a:lnTo>
                  <a:lnTo>
                    <a:pt x="561873" y="388962"/>
                  </a:lnTo>
                  <a:lnTo>
                    <a:pt x="566394" y="344411"/>
                  </a:lnTo>
                  <a:close/>
                </a:path>
                <a:path w="688975" h="688975">
                  <a:moveTo>
                    <a:pt x="688911" y="344474"/>
                  </a:moveTo>
                  <a:lnTo>
                    <a:pt x="685939" y="299262"/>
                  </a:lnTo>
                  <a:lnTo>
                    <a:pt x="677011" y="254647"/>
                  </a:lnTo>
                  <a:lnTo>
                    <a:pt x="662114" y="211264"/>
                  </a:lnTo>
                  <a:lnTo>
                    <a:pt x="641273" y="169697"/>
                  </a:lnTo>
                  <a:lnTo>
                    <a:pt x="619175" y="169697"/>
                  </a:lnTo>
                  <a:lnTo>
                    <a:pt x="642035" y="212191"/>
                  </a:lnTo>
                  <a:lnTo>
                    <a:pt x="658037" y="256451"/>
                  </a:lnTo>
                  <a:lnTo>
                    <a:pt x="667346" y="301764"/>
                  </a:lnTo>
                  <a:lnTo>
                    <a:pt x="670102" y="347459"/>
                  </a:lnTo>
                  <a:lnTo>
                    <a:pt x="666483" y="392823"/>
                  </a:lnTo>
                  <a:lnTo>
                    <a:pt x="656628" y="437172"/>
                  </a:lnTo>
                  <a:lnTo>
                    <a:pt x="640702" y="479793"/>
                  </a:lnTo>
                  <a:lnTo>
                    <a:pt x="618832" y="520014"/>
                  </a:lnTo>
                  <a:lnTo>
                    <a:pt x="591210" y="557123"/>
                  </a:lnTo>
                  <a:lnTo>
                    <a:pt x="557961" y="590435"/>
                  </a:lnTo>
                  <a:lnTo>
                    <a:pt x="519264" y="619252"/>
                  </a:lnTo>
                  <a:lnTo>
                    <a:pt x="476770" y="642099"/>
                  </a:lnTo>
                  <a:lnTo>
                    <a:pt x="432511" y="658101"/>
                  </a:lnTo>
                  <a:lnTo>
                    <a:pt x="387184" y="667410"/>
                  </a:lnTo>
                  <a:lnTo>
                    <a:pt x="341503" y="670179"/>
                  </a:lnTo>
                  <a:lnTo>
                    <a:pt x="296125" y="666559"/>
                  </a:lnTo>
                  <a:lnTo>
                    <a:pt x="251777" y="656704"/>
                  </a:lnTo>
                  <a:lnTo>
                    <a:pt x="209156" y="640765"/>
                  </a:lnTo>
                  <a:lnTo>
                    <a:pt x="168935" y="618909"/>
                  </a:lnTo>
                  <a:lnTo>
                    <a:pt x="131813" y="591286"/>
                  </a:lnTo>
                  <a:lnTo>
                    <a:pt x="98513" y="558038"/>
                  </a:lnTo>
                  <a:lnTo>
                    <a:pt x="69697" y="519341"/>
                  </a:lnTo>
                  <a:lnTo>
                    <a:pt x="46837" y="476846"/>
                  </a:lnTo>
                  <a:lnTo>
                    <a:pt x="30835" y="432600"/>
                  </a:lnTo>
                  <a:lnTo>
                    <a:pt x="21526" y="387273"/>
                  </a:lnTo>
                  <a:lnTo>
                    <a:pt x="18757" y="341579"/>
                  </a:lnTo>
                  <a:lnTo>
                    <a:pt x="22377" y="296214"/>
                  </a:lnTo>
                  <a:lnTo>
                    <a:pt x="32232" y="251879"/>
                  </a:lnTo>
                  <a:lnTo>
                    <a:pt x="48171" y="209245"/>
                  </a:lnTo>
                  <a:lnTo>
                    <a:pt x="70027" y="169024"/>
                  </a:lnTo>
                  <a:lnTo>
                    <a:pt x="97650" y="131914"/>
                  </a:lnTo>
                  <a:lnTo>
                    <a:pt x="130898" y="98602"/>
                  </a:lnTo>
                  <a:lnTo>
                    <a:pt x="169608" y="69799"/>
                  </a:lnTo>
                  <a:lnTo>
                    <a:pt x="210883" y="47523"/>
                  </a:lnTo>
                  <a:lnTo>
                    <a:pt x="254241" y="31623"/>
                  </a:lnTo>
                  <a:lnTo>
                    <a:pt x="298983" y="22072"/>
                  </a:lnTo>
                  <a:lnTo>
                    <a:pt x="344436" y="18884"/>
                  </a:lnTo>
                  <a:lnTo>
                    <a:pt x="389877" y="22072"/>
                  </a:lnTo>
                  <a:lnTo>
                    <a:pt x="434632" y="31623"/>
                  </a:lnTo>
                  <a:lnTo>
                    <a:pt x="477989" y="47523"/>
                  </a:lnTo>
                  <a:lnTo>
                    <a:pt x="519264" y="69799"/>
                  </a:lnTo>
                  <a:lnTo>
                    <a:pt x="519264" y="47688"/>
                  </a:lnTo>
                  <a:lnTo>
                    <a:pt x="477393" y="26682"/>
                  </a:lnTo>
                  <a:lnTo>
                    <a:pt x="434124" y="11836"/>
                  </a:lnTo>
                  <a:lnTo>
                    <a:pt x="390004" y="2984"/>
                  </a:lnTo>
                  <a:lnTo>
                    <a:pt x="345605" y="0"/>
                  </a:lnTo>
                  <a:lnTo>
                    <a:pt x="301485" y="2730"/>
                  </a:lnTo>
                  <a:lnTo>
                    <a:pt x="258203" y="11036"/>
                  </a:lnTo>
                  <a:lnTo>
                    <a:pt x="216331" y="24765"/>
                  </a:lnTo>
                  <a:lnTo>
                    <a:pt x="176428" y="43776"/>
                  </a:lnTo>
                  <a:lnTo>
                    <a:pt x="139039" y="67919"/>
                  </a:lnTo>
                  <a:lnTo>
                    <a:pt x="104749" y="97053"/>
                  </a:lnTo>
                  <a:lnTo>
                    <a:pt x="74117" y="131025"/>
                  </a:lnTo>
                  <a:lnTo>
                    <a:pt x="47688" y="169697"/>
                  </a:lnTo>
                  <a:lnTo>
                    <a:pt x="26682" y="211569"/>
                  </a:lnTo>
                  <a:lnTo>
                    <a:pt x="11823" y="254838"/>
                  </a:lnTo>
                  <a:lnTo>
                    <a:pt x="2984" y="298958"/>
                  </a:lnTo>
                  <a:lnTo>
                    <a:pt x="0" y="343357"/>
                  </a:lnTo>
                  <a:lnTo>
                    <a:pt x="2730" y="387464"/>
                  </a:lnTo>
                  <a:lnTo>
                    <a:pt x="11036" y="430745"/>
                  </a:lnTo>
                  <a:lnTo>
                    <a:pt x="24765" y="472617"/>
                  </a:lnTo>
                  <a:lnTo>
                    <a:pt x="43776" y="512521"/>
                  </a:lnTo>
                  <a:lnTo>
                    <a:pt x="67919" y="549897"/>
                  </a:lnTo>
                  <a:lnTo>
                    <a:pt x="97053" y="584187"/>
                  </a:lnTo>
                  <a:lnTo>
                    <a:pt x="131025" y="614832"/>
                  </a:lnTo>
                  <a:lnTo>
                    <a:pt x="169710" y="641248"/>
                  </a:lnTo>
                  <a:lnTo>
                    <a:pt x="211569" y="662254"/>
                  </a:lnTo>
                  <a:lnTo>
                    <a:pt x="254850" y="677113"/>
                  </a:lnTo>
                  <a:lnTo>
                    <a:pt x="298970" y="685952"/>
                  </a:lnTo>
                  <a:lnTo>
                    <a:pt x="343369" y="688936"/>
                  </a:lnTo>
                  <a:lnTo>
                    <a:pt x="387489" y="686206"/>
                  </a:lnTo>
                  <a:lnTo>
                    <a:pt x="430758" y="677900"/>
                  </a:lnTo>
                  <a:lnTo>
                    <a:pt x="472630" y="664171"/>
                  </a:lnTo>
                  <a:lnTo>
                    <a:pt x="512546" y="645160"/>
                  </a:lnTo>
                  <a:lnTo>
                    <a:pt x="549922" y="621017"/>
                  </a:lnTo>
                  <a:lnTo>
                    <a:pt x="584212" y="591883"/>
                  </a:lnTo>
                  <a:lnTo>
                    <a:pt x="614857" y="557911"/>
                  </a:lnTo>
                  <a:lnTo>
                    <a:pt x="641273" y="519226"/>
                  </a:lnTo>
                  <a:lnTo>
                    <a:pt x="662114" y="477672"/>
                  </a:lnTo>
                  <a:lnTo>
                    <a:pt x="677011" y="434289"/>
                  </a:lnTo>
                  <a:lnTo>
                    <a:pt x="685939" y="389686"/>
                  </a:lnTo>
                  <a:lnTo>
                    <a:pt x="688911" y="34447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44094" y="1001190"/>
              <a:ext cx="198143" cy="198159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432754" y="709039"/>
              <a:ext cx="402590" cy="401955"/>
            </a:xfrm>
            <a:custGeom>
              <a:avLst/>
              <a:gdLst/>
              <a:ahLst/>
              <a:cxnLst/>
              <a:rect l="l" t="t" r="r" b="b"/>
              <a:pathLst>
                <a:path w="402590" h="401955">
                  <a:moveTo>
                    <a:pt x="312623" y="0"/>
                  </a:moveTo>
                  <a:lnTo>
                    <a:pt x="304920" y="0"/>
                  </a:lnTo>
                  <a:lnTo>
                    <a:pt x="302519" y="992"/>
                  </a:lnTo>
                  <a:lnTo>
                    <a:pt x="214159" y="89348"/>
                  </a:lnTo>
                  <a:lnTo>
                    <a:pt x="213166" y="91749"/>
                  </a:lnTo>
                  <a:lnTo>
                    <a:pt x="213166" y="175179"/>
                  </a:lnTo>
                  <a:lnTo>
                    <a:pt x="3845" y="384476"/>
                  </a:lnTo>
                  <a:lnTo>
                    <a:pt x="113" y="388095"/>
                  </a:lnTo>
                  <a:lnTo>
                    <a:pt x="0" y="394052"/>
                  </a:lnTo>
                  <a:lnTo>
                    <a:pt x="7238" y="401542"/>
                  </a:lnTo>
                  <a:lnTo>
                    <a:pt x="13208" y="401655"/>
                  </a:lnTo>
                  <a:lnTo>
                    <a:pt x="17179" y="397797"/>
                  </a:lnTo>
                  <a:lnTo>
                    <a:pt x="226487" y="188499"/>
                  </a:lnTo>
                  <a:lnTo>
                    <a:pt x="309921" y="188499"/>
                  </a:lnTo>
                  <a:lnTo>
                    <a:pt x="312309" y="187506"/>
                  </a:lnTo>
                  <a:lnTo>
                    <a:pt x="330170" y="169649"/>
                  </a:lnTo>
                  <a:lnTo>
                    <a:pt x="245338" y="169649"/>
                  </a:lnTo>
                  <a:lnTo>
                    <a:pt x="258659" y="156329"/>
                  </a:lnTo>
                  <a:lnTo>
                    <a:pt x="232017" y="156329"/>
                  </a:lnTo>
                  <a:lnTo>
                    <a:pt x="232017" y="98158"/>
                  </a:lnTo>
                  <a:lnTo>
                    <a:pt x="297920" y="32258"/>
                  </a:lnTo>
                  <a:lnTo>
                    <a:pt x="316846" y="32258"/>
                  </a:lnTo>
                  <a:lnTo>
                    <a:pt x="316846" y="4222"/>
                  </a:lnTo>
                  <a:lnTo>
                    <a:pt x="312623" y="0"/>
                  </a:lnTo>
                  <a:close/>
                </a:path>
                <a:path w="402590" h="401955">
                  <a:moveTo>
                    <a:pt x="396157" y="103674"/>
                  </a:moveTo>
                  <a:lnTo>
                    <a:pt x="369390" y="103674"/>
                  </a:lnTo>
                  <a:lnTo>
                    <a:pt x="303512" y="169649"/>
                  </a:lnTo>
                  <a:lnTo>
                    <a:pt x="330170" y="169649"/>
                  </a:lnTo>
                  <a:lnTo>
                    <a:pt x="396157" y="103674"/>
                  </a:lnTo>
                  <a:close/>
                </a:path>
                <a:path w="402590" h="401955">
                  <a:moveTo>
                    <a:pt x="316846" y="32258"/>
                  </a:moveTo>
                  <a:lnTo>
                    <a:pt x="297920" y="32258"/>
                  </a:lnTo>
                  <a:lnTo>
                    <a:pt x="297995" y="90354"/>
                  </a:lnTo>
                  <a:lnTo>
                    <a:pt x="232017" y="156329"/>
                  </a:lnTo>
                  <a:lnTo>
                    <a:pt x="258659" y="156329"/>
                  </a:lnTo>
                  <a:lnTo>
                    <a:pt x="311316" y="103674"/>
                  </a:lnTo>
                  <a:lnTo>
                    <a:pt x="396157" y="103674"/>
                  </a:lnTo>
                  <a:lnTo>
                    <a:pt x="401612" y="98220"/>
                  </a:lnTo>
                  <a:lnTo>
                    <a:pt x="402417" y="94161"/>
                  </a:lnTo>
                  <a:lnTo>
                    <a:pt x="399501" y="87124"/>
                  </a:lnTo>
                  <a:lnTo>
                    <a:pt x="396057" y="84824"/>
                  </a:lnTo>
                  <a:lnTo>
                    <a:pt x="316846" y="84824"/>
                  </a:lnTo>
                  <a:lnTo>
                    <a:pt x="316846" y="322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946866" y="2556489"/>
            <a:ext cx="640715" cy="471805"/>
            <a:chOff x="946866" y="2556489"/>
            <a:chExt cx="640715" cy="471805"/>
          </a:xfrm>
        </p:grpSpPr>
        <p:sp>
          <p:nvSpPr>
            <p:cNvPr id="25" name="object 25"/>
            <p:cNvSpPr/>
            <p:nvPr/>
          </p:nvSpPr>
          <p:spPr>
            <a:xfrm>
              <a:off x="946861" y="2556497"/>
              <a:ext cx="640715" cy="471805"/>
            </a:xfrm>
            <a:custGeom>
              <a:avLst/>
              <a:gdLst/>
              <a:ahLst/>
              <a:cxnLst/>
              <a:rect l="l" t="t" r="r" b="b"/>
              <a:pathLst>
                <a:path w="640715" h="471805">
                  <a:moveTo>
                    <a:pt x="339318" y="311023"/>
                  </a:moveTo>
                  <a:lnTo>
                    <a:pt x="179082" y="311023"/>
                  </a:lnTo>
                  <a:lnTo>
                    <a:pt x="179082" y="329869"/>
                  </a:lnTo>
                  <a:lnTo>
                    <a:pt x="339318" y="329869"/>
                  </a:lnTo>
                  <a:lnTo>
                    <a:pt x="339318" y="311023"/>
                  </a:lnTo>
                  <a:close/>
                </a:path>
                <a:path w="640715" h="471805">
                  <a:moveTo>
                    <a:pt x="339318" y="188493"/>
                  </a:moveTo>
                  <a:lnTo>
                    <a:pt x="179082" y="188493"/>
                  </a:lnTo>
                  <a:lnTo>
                    <a:pt x="179082" y="207352"/>
                  </a:lnTo>
                  <a:lnTo>
                    <a:pt x="339318" y="207352"/>
                  </a:lnTo>
                  <a:lnTo>
                    <a:pt x="339318" y="188493"/>
                  </a:lnTo>
                  <a:close/>
                </a:path>
                <a:path w="640715" h="471805">
                  <a:moveTo>
                    <a:pt x="358165" y="4216"/>
                  </a:moveTo>
                  <a:lnTo>
                    <a:pt x="353949" y="0"/>
                  </a:lnTo>
                  <a:lnTo>
                    <a:pt x="343535" y="0"/>
                  </a:lnTo>
                  <a:lnTo>
                    <a:pt x="339318" y="4216"/>
                  </a:lnTo>
                  <a:lnTo>
                    <a:pt x="339318" y="47117"/>
                  </a:lnTo>
                  <a:lnTo>
                    <a:pt x="358165" y="47117"/>
                  </a:lnTo>
                  <a:lnTo>
                    <a:pt x="358165" y="4216"/>
                  </a:lnTo>
                  <a:close/>
                </a:path>
                <a:path w="640715" h="471805">
                  <a:moveTo>
                    <a:pt x="640524" y="47129"/>
                  </a:moveTo>
                  <a:lnTo>
                    <a:pt x="4216" y="47117"/>
                  </a:lnTo>
                  <a:lnTo>
                    <a:pt x="0" y="51346"/>
                  </a:lnTo>
                  <a:lnTo>
                    <a:pt x="0" y="61747"/>
                  </a:lnTo>
                  <a:lnTo>
                    <a:pt x="4216" y="65976"/>
                  </a:lnTo>
                  <a:lnTo>
                    <a:pt x="47129" y="65976"/>
                  </a:lnTo>
                  <a:lnTo>
                    <a:pt x="47129" y="452399"/>
                  </a:lnTo>
                  <a:lnTo>
                    <a:pt x="4216" y="452399"/>
                  </a:lnTo>
                  <a:lnTo>
                    <a:pt x="0" y="456615"/>
                  </a:lnTo>
                  <a:lnTo>
                    <a:pt x="0" y="467029"/>
                  </a:lnTo>
                  <a:lnTo>
                    <a:pt x="4216" y="471246"/>
                  </a:lnTo>
                  <a:lnTo>
                    <a:pt x="216395" y="471246"/>
                  </a:lnTo>
                  <a:lnTo>
                    <a:pt x="235242" y="452399"/>
                  </a:lnTo>
                  <a:lnTo>
                    <a:pt x="65976" y="452399"/>
                  </a:lnTo>
                  <a:lnTo>
                    <a:pt x="65976" y="65976"/>
                  </a:lnTo>
                  <a:lnTo>
                    <a:pt x="621665" y="65976"/>
                  </a:lnTo>
                  <a:lnTo>
                    <a:pt x="640524" y="4712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345490" y="2710053"/>
              <a:ext cx="124286" cy="93237"/>
            </a:xfrm>
            <a:prstGeom prst="rect">
              <a:avLst/>
            </a:prstGeom>
          </p:spPr>
        </p:pic>
      </p:grpSp>
      <p:grpSp>
        <p:nvGrpSpPr>
          <p:cNvPr id="27" name="object 27"/>
          <p:cNvGrpSpPr/>
          <p:nvPr/>
        </p:nvGrpSpPr>
        <p:grpSpPr>
          <a:xfrm>
            <a:off x="4171950" y="4143311"/>
            <a:ext cx="4005579" cy="757555"/>
            <a:chOff x="4171950" y="4143311"/>
            <a:chExt cx="4005579" cy="757555"/>
          </a:xfrm>
        </p:grpSpPr>
        <p:pic>
          <p:nvPicPr>
            <p:cNvPr id="28" name="object 2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171950" y="4209986"/>
              <a:ext cx="4005326" cy="519112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524375" y="4143311"/>
              <a:ext cx="3290951" cy="757237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4210050" y="4248149"/>
              <a:ext cx="3876675" cy="390525"/>
            </a:xfrm>
            <a:custGeom>
              <a:avLst/>
              <a:gdLst/>
              <a:ahLst/>
              <a:cxnLst/>
              <a:rect l="l" t="t" r="r" b="b"/>
              <a:pathLst>
                <a:path w="3876675" h="390525">
                  <a:moveTo>
                    <a:pt x="3811524" y="0"/>
                  </a:moveTo>
                  <a:lnTo>
                    <a:pt x="65150" y="0"/>
                  </a:lnTo>
                  <a:lnTo>
                    <a:pt x="39754" y="5107"/>
                  </a:lnTo>
                  <a:lnTo>
                    <a:pt x="19050" y="19050"/>
                  </a:lnTo>
                  <a:lnTo>
                    <a:pt x="5107" y="39754"/>
                  </a:lnTo>
                  <a:lnTo>
                    <a:pt x="0" y="65150"/>
                  </a:lnTo>
                  <a:lnTo>
                    <a:pt x="0" y="325374"/>
                  </a:lnTo>
                  <a:lnTo>
                    <a:pt x="5107" y="350770"/>
                  </a:lnTo>
                  <a:lnTo>
                    <a:pt x="19050" y="371475"/>
                  </a:lnTo>
                  <a:lnTo>
                    <a:pt x="39754" y="385417"/>
                  </a:lnTo>
                  <a:lnTo>
                    <a:pt x="65150" y="390525"/>
                  </a:lnTo>
                  <a:lnTo>
                    <a:pt x="3811524" y="390525"/>
                  </a:lnTo>
                  <a:lnTo>
                    <a:pt x="3836920" y="385417"/>
                  </a:lnTo>
                  <a:lnTo>
                    <a:pt x="3857625" y="371475"/>
                  </a:lnTo>
                  <a:lnTo>
                    <a:pt x="3871567" y="350770"/>
                  </a:lnTo>
                  <a:lnTo>
                    <a:pt x="3876675" y="325374"/>
                  </a:lnTo>
                  <a:lnTo>
                    <a:pt x="3876675" y="65150"/>
                  </a:lnTo>
                  <a:lnTo>
                    <a:pt x="3871567" y="39754"/>
                  </a:lnTo>
                  <a:lnTo>
                    <a:pt x="3857625" y="19050"/>
                  </a:lnTo>
                  <a:lnTo>
                    <a:pt x="3836920" y="5107"/>
                  </a:lnTo>
                  <a:lnTo>
                    <a:pt x="3811524" y="0"/>
                  </a:lnTo>
                  <a:close/>
                </a:path>
              </a:pathLst>
            </a:custGeom>
            <a:solidFill>
              <a:srgbClr val="B924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4733671" y="4235767"/>
            <a:ext cx="282384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3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400" spc="2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400" spc="3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400" spc="-3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400" spc="2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400" spc="1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2400" spc="-1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400" spc="30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400" spc="-5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400" spc="-2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400" spc="-30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2400" spc="2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1051345" y="4705413"/>
            <a:ext cx="9602470" cy="1490980"/>
            <a:chOff x="1051345" y="4705413"/>
            <a:chExt cx="9602470" cy="1490980"/>
          </a:xfrm>
        </p:grpSpPr>
        <p:sp>
          <p:nvSpPr>
            <p:cNvPr id="33" name="object 33"/>
            <p:cNvSpPr/>
            <p:nvPr/>
          </p:nvSpPr>
          <p:spPr>
            <a:xfrm>
              <a:off x="1051344" y="4820272"/>
              <a:ext cx="641350" cy="760730"/>
            </a:xfrm>
            <a:custGeom>
              <a:avLst/>
              <a:gdLst/>
              <a:ahLst/>
              <a:cxnLst/>
              <a:rect l="l" t="t" r="r" b="b"/>
              <a:pathLst>
                <a:path w="641350" h="760729">
                  <a:moveTo>
                    <a:pt x="301612" y="442976"/>
                  </a:moveTo>
                  <a:lnTo>
                    <a:pt x="241287" y="442976"/>
                  </a:lnTo>
                  <a:lnTo>
                    <a:pt x="244144" y="454152"/>
                  </a:lnTo>
                  <a:lnTo>
                    <a:pt x="250710" y="463118"/>
                  </a:lnTo>
                  <a:lnTo>
                    <a:pt x="260108" y="469087"/>
                  </a:lnTo>
                  <a:lnTo>
                    <a:pt x="271449" y="471258"/>
                  </a:lnTo>
                  <a:lnTo>
                    <a:pt x="282790" y="469087"/>
                  </a:lnTo>
                  <a:lnTo>
                    <a:pt x="292188" y="463118"/>
                  </a:lnTo>
                  <a:lnTo>
                    <a:pt x="298754" y="454152"/>
                  </a:lnTo>
                  <a:lnTo>
                    <a:pt x="301612" y="442976"/>
                  </a:lnTo>
                  <a:close/>
                </a:path>
                <a:path w="641350" h="760729">
                  <a:moveTo>
                    <a:pt x="640803" y="436499"/>
                  </a:moveTo>
                  <a:lnTo>
                    <a:pt x="631507" y="411873"/>
                  </a:lnTo>
                  <a:lnTo>
                    <a:pt x="621957" y="395274"/>
                  </a:lnTo>
                  <a:lnTo>
                    <a:pt x="621957" y="442379"/>
                  </a:lnTo>
                  <a:lnTo>
                    <a:pt x="620191" y="449580"/>
                  </a:lnTo>
                  <a:lnTo>
                    <a:pt x="617359" y="455231"/>
                  </a:lnTo>
                  <a:lnTo>
                    <a:pt x="612648" y="458063"/>
                  </a:lnTo>
                  <a:lnTo>
                    <a:pt x="606996" y="459943"/>
                  </a:lnTo>
                  <a:lnTo>
                    <a:pt x="547611" y="459943"/>
                  </a:lnTo>
                  <a:lnTo>
                    <a:pt x="547611" y="537222"/>
                  </a:lnTo>
                  <a:lnTo>
                    <a:pt x="540334" y="573125"/>
                  </a:lnTo>
                  <a:lnTo>
                    <a:pt x="520522" y="602500"/>
                  </a:lnTo>
                  <a:lnTo>
                    <a:pt x="491147" y="622312"/>
                  </a:lnTo>
                  <a:lnTo>
                    <a:pt x="455244" y="629589"/>
                  </a:lnTo>
                  <a:lnTo>
                    <a:pt x="390207" y="629589"/>
                  </a:lnTo>
                  <a:lnTo>
                    <a:pt x="390207" y="742696"/>
                  </a:lnTo>
                  <a:lnTo>
                    <a:pt x="130060" y="742696"/>
                  </a:lnTo>
                  <a:lnTo>
                    <a:pt x="130060" y="512724"/>
                  </a:lnTo>
                  <a:lnTo>
                    <a:pt x="122529" y="507072"/>
                  </a:lnTo>
                  <a:lnTo>
                    <a:pt x="86410" y="473329"/>
                  </a:lnTo>
                  <a:lnTo>
                    <a:pt x="57531" y="433984"/>
                  </a:lnTo>
                  <a:lnTo>
                    <a:pt x="36334" y="390207"/>
                  </a:lnTo>
                  <a:lnTo>
                    <a:pt x="23291" y="343179"/>
                  </a:lnTo>
                  <a:lnTo>
                    <a:pt x="18846" y="294068"/>
                  </a:lnTo>
                  <a:lnTo>
                    <a:pt x="18846" y="275209"/>
                  </a:lnTo>
                  <a:lnTo>
                    <a:pt x="24447" y="228688"/>
                  </a:lnTo>
                  <a:lnTo>
                    <a:pt x="37655" y="185089"/>
                  </a:lnTo>
                  <a:lnTo>
                    <a:pt x="57734" y="145072"/>
                  </a:lnTo>
                  <a:lnTo>
                    <a:pt x="83985" y="109359"/>
                  </a:lnTo>
                  <a:lnTo>
                    <a:pt x="115684" y="78587"/>
                  </a:lnTo>
                  <a:lnTo>
                    <a:pt x="152133" y="53479"/>
                  </a:lnTo>
                  <a:lnTo>
                    <a:pt x="192595" y="34696"/>
                  </a:lnTo>
                  <a:lnTo>
                    <a:pt x="236385" y="22923"/>
                  </a:lnTo>
                  <a:lnTo>
                    <a:pt x="282752" y="18859"/>
                  </a:lnTo>
                  <a:lnTo>
                    <a:pt x="292188" y="18859"/>
                  </a:lnTo>
                  <a:lnTo>
                    <a:pt x="339572" y="24942"/>
                  </a:lnTo>
                  <a:lnTo>
                    <a:pt x="383870" y="38912"/>
                  </a:lnTo>
                  <a:lnTo>
                    <a:pt x="424345" y="60007"/>
                  </a:lnTo>
                  <a:lnTo>
                    <a:pt x="460286" y="87452"/>
                  </a:lnTo>
                  <a:lnTo>
                    <a:pt x="490969" y="120497"/>
                  </a:lnTo>
                  <a:lnTo>
                    <a:pt x="515670" y="158343"/>
                  </a:lnTo>
                  <a:lnTo>
                    <a:pt x="533666" y="200240"/>
                  </a:lnTo>
                  <a:lnTo>
                    <a:pt x="544245" y="245427"/>
                  </a:lnTo>
                  <a:lnTo>
                    <a:pt x="546671" y="293116"/>
                  </a:lnTo>
                  <a:lnTo>
                    <a:pt x="546671" y="303491"/>
                  </a:lnTo>
                  <a:lnTo>
                    <a:pt x="549503" y="308203"/>
                  </a:lnTo>
                  <a:lnTo>
                    <a:pt x="614540" y="421297"/>
                  </a:lnTo>
                  <a:lnTo>
                    <a:pt x="619125" y="427977"/>
                  </a:lnTo>
                  <a:lnTo>
                    <a:pt x="621601" y="435089"/>
                  </a:lnTo>
                  <a:lnTo>
                    <a:pt x="621957" y="442379"/>
                  </a:lnTo>
                  <a:lnTo>
                    <a:pt x="621957" y="395274"/>
                  </a:lnTo>
                  <a:lnTo>
                    <a:pt x="566470" y="298780"/>
                  </a:lnTo>
                  <a:lnTo>
                    <a:pt x="566420" y="293116"/>
                  </a:lnTo>
                  <a:lnTo>
                    <a:pt x="564413" y="247992"/>
                  </a:lnTo>
                  <a:lnTo>
                    <a:pt x="555231" y="204038"/>
                  </a:lnTo>
                  <a:lnTo>
                    <a:pt x="539496" y="162801"/>
                  </a:lnTo>
                  <a:lnTo>
                    <a:pt x="517753" y="124866"/>
                  </a:lnTo>
                  <a:lnTo>
                    <a:pt x="490588" y="90830"/>
                  </a:lnTo>
                  <a:lnTo>
                    <a:pt x="458558" y="61302"/>
                  </a:lnTo>
                  <a:lnTo>
                    <a:pt x="422236" y="36855"/>
                  </a:lnTo>
                  <a:lnTo>
                    <a:pt x="383794" y="18859"/>
                  </a:lnTo>
                  <a:lnTo>
                    <a:pt x="382181" y="18097"/>
                  </a:lnTo>
                  <a:lnTo>
                    <a:pt x="338950" y="5613"/>
                  </a:lnTo>
                  <a:lnTo>
                    <a:pt x="293128" y="0"/>
                  </a:lnTo>
                  <a:lnTo>
                    <a:pt x="282752" y="0"/>
                  </a:lnTo>
                  <a:lnTo>
                    <a:pt x="233032" y="4356"/>
                  </a:lnTo>
                  <a:lnTo>
                    <a:pt x="186143" y="16903"/>
                  </a:lnTo>
                  <a:lnTo>
                    <a:pt x="142849" y="36931"/>
                  </a:lnTo>
                  <a:lnTo>
                    <a:pt x="103873" y="63715"/>
                  </a:lnTo>
                  <a:lnTo>
                    <a:pt x="69964" y="96520"/>
                  </a:lnTo>
                  <a:lnTo>
                    <a:pt x="41884" y="134607"/>
                  </a:lnTo>
                  <a:lnTo>
                    <a:pt x="20370" y="177253"/>
                  </a:lnTo>
                  <a:lnTo>
                    <a:pt x="6159" y="223735"/>
                  </a:lnTo>
                  <a:lnTo>
                    <a:pt x="0" y="273329"/>
                  </a:lnTo>
                  <a:lnTo>
                    <a:pt x="0" y="294068"/>
                  </a:lnTo>
                  <a:lnTo>
                    <a:pt x="4775" y="346913"/>
                  </a:lnTo>
                  <a:lnTo>
                    <a:pt x="18783" y="397281"/>
                  </a:lnTo>
                  <a:lnTo>
                    <a:pt x="41529" y="444030"/>
                  </a:lnTo>
                  <a:lnTo>
                    <a:pt x="72504" y="486029"/>
                  </a:lnTo>
                  <a:lnTo>
                    <a:pt x="111213" y="522147"/>
                  </a:lnTo>
                  <a:lnTo>
                    <a:pt x="111213" y="760603"/>
                  </a:lnTo>
                  <a:lnTo>
                    <a:pt x="409054" y="760603"/>
                  </a:lnTo>
                  <a:lnTo>
                    <a:pt x="409054" y="742696"/>
                  </a:lnTo>
                  <a:lnTo>
                    <a:pt x="409054" y="647496"/>
                  </a:lnTo>
                  <a:lnTo>
                    <a:pt x="455244" y="647496"/>
                  </a:lnTo>
                  <a:lnTo>
                    <a:pt x="498475" y="638733"/>
                  </a:lnTo>
                  <a:lnTo>
                    <a:pt x="533831" y="614870"/>
                  </a:lnTo>
                  <a:lnTo>
                    <a:pt x="557707" y="579513"/>
                  </a:lnTo>
                  <a:lnTo>
                    <a:pt x="566470" y="536282"/>
                  </a:lnTo>
                  <a:lnTo>
                    <a:pt x="566470" y="477850"/>
                  </a:lnTo>
                  <a:lnTo>
                    <a:pt x="607936" y="477850"/>
                  </a:lnTo>
                  <a:lnTo>
                    <a:pt x="625144" y="471258"/>
                  </a:lnTo>
                  <a:lnTo>
                    <a:pt x="637387" y="456882"/>
                  </a:lnTo>
                  <a:lnTo>
                    <a:pt x="640803" y="4364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202153" y="4946564"/>
              <a:ext cx="241291" cy="249762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1269073" y="5220831"/>
              <a:ext cx="109855" cy="19050"/>
            </a:xfrm>
            <a:custGeom>
              <a:avLst/>
              <a:gdLst/>
              <a:ahLst/>
              <a:cxnLst/>
              <a:rect l="l" t="t" r="r" b="b"/>
              <a:pathLst>
                <a:path w="109855" h="19050">
                  <a:moveTo>
                    <a:pt x="104622" y="0"/>
                  </a:moveTo>
                  <a:lnTo>
                    <a:pt x="99909" y="0"/>
                  </a:lnTo>
                  <a:lnTo>
                    <a:pt x="3770" y="0"/>
                  </a:lnTo>
                  <a:lnTo>
                    <a:pt x="0" y="3769"/>
                  </a:lnTo>
                  <a:lnTo>
                    <a:pt x="0" y="15079"/>
                  </a:lnTo>
                  <a:lnTo>
                    <a:pt x="3770" y="18849"/>
                  </a:lnTo>
                  <a:lnTo>
                    <a:pt x="105565" y="18849"/>
                  </a:lnTo>
                  <a:lnTo>
                    <a:pt x="109335" y="15079"/>
                  </a:lnTo>
                  <a:lnTo>
                    <a:pt x="109335" y="3769"/>
                  </a:lnTo>
                  <a:lnTo>
                    <a:pt x="10462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724024" y="4705413"/>
              <a:ext cx="8929751" cy="1462024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695449" y="4857813"/>
              <a:ext cx="8424926" cy="1338199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757425" y="4776787"/>
              <a:ext cx="8791575" cy="1323975"/>
            </a:xfrm>
            <a:prstGeom prst="rect">
              <a:avLst/>
            </a:prstGeom>
          </p:spPr>
        </p:pic>
      </p:grpSp>
      <p:sp>
        <p:nvSpPr>
          <p:cNvPr id="39" name="object 39"/>
          <p:cNvSpPr txBox="1"/>
          <p:nvPr/>
        </p:nvSpPr>
        <p:spPr>
          <a:xfrm>
            <a:off x="1757426" y="4776787"/>
            <a:ext cx="8791575" cy="1323975"/>
          </a:xfrm>
          <a:prstGeom prst="rect">
            <a:avLst/>
          </a:prstGeom>
          <a:ln w="9525">
            <a:solidFill>
              <a:srgbClr val="DEEBF7"/>
            </a:solidFill>
          </a:ln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endParaRPr sz="1450">
              <a:latin typeface="Times New Roman"/>
              <a:cs typeface="Times New Roman"/>
            </a:endParaRPr>
          </a:p>
          <a:p>
            <a:pPr marL="87630">
              <a:lnSpc>
                <a:spcPct val="100000"/>
              </a:lnSpc>
            </a:pPr>
            <a:r>
              <a:rPr sz="1550" spc="-25" dirty="0">
                <a:latin typeface="Arial MT"/>
                <a:cs typeface="Arial MT"/>
              </a:rPr>
              <a:t>At</a:t>
            </a:r>
            <a:r>
              <a:rPr sz="1550" spc="100" dirty="0">
                <a:latin typeface="Arial MT"/>
                <a:cs typeface="Arial MT"/>
              </a:rPr>
              <a:t> </a:t>
            </a:r>
            <a:r>
              <a:rPr sz="1550" spc="-5" dirty="0">
                <a:latin typeface="Arial MT"/>
                <a:cs typeface="Arial MT"/>
              </a:rPr>
              <a:t>the</a:t>
            </a:r>
            <a:r>
              <a:rPr sz="1550" spc="114" dirty="0">
                <a:latin typeface="Arial MT"/>
                <a:cs typeface="Arial MT"/>
              </a:rPr>
              <a:t> </a:t>
            </a:r>
            <a:r>
              <a:rPr sz="1550" spc="5" dirty="0">
                <a:latin typeface="Arial MT"/>
                <a:cs typeface="Arial MT"/>
              </a:rPr>
              <a:t>end</a:t>
            </a:r>
            <a:r>
              <a:rPr sz="1550" spc="40" dirty="0">
                <a:latin typeface="Arial MT"/>
                <a:cs typeface="Arial MT"/>
              </a:rPr>
              <a:t> </a:t>
            </a:r>
            <a:r>
              <a:rPr sz="1550" spc="20" dirty="0">
                <a:latin typeface="Arial MT"/>
                <a:cs typeface="Arial MT"/>
              </a:rPr>
              <a:t>of</a:t>
            </a:r>
            <a:r>
              <a:rPr sz="1550" spc="30" dirty="0">
                <a:latin typeface="Arial MT"/>
                <a:cs typeface="Arial MT"/>
              </a:rPr>
              <a:t> </a:t>
            </a:r>
            <a:r>
              <a:rPr sz="1550" spc="5" dirty="0">
                <a:latin typeface="Arial MT"/>
                <a:cs typeface="Arial MT"/>
              </a:rPr>
              <a:t>this</a:t>
            </a:r>
            <a:r>
              <a:rPr sz="1550" spc="40" dirty="0">
                <a:latin typeface="Arial MT"/>
                <a:cs typeface="Arial MT"/>
              </a:rPr>
              <a:t> </a:t>
            </a:r>
            <a:r>
              <a:rPr sz="1550" spc="25" dirty="0">
                <a:latin typeface="Arial MT"/>
                <a:cs typeface="Arial MT"/>
              </a:rPr>
              <a:t>session,</a:t>
            </a:r>
            <a:r>
              <a:rPr sz="1550" spc="-55" dirty="0">
                <a:latin typeface="Arial MT"/>
                <a:cs typeface="Arial MT"/>
              </a:rPr>
              <a:t> </a:t>
            </a:r>
            <a:r>
              <a:rPr sz="1550" spc="30" dirty="0">
                <a:latin typeface="Arial MT"/>
                <a:cs typeface="Arial MT"/>
              </a:rPr>
              <a:t>you</a:t>
            </a:r>
            <a:r>
              <a:rPr sz="1550" spc="40" dirty="0">
                <a:latin typeface="Arial MT"/>
                <a:cs typeface="Arial MT"/>
              </a:rPr>
              <a:t> </a:t>
            </a:r>
            <a:r>
              <a:rPr sz="1550" spc="-10" dirty="0">
                <a:latin typeface="Arial MT"/>
                <a:cs typeface="Arial MT"/>
              </a:rPr>
              <a:t>should</a:t>
            </a:r>
            <a:r>
              <a:rPr sz="1550" spc="114" dirty="0">
                <a:latin typeface="Arial MT"/>
                <a:cs typeface="Arial MT"/>
              </a:rPr>
              <a:t> </a:t>
            </a:r>
            <a:r>
              <a:rPr sz="1550" spc="-15" dirty="0">
                <a:latin typeface="Arial MT"/>
                <a:cs typeface="Arial MT"/>
              </a:rPr>
              <a:t>be</a:t>
            </a:r>
            <a:r>
              <a:rPr sz="1550" spc="110" dirty="0">
                <a:latin typeface="Arial MT"/>
                <a:cs typeface="Arial MT"/>
              </a:rPr>
              <a:t> </a:t>
            </a:r>
            <a:r>
              <a:rPr sz="1550" spc="-10" dirty="0">
                <a:latin typeface="Arial MT"/>
                <a:cs typeface="Arial MT"/>
              </a:rPr>
              <a:t>able</a:t>
            </a:r>
            <a:r>
              <a:rPr sz="1550" spc="114" dirty="0">
                <a:latin typeface="Arial MT"/>
                <a:cs typeface="Arial MT"/>
              </a:rPr>
              <a:t> </a:t>
            </a:r>
            <a:r>
              <a:rPr sz="1550" spc="15" dirty="0">
                <a:latin typeface="Arial MT"/>
                <a:cs typeface="Arial MT"/>
              </a:rPr>
              <a:t>to:</a:t>
            </a:r>
            <a:endParaRPr sz="1550">
              <a:latin typeface="Arial MT"/>
              <a:cs typeface="Arial MT"/>
            </a:endParaRPr>
          </a:p>
          <a:p>
            <a:pPr marL="431165" indent="-343535">
              <a:lnSpc>
                <a:spcPct val="100000"/>
              </a:lnSpc>
              <a:spcBef>
                <a:spcPts val="695"/>
              </a:spcBef>
              <a:buAutoNum type="arabicPeriod"/>
              <a:tabLst>
                <a:tab pos="430530" algn="l"/>
                <a:tab pos="431165" algn="l"/>
              </a:tabLst>
            </a:pPr>
            <a:r>
              <a:rPr sz="1550" spc="10" dirty="0">
                <a:latin typeface="Arial MT"/>
                <a:cs typeface="Arial MT"/>
              </a:rPr>
              <a:t>Define</a:t>
            </a:r>
            <a:r>
              <a:rPr sz="1550" spc="40" dirty="0">
                <a:latin typeface="Arial MT"/>
                <a:cs typeface="Arial MT"/>
              </a:rPr>
              <a:t> </a:t>
            </a:r>
            <a:r>
              <a:rPr sz="1550" spc="30" dirty="0">
                <a:latin typeface="Arial MT"/>
                <a:cs typeface="Arial MT"/>
              </a:rPr>
              <a:t>stack</a:t>
            </a:r>
            <a:r>
              <a:rPr sz="1550" spc="-2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and</a:t>
            </a:r>
            <a:r>
              <a:rPr sz="1550" spc="114" dirty="0">
                <a:latin typeface="Arial MT"/>
                <a:cs typeface="Arial MT"/>
              </a:rPr>
              <a:t> </a:t>
            </a:r>
            <a:r>
              <a:rPr sz="1550" spc="15" dirty="0">
                <a:latin typeface="Arial MT"/>
                <a:cs typeface="Arial MT"/>
              </a:rPr>
              <a:t>its</a:t>
            </a:r>
            <a:r>
              <a:rPr sz="1550" spc="-25" dirty="0">
                <a:latin typeface="Arial MT"/>
                <a:cs typeface="Arial MT"/>
              </a:rPr>
              <a:t> </a:t>
            </a:r>
            <a:r>
              <a:rPr sz="1550" spc="15" dirty="0">
                <a:latin typeface="Arial MT"/>
                <a:cs typeface="Arial MT"/>
              </a:rPr>
              <a:t>basic</a:t>
            </a:r>
            <a:r>
              <a:rPr sz="1550" spc="45" dirty="0">
                <a:latin typeface="Arial MT"/>
                <a:cs typeface="Arial MT"/>
              </a:rPr>
              <a:t> </a:t>
            </a:r>
            <a:r>
              <a:rPr sz="1550" spc="10" dirty="0">
                <a:latin typeface="Arial MT"/>
                <a:cs typeface="Arial MT"/>
              </a:rPr>
              <a:t>operations.</a:t>
            </a:r>
            <a:endParaRPr sz="1550">
              <a:latin typeface="Arial MT"/>
              <a:cs typeface="Arial MT"/>
            </a:endParaRPr>
          </a:p>
          <a:p>
            <a:pPr marL="431165" indent="-343535">
              <a:lnSpc>
                <a:spcPts val="1830"/>
              </a:lnSpc>
              <a:spcBef>
                <a:spcPts val="95"/>
              </a:spcBef>
              <a:buAutoNum type="arabicPeriod"/>
              <a:tabLst>
                <a:tab pos="430530" algn="l"/>
                <a:tab pos="431165" algn="l"/>
              </a:tabLst>
            </a:pPr>
            <a:r>
              <a:rPr sz="1550" spc="15" dirty="0">
                <a:latin typeface="Arial MT"/>
                <a:cs typeface="Arial MT"/>
              </a:rPr>
              <a:t>Describe</a:t>
            </a:r>
            <a:r>
              <a:rPr sz="1550" spc="40" dirty="0">
                <a:latin typeface="Arial MT"/>
                <a:cs typeface="Arial MT"/>
              </a:rPr>
              <a:t> </a:t>
            </a:r>
            <a:r>
              <a:rPr sz="1550" spc="10" dirty="0">
                <a:latin typeface="Arial MT"/>
                <a:cs typeface="Arial MT"/>
              </a:rPr>
              <a:t>advantages</a:t>
            </a:r>
            <a:r>
              <a:rPr sz="1550" spc="135" dirty="0">
                <a:latin typeface="Arial MT"/>
                <a:cs typeface="Arial MT"/>
              </a:rPr>
              <a:t> </a:t>
            </a:r>
            <a:r>
              <a:rPr sz="1550" spc="5" dirty="0">
                <a:latin typeface="Arial MT"/>
                <a:cs typeface="Arial MT"/>
              </a:rPr>
              <a:t>and</a:t>
            </a:r>
            <a:r>
              <a:rPr sz="1550" spc="120" dirty="0">
                <a:latin typeface="Arial MT"/>
                <a:cs typeface="Arial MT"/>
              </a:rPr>
              <a:t> </a:t>
            </a:r>
            <a:r>
              <a:rPr sz="1550" spc="10" dirty="0">
                <a:latin typeface="Arial MT"/>
                <a:cs typeface="Arial MT"/>
              </a:rPr>
              <a:t>disadvantages</a:t>
            </a:r>
            <a:r>
              <a:rPr sz="1550" spc="135" dirty="0">
                <a:latin typeface="Arial MT"/>
                <a:cs typeface="Arial MT"/>
              </a:rPr>
              <a:t> </a:t>
            </a:r>
            <a:r>
              <a:rPr sz="1550" spc="20" dirty="0">
                <a:latin typeface="Arial MT"/>
                <a:cs typeface="Arial MT"/>
              </a:rPr>
              <a:t>of</a:t>
            </a:r>
            <a:r>
              <a:rPr sz="1550" spc="25" dirty="0">
                <a:latin typeface="Arial MT"/>
                <a:cs typeface="Arial MT"/>
              </a:rPr>
              <a:t> </a:t>
            </a:r>
            <a:r>
              <a:rPr sz="1550" spc="-10" dirty="0">
                <a:latin typeface="Arial MT"/>
                <a:cs typeface="Arial MT"/>
              </a:rPr>
              <a:t>linked</a:t>
            </a:r>
            <a:r>
              <a:rPr sz="1550" spc="125" dirty="0">
                <a:latin typeface="Arial MT"/>
                <a:cs typeface="Arial MT"/>
              </a:rPr>
              <a:t> </a:t>
            </a:r>
            <a:r>
              <a:rPr sz="1550" spc="10" dirty="0">
                <a:latin typeface="Arial MT"/>
                <a:cs typeface="Arial MT"/>
              </a:rPr>
              <a:t>lists</a:t>
            </a:r>
            <a:r>
              <a:rPr sz="1550" spc="55" dirty="0">
                <a:latin typeface="Arial MT"/>
                <a:cs typeface="Arial MT"/>
              </a:rPr>
              <a:t> </a:t>
            </a:r>
            <a:r>
              <a:rPr sz="1550" spc="15" dirty="0">
                <a:latin typeface="Arial MT"/>
                <a:cs typeface="Arial MT"/>
              </a:rPr>
              <a:t>for</a:t>
            </a:r>
            <a:r>
              <a:rPr sz="1550" spc="25" dirty="0">
                <a:latin typeface="Arial MT"/>
                <a:cs typeface="Arial MT"/>
              </a:rPr>
              <a:t> </a:t>
            </a:r>
            <a:r>
              <a:rPr sz="1550" spc="-5" dirty="0">
                <a:latin typeface="Arial MT"/>
                <a:cs typeface="Arial MT"/>
              </a:rPr>
              <a:t>implementing</a:t>
            </a:r>
            <a:r>
              <a:rPr sz="1550" spc="350" dirty="0">
                <a:latin typeface="Arial MT"/>
                <a:cs typeface="Arial MT"/>
              </a:rPr>
              <a:t> </a:t>
            </a:r>
            <a:r>
              <a:rPr sz="1550" spc="25" dirty="0">
                <a:latin typeface="Arial MT"/>
                <a:cs typeface="Arial MT"/>
              </a:rPr>
              <a:t>stacks.</a:t>
            </a:r>
            <a:endParaRPr sz="1550">
              <a:latin typeface="Arial MT"/>
              <a:cs typeface="Arial MT"/>
            </a:endParaRPr>
          </a:p>
          <a:p>
            <a:pPr marL="431165" indent="-343535">
              <a:lnSpc>
                <a:spcPts val="1830"/>
              </a:lnSpc>
              <a:buAutoNum type="arabicPeriod"/>
              <a:tabLst>
                <a:tab pos="430530" algn="l"/>
                <a:tab pos="431165" algn="l"/>
              </a:tabLst>
            </a:pPr>
            <a:r>
              <a:rPr sz="1550" spc="-20" dirty="0">
                <a:latin typeface="Arial MT"/>
                <a:cs typeface="Arial MT"/>
              </a:rPr>
              <a:t>Summarize</a:t>
            </a:r>
            <a:r>
              <a:rPr sz="1550" spc="425" dirty="0">
                <a:latin typeface="Arial MT"/>
                <a:cs typeface="Arial MT"/>
              </a:rPr>
              <a:t> </a:t>
            </a:r>
            <a:r>
              <a:rPr sz="1550" spc="10" dirty="0">
                <a:latin typeface="Arial MT"/>
                <a:cs typeface="Arial MT"/>
              </a:rPr>
              <a:t>definition</a:t>
            </a:r>
            <a:r>
              <a:rPr sz="1550" spc="55" dirty="0">
                <a:latin typeface="Arial MT"/>
                <a:cs typeface="Arial MT"/>
              </a:rPr>
              <a:t> </a:t>
            </a:r>
            <a:r>
              <a:rPr sz="1550" spc="5" dirty="0">
                <a:latin typeface="Arial MT"/>
                <a:cs typeface="Arial MT"/>
              </a:rPr>
              <a:t>and</a:t>
            </a:r>
            <a:r>
              <a:rPr sz="1550" spc="50" dirty="0">
                <a:latin typeface="Arial MT"/>
                <a:cs typeface="Arial MT"/>
              </a:rPr>
              <a:t> </a:t>
            </a:r>
            <a:r>
              <a:rPr sz="1550" spc="10" dirty="0">
                <a:latin typeface="Arial MT"/>
                <a:cs typeface="Arial MT"/>
              </a:rPr>
              <a:t>operations</a:t>
            </a:r>
            <a:r>
              <a:rPr sz="1550" spc="140" dirty="0">
                <a:latin typeface="Arial MT"/>
                <a:cs typeface="Arial MT"/>
              </a:rPr>
              <a:t> </a:t>
            </a:r>
            <a:r>
              <a:rPr sz="1550" spc="20" dirty="0">
                <a:latin typeface="Arial MT"/>
                <a:cs typeface="Arial MT"/>
              </a:rPr>
              <a:t>of</a:t>
            </a:r>
            <a:r>
              <a:rPr sz="1550" spc="35" dirty="0">
                <a:latin typeface="Arial MT"/>
                <a:cs typeface="Arial MT"/>
              </a:rPr>
              <a:t> </a:t>
            </a:r>
            <a:r>
              <a:rPr sz="1550" spc="20" dirty="0">
                <a:latin typeface="Arial MT"/>
                <a:cs typeface="Arial MT"/>
              </a:rPr>
              <a:t>stacks</a:t>
            </a:r>
            <a:r>
              <a:rPr sz="1550" spc="-1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using</a:t>
            </a:r>
            <a:r>
              <a:rPr sz="1550" spc="130" dirty="0">
                <a:latin typeface="Arial MT"/>
                <a:cs typeface="Arial MT"/>
              </a:rPr>
              <a:t> </a:t>
            </a:r>
            <a:r>
              <a:rPr sz="1550" spc="-10" dirty="0">
                <a:latin typeface="Arial MT"/>
                <a:cs typeface="Arial MT"/>
              </a:rPr>
              <a:t>linked</a:t>
            </a:r>
            <a:r>
              <a:rPr sz="1550" spc="204" dirty="0">
                <a:latin typeface="Arial MT"/>
                <a:cs typeface="Arial MT"/>
              </a:rPr>
              <a:t> </a:t>
            </a:r>
            <a:r>
              <a:rPr sz="1550" spc="5" dirty="0">
                <a:latin typeface="Arial MT"/>
                <a:cs typeface="Arial MT"/>
              </a:rPr>
              <a:t>list</a:t>
            </a:r>
            <a:r>
              <a:rPr sz="1550" spc="30" dirty="0">
                <a:latin typeface="Arial MT"/>
                <a:cs typeface="Arial MT"/>
              </a:rPr>
              <a:t> </a:t>
            </a:r>
            <a:r>
              <a:rPr sz="1550" spc="5" dirty="0">
                <a:latin typeface="Arial MT"/>
                <a:cs typeface="Arial MT"/>
              </a:rPr>
              <a:t>and</a:t>
            </a:r>
            <a:r>
              <a:rPr sz="1550" spc="55" dirty="0">
                <a:latin typeface="Arial MT"/>
                <a:cs typeface="Arial MT"/>
              </a:rPr>
              <a:t> </a:t>
            </a:r>
            <a:r>
              <a:rPr sz="1550" spc="15" dirty="0">
                <a:latin typeface="Arial MT"/>
                <a:cs typeface="Arial MT"/>
              </a:rPr>
              <a:t>its</a:t>
            </a:r>
            <a:r>
              <a:rPr sz="1550" spc="-15" dirty="0">
                <a:latin typeface="Arial MT"/>
                <a:cs typeface="Arial MT"/>
              </a:rPr>
              <a:t> </a:t>
            </a:r>
            <a:r>
              <a:rPr sz="1550" spc="-10" dirty="0">
                <a:latin typeface="Arial MT"/>
                <a:cs typeface="Arial MT"/>
              </a:rPr>
              <a:t>time</a:t>
            </a:r>
            <a:r>
              <a:rPr sz="1550" spc="200" dirty="0">
                <a:latin typeface="Arial MT"/>
                <a:cs typeface="Arial MT"/>
              </a:rPr>
              <a:t> </a:t>
            </a:r>
            <a:r>
              <a:rPr sz="1550" spc="-15" dirty="0">
                <a:latin typeface="Arial MT"/>
                <a:cs typeface="Arial MT"/>
              </a:rPr>
              <a:t>complexity.</a:t>
            </a:r>
            <a:endParaRPr sz="1550">
              <a:latin typeface="Arial MT"/>
              <a:cs typeface="Arial MT"/>
            </a:endParaRPr>
          </a:p>
        </p:txBody>
      </p:sp>
      <p:pic>
        <p:nvPicPr>
          <p:cNvPr id="40" name="object 40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0" y="0"/>
            <a:ext cx="1990724" cy="600075"/>
          </a:xfrm>
          <a:prstGeom prst="rect">
            <a:avLst/>
          </a:prstGeom>
        </p:spPr>
      </p:pic>
      <p:sp>
        <p:nvSpPr>
          <p:cNvPr id="41" name="object 4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80"/>
              </a:lnSpc>
            </a:pPr>
            <a:r>
              <a:rPr spc="15" dirty="0"/>
              <a:t>C</a:t>
            </a:r>
            <a:r>
              <a:rPr spc="10" dirty="0"/>
              <a:t>R</a:t>
            </a:r>
            <a:r>
              <a:rPr spc="-20" dirty="0"/>
              <a:t>EATE</a:t>
            </a:r>
            <a:r>
              <a:rPr spc="15" dirty="0"/>
              <a:t>D</a:t>
            </a:r>
            <a:r>
              <a:rPr spc="-20" dirty="0"/>
              <a:t> </a:t>
            </a:r>
            <a:r>
              <a:rPr spc="10" dirty="0"/>
              <a:t>BY</a:t>
            </a:r>
            <a:r>
              <a:rPr spc="-60" dirty="0"/>
              <a:t> </a:t>
            </a:r>
            <a:r>
              <a:rPr spc="25" dirty="0"/>
              <a:t>K</a:t>
            </a:r>
            <a:r>
              <a:rPr spc="5" dirty="0"/>
              <a:t>.</a:t>
            </a:r>
            <a:r>
              <a:rPr spc="-20" dirty="0"/>
              <a:t> </a:t>
            </a:r>
            <a:r>
              <a:rPr spc="-5" dirty="0"/>
              <a:t>V</a:t>
            </a:r>
            <a:r>
              <a:rPr spc="20" dirty="0"/>
              <a:t>I</a:t>
            </a:r>
            <a:r>
              <a:rPr spc="15" dirty="0"/>
              <a:t>C</a:t>
            </a:r>
            <a:r>
              <a:rPr spc="-20" dirty="0"/>
              <a:t>T</a:t>
            </a:r>
            <a:r>
              <a:rPr spc="-10" dirty="0"/>
              <a:t>O</a:t>
            </a:r>
            <a:r>
              <a:rPr spc="10" dirty="0"/>
              <a:t>R</a:t>
            </a:r>
            <a:r>
              <a:rPr spc="-35" dirty="0"/>
              <a:t> </a:t>
            </a:r>
            <a:r>
              <a:rPr spc="15" dirty="0"/>
              <a:t>B</a:t>
            </a:r>
            <a:r>
              <a:rPr spc="-15" dirty="0"/>
              <a:t>A</a:t>
            </a:r>
            <a:r>
              <a:rPr spc="15" dirty="0"/>
              <a:t>BU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04950" y="47625"/>
            <a:ext cx="8491855" cy="1376680"/>
            <a:chOff x="1504950" y="47625"/>
            <a:chExt cx="8491855" cy="13766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43050" y="47625"/>
              <a:ext cx="8453501" cy="132867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04950" y="47625"/>
              <a:ext cx="6558026" cy="137629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581150" y="85725"/>
              <a:ext cx="8324850" cy="1200150"/>
            </a:xfrm>
            <a:custGeom>
              <a:avLst/>
              <a:gdLst/>
              <a:ahLst/>
              <a:cxnLst/>
              <a:rect l="l" t="t" r="r" b="b"/>
              <a:pathLst>
                <a:path w="8324850" h="1200150">
                  <a:moveTo>
                    <a:pt x="8124825" y="0"/>
                  </a:moveTo>
                  <a:lnTo>
                    <a:pt x="200025" y="0"/>
                  </a:lnTo>
                  <a:lnTo>
                    <a:pt x="154155" y="5281"/>
                  </a:lnTo>
                  <a:lnTo>
                    <a:pt x="112050" y="20327"/>
                  </a:lnTo>
                  <a:lnTo>
                    <a:pt x="74911" y="43937"/>
                  </a:lnTo>
                  <a:lnTo>
                    <a:pt x="43937" y="74911"/>
                  </a:lnTo>
                  <a:lnTo>
                    <a:pt x="20327" y="112050"/>
                  </a:lnTo>
                  <a:lnTo>
                    <a:pt x="5281" y="154155"/>
                  </a:lnTo>
                  <a:lnTo>
                    <a:pt x="0" y="200025"/>
                  </a:lnTo>
                  <a:lnTo>
                    <a:pt x="0" y="1000125"/>
                  </a:lnTo>
                  <a:lnTo>
                    <a:pt x="5281" y="1045994"/>
                  </a:lnTo>
                  <a:lnTo>
                    <a:pt x="20327" y="1088099"/>
                  </a:lnTo>
                  <a:lnTo>
                    <a:pt x="43937" y="1125238"/>
                  </a:lnTo>
                  <a:lnTo>
                    <a:pt x="74911" y="1156212"/>
                  </a:lnTo>
                  <a:lnTo>
                    <a:pt x="112050" y="1179822"/>
                  </a:lnTo>
                  <a:lnTo>
                    <a:pt x="154155" y="1194868"/>
                  </a:lnTo>
                  <a:lnTo>
                    <a:pt x="200025" y="1200150"/>
                  </a:lnTo>
                  <a:lnTo>
                    <a:pt x="8124825" y="1200150"/>
                  </a:lnTo>
                  <a:lnTo>
                    <a:pt x="8170694" y="1194868"/>
                  </a:lnTo>
                  <a:lnTo>
                    <a:pt x="8212799" y="1179822"/>
                  </a:lnTo>
                  <a:lnTo>
                    <a:pt x="8249938" y="1156212"/>
                  </a:lnTo>
                  <a:lnTo>
                    <a:pt x="8280912" y="1125238"/>
                  </a:lnTo>
                  <a:lnTo>
                    <a:pt x="8304522" y="1088099"/>
                  </a:lnTo>
                  <a:lnTo>
                    <a:pt x="8319568" y="1045994"/>
                  </a:lnTo>
                  <a:lnTo>
                    <a:pt x="8324850" y="1000125"/>
                  </a:lnTo>
                  <a:lnTo>
                    <a:pt x="8324850" y="200025"/>
                  </a:lnTo>
                  <a:lnTo>
                    <a:pt x="8319568" y="154155"/>
                  </a:lnTo>
                  <a:lnTo>
                    <a:pt x="8304522" y="112050"/>
                  </a:lnTo>
                  <a:lnTo>
                    <a:pt x="8280912" y="74911"/>
                  </a:lnTo>
                  <a:lnTo>
                    <a:pt x="8249938" y="43937"/>
                  </a:lnTo>
                  <a:lnTo>
                    <a:pt x="8212799" y="20327"/>
                  </a:lnTo>
                  <a:lnTo>
                    <a:pt x="8170694" y="5281"/>
                  </a:lnTo>
                  <a:lnTo>
                    <a:pt x="8124825" y="0"/>
                  </a:lnTo>
                  <a:close/>
                </a:path>
              </a:pathLst>
            </a:custGeom>
            <a:solidFill>
              <a:srgbClr val="B924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767454" y="185419"/>
            <a:ext cx="3953510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spc="-5" dirty="0"/>
              <a:t>Session</a:t>
            </a:r>
            <a:r>
              <a:rPr sz="3600" spc="-60" dirty="0"/>
              <a:t> </a:t>
            </a:r>
            <a:r>
              <a:rPr sz="3600" spc="-15" dirty="0"/>
              <a:t>-Introduction</a:t>
            </a:r>
            <a:endParaRPr sz="3600"/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990724" cy="60007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95617" y="2286000"/>
            <a:ext cx="11200765" cy="1490980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12700" marR="5080" algn="just">
              <a:lnSpc>
                <a:spcPts val="3829"/>
              </a:lnSpc>
              <a:spcBef>
                <a:spcPts val="245"/>
              </a:spcBef>
              <a:buFont typeface="Wingdings"/>
              <a:buChar char=""/>
              <a:tabLst>
                <a:tab pos="432434" algn="l"/>
              </a:tabLst>
            </a:pPr>
            <a:r>
              <a:rPr sz="3200" spc="-10" dirty="0">
                <a:latin typeface="Calibri"/>
                <a:cs typeface="Calibri"/>
              </a:rPr>
              <a:t>Stack </a:t>
            </a:r>
            <a:r>
              <a:rPr sz="3200" spc="10" dirty="0">
                <a:latin typeface="Calibri"/>
                <a:cs typeface="Calibri"/>
              </a:rPr>
              <a:t>is a </a:t>
            </a:r>
            <a:r>
              <a:rPr sz="3200" dirty="0">
                <a:latin typeface="Calibri"/>
                <a:cs typeface="Calibri"/>
              </a:rPr>
              <a:t>linear </a:t>
            </a:r>
            <a:r>
              <a:rPr sz="3200" spc="-25" dirty="0">
                <a:latin typeface="Calibri"/>
                <a:cs typeface="Calibri"/>
              </a:rPr>
              <a:t>data </a:t>
            </a:r>
            <a:r>
              <a:rPr sz="3200" spc="-10" dirty="0">
                <a:latin typeface="Calibri"/>
                <a:cs typeface="Calibri"/>
              </a:rPr>
              <a:t>structure </a:t>
            </a:r>
            <a:r>
              <a:rPr sz="3200" spc="5" dirty="0">
                <a:latin typeface="Calibri"/>
                <a:cs typeface="Calibri"/>
              </a:rPr>
              <a:t>which </a:t>
            </a:r>
            <a:r>
              <a:rPr sz="3200" spc="-5" dirty="0">
                <a:latin typeface="Calibri"/>
                <a:cs typeface="Calibri"/>
              </a:rPr>
              <a:t>implements LIFO (Last </a:t>
            </a:r>
            <a:r>
              <a:rPr sz="3200" spc="20" dirty="0">
                <a:latin typeface="Calibri"/>
                <a:cs typeface="Calibri"/>
              </a:rPr>
              <a:t>In </a:t>
            </a:r>
            <a:r>
              <a:rPr sz="3200" spc="2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First Out) </a:t>
            </a:r>
            <a:r>
              <a:rPr sz="3200" spc="-20" dirty="0">
                <a:latin typeface="Calibri"/>
                <a:cs typeface="Calibri"/>
              </a:rPr>
              <a:t>pattern </a:t>
            </a:r>
            <a:r>
              <a:rPr sz="3200" spc="-15" dirty="0">
                <a:latin typeface="Calibri"/>
                <a:cs typeface="Calibri"/>
              </a:rPr>
              <a:t>where </a:t>
            </a:r>
            <a:r>
              <a:rPr sz="3200" spc="5" dirty="0">
                <a:latin typeface="Calibri"/>
                <a:cs typeface="Calibri"/>
              </a:rPr>
              <a:t>insertions and </a:t>
            </a:r>
            <a:r>
              <a:rPr sz="3200" spc="-10" dirty="0">
                <a:latin typeface="Calibri"/>
                <a:cs typeface="Calibri"/>
              </a:rPr>
              <a:t>deletions are done </a:t>
            </a:r>
            <a:r>
              <a:rPr sz="3200" spc="20" dirty="0">
                <a:latin typeface="Calibri"/>
                <a:cs typeface="Calibri"/>
              </a:rPr>
              <a:t>at only </a:t>
            </a:r>
            <a:r>
              <a:rPr sz="3200" spc="25" dirty="0">
                <a:latin typeface="Calibri"/>
                <a:cs typeface="Calibri"/>
              </a:rPr>
              <a:t> one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spc="20" dirty="0">
                <a:latin typeface="Calibri"/>
                <a:cs typeface="Calibri"/>
              </a:rPr>
              <a:t>side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spc="5" dirty="0">
                <a:latin typeface="Calibri"/>
                <a:cs typeface="Calibri"/>
              </a:rPr>
              <a:t>i.e.,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spc="5" dirty="0">
                <a:latin typeface="Calibri"/>
                <a:cs typeface="Calibri"/>
              </a:rPr>
              <a:t>top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spc="20" dirty="0">
                <a:latin typeface="Calibri"/>
                <a:cs typeface="Calibri"/>
              </a:rPr>
              <a:t>of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spc="5" dirty="0">
                <a:latin typeface="Calibri"/>
                <a:cs typeface="Calibri"/>
              </a:rPr>
              <a:t>the</a:t>
            </a:r>
            <a:r>
              <a:rPr sz="3200" dirty="0">
                <a:latin typeface="Calibri"/>
                <a:cs typeface="Calibri"/>
              </a:rPr>
              <a:t> stack.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80"/>
              </a:lnSpc>
            </a:pPr>
            <a:r>
              <a:rPr spc="15" dirty="0"/>
              <a:t>C</a:t>
            </a:r>
            <a:r>
              <a:rPr spc="10" dirty="0"/>
              <a:t>R</a:t>
            </a:r>
            <a:r>
              <a:rPr spc="-20" dirty="0"/>
              <a:t>EATE</a:t>
            </a:r>
            <a:r>
              <a:rPr spc="15" dirty="0"/>
              <a:t>D</a:t>
            </a:r>
            <a:r>
              <a:rPr spc="-20" dirty="0"/>
              <a:t> </a:t>
            </a:r>
            <a:r>
              <a:rPr spc="10" dirty="0"/>
              <a:t>BY</a:t>
            </a:r>
            <a:r>
              <a:rPr spc="-60" dirty="0"/>
              <a:t> </a:t>
            </a:r>
            <a:r>
              <a:rPr spc="25" dirty="0"/>
              <a:t>K</a:t>
            </a:r>
            <a:r>
              <a:rPr spc="5" dirty="0"/>
              <a:t>.</a:t>
            </a:r>
            <a:r>
              <a:rPr spc="-20" dirty="0"/>
              <a:t> </a:t>
            </a:r>
            <a:r>
              <a:rPr spc="-5" dirty="0"/>
              <a:t>V</a:t>
            </a:r>
            <a:r>
              <a:rPr spc="20" dirty="0"/>
              <a:t>I</a:t>
            </a:r>
            <a:r>
              <a:rPr spc="15" dirty="0"/>
              <a:t>C</a:t>
            </a:r>
            <a:r>
              <a:rPr spc="-20" dirty="0"/>
              <a:t>T</a:t>
            </a:r>
            <a:r>
              <a:rPr spc="-10" dirty="0"/>
              <a:t>O</a:t>
            </a:r>
            <a:r>
              <a:rPr spc="10" dirty="0"/>
              <a:t>R</a:t>
            </a:r>
            <a:r>
              <a:rPr spc="-35" dirty="0"/>
              <a:t> </a:t>
            </a:r>
            <a:r>
              <a:rPr spc="15" dirty="0"/>
              <a:t>B</a:t>
            </a:r>
            <a:r>
              <a:rPr spc="-15" dirty="0"/>
              <a:t>A</a:t>
            </a:r>
            <a:r>
              <a:rPr spc="15" dirty="0"/>
              <a:t>BU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8ACB3-DC3E-AADE-7246-937150621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ADC6BB-CE4A-0AB6-A46F-A922C95F92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247823-722C-19EA-A2E4-77EF89E058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78472"/>
            <a:ext cx="9448800" cy="5617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440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790700" y="266636"/>
            <a:ext cx="7596505" cy="881380"/>
            <a:chOff x="1790700" y="266636"/>
            <a:chExt cx="7596505" cy="8813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90700" y="266636"/>
              <a:ext cx="7596251" cy="78581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67150" y="285686"/>
              <a:ext cx="3443351" cy="86201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828800" y="304800"/>
              <a:ext cx="7467600" cy="657225"/>
            </a:xfrm>
            <a:custGeom>
              <a:avLst/>
              <a:gdLst/>
              <a:ahLst/>
              <a:cxnLst/>
              <a:rect l="l" t="t" r="r" b="b"/>
              <a:pathLst>
                <a:path w="7467600" h="657225">
                  <a:moveTo>
                    <a:pt x="7357999" y="0"/>
                  </a:moveTo>
                  <a:lnTo>
                    <a:pt x="109600" y="0"/>
                  </a:lnTo>
                  <a:lnTo>
                    <a:pt x="66919" y="8606"/>
                  </a:lnTo>
                  <a:lnTo>
                    <a:pt x="32083" y="32083"/>
                  </a:lnTo>
                  <a:lnTo>
                    <a:pt x="8606" y="66919"/>
                  </a:lnTo>
                  <a:lnTo>
                    <a:pt x="0" y="109600"/>
                  </a:lnTo>
                  <a:lnTo>
                    <a:pt x="0" y="547624"/>
                  </a:lnTo>
                  <a:lnTo>
                    <a:pt x="8606" y="590305"/>
                  </a:lnTo>
                  <a:lnTo>
                    <a:pt x="32083" y="625141"/>
                  </a:lnTo>
                  <a:lnTo>
                    <a:pt x="66919" y="648618"/>
                  </a:lnTo>
                  <a:lnTo>
                    <a:pt x="109600" y="657225"/>
                  </a:lnTo>
                  <a:lnTo>
                    <a:pt x="7357999" y="657225"/>
                  </a:lnTo>
                  <a:lnTo>
                    <a:pt x="7400680" y="648618"/>
                  </a:lnTo>
                  <a:lnTo>
                    <a:pt x="7435516" y="625141"/>
                  </a:lnTo>
                  <a:lnTo>
                    <a:pt x="7458993" y="590305"/>
                  </a:lnTo>
                  <a:lnTo>
                    <a:pt x="7467600" y="547624"/>
                  </a:lnTo>
                  <a:lnTo>
                    <a:pt x="7467600" y="109600"/>
                  </a:lnTo>
                  <a:lnTo>
                    <a:pt x="7458993" y="66919"/>
                  </a:lnTo>
                  <a:lnTo>
                    <a:pt x="7435516" y="32083"/>
                  </a:lnTo>
                  <a:lnTo>
                    <a:pt x="7400680" y="8606"/>
                  </a:lnTo>
                  <a:lnTo>
                    <a:pt x="7357999" y="0"/>
                  </a:lnTo>
                  <a:close/>
                </a:path>
              </a:pathLst>
            </a:custGeom>
            <a:solidFill>
              <a:srgbClr val="B924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105528" y="387349"/>
            <a:ext cx="2918460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spc="-5" dirty="0"/>
              <a:t>Operations</a:t>
            </a:r>
            <a:r>
              <a:rPr sz="2750" spc="114" dirty="0"/>
              <a:t> </a:t>
            </a:r>
            <a:r>
              <a:rPr sz="2750" spc="30" dirty="0"/>
              <a:t>on</a:t>
            </a:r>
            <a:r>
              <a:rPr sz="2750" spc="-20" dirty="0"/>
              <a:t> </a:t>
            </a:r>
            <a:r>
              <a:rPr sz="2750" spc="10" dirty="0"/>
              <a:t>Stack</a:t>
            </a:r>
            <a:endParaRPr sz="2750" dirty="0"/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990724" cy="60007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917575" y="1760092"/>
            <a:ext cx="10359390" cy="3009798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41300" marR="5080" indent="-229235" algn="just">
              <a:spcBef>
                <a:spcPts val="130"/>
              </a:spcBef>
              <a:buFont typeface="Arial MT"/>
              <a:buChar char="•"/>
              <a:tabLst>
                <a:tab pos="241935" algn="l"/>
              </a:tabLst>
            </a:pPr>
            <a:r>
              <a:rPr sz="2750" b="1" spc="25" dirty="0">
                <a:latin typeface="Calibri"/>
                <a:cs typeface="Calibri"/>
              </a:rPr>
              <a:t>push(): </a:t>
            </a:r>
            <a:r>
              <a:rPr sz="2750" b="1" spc="30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It</a:t>
            </a:r>
            <a:r>
              <a:rPr sz="2750" spc="1210" dirty="0">
                <a:latin typeface="Calibri"/>
                <a:cs typeface="Calibri"/>
              </a:rPr>
              <a:t> </a:t>
            </a:r>
            <a:r>
              <a:rPr sz="2750" spc="15" dirty="0">
                <a:latin typeface="Calibri"/>
                <a:cs typeface="Calibri"/>
              </a:rPr>
              <a:t>inserts   </a:t>
            </a:r>
            <a:r>
              <a:rPr sz="2750" spc="60" dirty="0">
                <a:latin typeface="Calibri"/>
                <a:cs typeface="Calibri"/>
              </a:rPr>
              <a:t>an   </a:t>
            </a:r>
            <a:r>
              <a:rPr sz="2750" spc="10" dirty="0">
                <a:latin typeface="Calibri"/>
                <a:cs typeface="Calibri"/>
              </a:rPr>
              <a:t>element   </a:t>
            </a:r>
            <a:r>
              <a:rPr sz="2750" spc="-5" dirty="0">
                <a:latin typeface="Calibri"/>
                <a:cs typeface="Calibri"/>
              </a:rPr>
              <a:t>to</a:t>
            </a:r>
            <a:r>
              <a:rPr sz="2750" spc="1230" dirty="0">
                <a:latin typeface="Calibri"/>
                <a:cs typeface="Calibri"/>
              </a:rPr>
              <a:t> </a:t>
            </a:r>
            <a:r>
              <a:rPr sz="2750" spc="10" dirty="0">
                <a:latin typeface="Calibri"/>
                <a:cs typeface="Calibri"/>
              </a:rPr>
              <a:t>the   top   </a:t>
            </a:r>
            <a:r>
              <a:rPr sz="2750" spc="25" dirty="0">
                <a:latin typeface="Calibri"/>
                <a:cs typeface="Calibri"/>
              </a:rPr>
              <a:t>of   </a:t>
            </a:r>
            <a:r>
              <a:rPr sz="2750" spc="15" dirty="0">
                <a:latin typeface="Calibri"/>
                <a:cs typeface="Calibri"/>
              </a:rPr>
              <a:t>the   </a:t>
            </a:r>
            <a:r>
              <a:rPr sz="2750" spc="5" dirty="0">
                <a:latin typeface="Calibri"/>
                <a:cs typeface="Calibri"/>
              </a:rPr>
              <a:t>stack.   </a:t>
            </a:r>
            <a:r>
              <a:rPr sz="2750" spc="-25" dirty="0">
                <a:latin typeface="Calibri"/>
                <a:cs typeface="Calibri"/>
              </a:rPr>
              <a:t>It </a:t>
            </a:r>
            <a:r>
              <a:rPr sz="2750" spc="-20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takes </a:t>
            </a:r>
            <a:r>
              <a:rPr sz="2750" spc="15" dirty="0">
                <a:latin typeface="Calibri"/>
                <a:cs typeface="Calibri"/>
              </a:rPr>
              <a:t>O(1) </a:t>
            </a:r>
            <a:r>
              <a:rPr sz="2750" spc="10" dirty="0">
                <a:latin typeface="Calibri"/>
                <a:cs typeface="Calibri"/>
              </a:rPr>
              <a:t>time, </a:t>
            </a:r>
            <a:r>
              <a:rPr sz="2750" spc="20" dirty="0">
                <a:latin typeface="Calibri"/>
                <a:cs typeface="Calibri"/>
              </a:rPr>
              <a:t>as </a:t>
            </a:r>
            <a:r>
              <a:rPr sz="2750" spc="30" dirty="0">
                <a:latin typeface="Calibri"/>
                <a:cs typeface="Calibri"/>
              </a:rPr>
              <a:t>each </a:t>
            </a:r>
            <a:r>
              <a:rPr sz="2750" spc="20" dirty="0">
                <a:latin typeface="Calibri"/>
                <a:cs typeface="Calibri"/>
              </a:rPr>
              <a:t>node </a:t>
            </a:r>
            <a:r>
              <a:rPr sz="2750" spc="25" dirty="0">
                <a:latin typeface="Calibri"/>
                <a:cs typeface="Calibri"/>
              </a:rPr>
              <a:t>is </a:t>
            </a:r>
            <a:r>
              <a:rPr sz="2750" spc="10" dirty="0">
                <a:latin typeface="Calibri"/>
                <a:cs typeface="Calibri"/>
              </a:rPr>
              <a:t>inserted </a:t>
            </a:r>
            <a:r>
              <a:rPr sz="2750" spc="20" dirty="0">
                <a:latin typeface="Calibri"/>
                <a:cs typeface="Calibri"/>
              </a:rPr>
              <a:t>at </a:t>
            </a:r>
            <a:r>
              <a:rPr sz="2750" spc="15" dirty="0">
                <a:latin typeface="Calibri"/>
                <a:cs typeface="Calibri"/>
              </a:rPr>
              <a:t>the head/top </a:t>
            </a:r>
            <a:r>
              <a:rPr sz="2750" spc="25" dirty="0">
                <a:latin typeface="Calibri"/>
                <a:cs typeface="Calibri"/>
              </a:rPr>
              <a:t>of </a:t>
            </a:r>
            <a:r>
              <a:rPr sz="2750" spc="15" dirty="0">
                <a:latin typeface="Calibri"/>
                <a:cs typeface="Calibri"/>
              </a:rPr>
              <a:t>the </a:t>
            </a:r>
            <a:r>
              <a:rPr sz="2750" spc="-15" dirty="0">
                <a:latin typeface="Calibri"/>
                <a:cs typeface="Calibri"/>
              </a:rPr>
              <a:t>linked </a:t>
            </a:r>
            <a:r>
              <a:rPr sz="2750" spc="-610" dirty="0">
                <a:latin typeface="Calibri"/>
                <a:cs typeface="Calibri"/>
              </a:rPr>
              <a:t> </a:t>
            </a:r>
            <a:r>
              <a:rPr sz="2750" spc="-25" dirty="0">
                <a:latin typeface="Calibri"/>
                <a:cs typeface="Calibri"/>
              </a:rPr>
              <a:t>list.</a:t>
            </a:r>
            <a:endParaRPr sz="2750" dirty="0">
              <a:latin typeface="Calibri"/>
              <a:cs typeface="Calibri"/>
            </a:endParaRPr>
          </a:p>
          <a:p>
            <a:pPr marL="241300" marR="5080" indent="-229235" algn="just">
              <a:spcBef>
                <a:spcPts val="900"/>
              </a:spcBef>
              <a:buFont typeface="Arial MT"/>
              <a:buChar char="•"/>
              <a:tabLst>
                <a:tab pos="241935" algn="l"/>
              </a:tabLst>
            </a:pPr>
            <a:r>
              <a:rPr sz="2750" b="1" spc="25" dirty="0">
                <a:latin typeface="Calibri"/>
                <a:cs typeface="Calibri"/>
              </a:rPr>
              <a:t>pop(): </a:t>
            </a:r>
            <a:r>
              <a:rPr sz="2750" b="1" spc="30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It</a:t>
            </a:r>
            <a:r>
              <a:rPr sz="2750" spc="605" dirty="0">
                <a:latin typeface="Calibri"/>
                <a:cs typeface="Calibri"/>
              </a:rPr>
              <a:t> </a:t>
            </a:r>
            <a:r>
              <a:rPr sz="2750" spc="15" dirty="0">
                <a:latin typeface="Calibri"/>
                <a:cs typeface="Calibri"/>
              </a:rPr>
              <a:t>removes </a:t>
            </a:r>
            <a:r>
              <a:rPr sz="2750" spc="20" dirty="0">
                <a:latin typeface="Calibri"/>
                <a:cs typeface="Calibri"/>
              </a:rPr>
              <a:t> </a:t>
            </a:r>
            <a:r>
              <a:rPr sz="2750" spc="25" dirty="0">
                <a:latin typeface="Calibri"/>
                <a:cs typeface="Calibri"/>
              </a:rPr>
              <a:t>an </a:t>
            </a:r>
            <a:r>
              <a:rPr sz="2750" spc="30" dirty="0">
                <a:latin typeface="Calibri"/>
                <a:cs typeface="Calibri"/>
              </a:rPr>
              <a:t> </a:t>
            </a:r>
            <a:r>
              <a:rPr sz="2750" spc="10" dirty="0">
                <a:latin typeface="Calibri"/>
                <a:cs typeface="Calibri"/>
              </a:rPr>
              <a:t>element </a:t>
            </a:r>
            <a:r>
              <a:rPr sz="2750" spc="640" dirty="0">
                <a:latin typeface="Calibri"/>
                <a:cs typeface="Calibri"/>
              </a:rPr>
              <a:t> </a:t>
            </a:r>
            <a:r>
              <a:rPr sz="2750" spc="15" dirty="0">
                <a:latin typeface="Calibri"/>
                <a:cs typeface="Calibri"/>
              </a:rPr>
              <a:t>from </a:t>
            </a:r>
            <a:r>
              <a:rPr sz="2750" spc="20" dirty="0">
                <a:latin typeface="Calibri"/>
                <a:cs typeface="Calibri"/>
              </a:rPr>
              <a:t> </a:t>
            </a:r>
            <a:r>
              <a:rPr sz="2750" spc="10" dirty="0">
                <a:latin typeface="Calibri"/>
                <a:cs typeface="Calibri"/>
              </a:rPr>
              <a:t>the   top   </a:t>
            </a:r>
            <a:r>
              <a:rPr sz="2750" spc="30" dirty="0">
                <a:latin typeface="Calibri"/>
                <a:cs typeface="Calibri"/>
              </a:rPr>
              <a:t>of</a:t>
            </a:r>
            <a:r>
              <a:rPr sz="2750" spc="685" dirty="0">
                <a:latin typeface="Calibri"/>
                <a:cs typeface="Calibri"/>
              </a:rPr>
              <a:t> </a:t>
            </a:r>
            <a:r>
              <a:rPr sz="2750" spc="15" dirty="0">
                <a:latin typeface="Calibri"/>
                <a:cs typeface="Calibri"/>
              </a:rPr>
              <a:t>the </a:t>
            </a:r>
            <a:r>
              <a:rPr sz="2750" spc="20" dirty="0">
                <a:latin typeface="Calibri"/>
                <a:cs typeface="Calibri"/>
              </a:rPr>
              <a:t> </a:t>
            </a:r>
            <a:r>
              <a:rPr sz="2750" spc="5" dirty="0">
                <a:latin typeface="Calibri"/>
                <a:cs typeface="Calibri"/>
              </a:rPr>
              <a:t>stack.</a:t>
            </a:r>
            <a:r>
              <a:rPr sz="2750" spc="635" dirty="0">
                <a:latin typeface="Calibri"/>
                <a:cs typeface="Calibri"/>
              </a:rPr>
              <a:t> </a:t>
            </a:r>
            <a:r>
              <a:rPr sz="2750" spc="-25" dirty="0">
                <a:latin typeface="Calibri"/>
                <a:cs typeface="Calibri"/>
              </a:rPr>
              <a:t>It </a:t>
            </a:r>
            <a:r>
              <a:rPr sz="2750" spc="-20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takes</a:t>
            </a:r>
            <a:r>
              <a:rPr sz="2750" spc="15" dirty="0">
                <a:latin typeface="Calibri"/>
                <a:cs typeface="Calibri"/>
              </a:rPr>
              <a:t> O(1)</a:t>
            </a:r>
            <a:r>
              <a:rPr sz="2750" spc="35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time,</a:t>
            </a:r>
            <a:r>
              <a:rPr sz="2750" spc="114" dirty="0">
                <a:latin typeface="Calibri"/>
                <a:cs typeface="Calibri"/>
              </a:rPr>
              <a:t> </a:t>
            </a:r>
            <a:r>
              <a:rPr sz="2750" spc="20" dirty="0">
                <a:latin typeface="Calibri"/>
                <a:cs typeface="Calibri"/>
              </a:rPr>
              <a:t>as</a:t>
            </a:r>
            <a:r>
              <a:rPr sz="2750" spc="15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the</a:t>
            </a:r>
            <a:r>
              <a:rPr sz="2750" spc="170" dirty="0">
                <a:latin typeface="Calibri"/>
                <a:cs typeface="Calibri"/>
              </a:rPr>
              <a:t> </a:t>
            </a:r>
            <a:r>
              <a:rPr sz="2750" spc="10" dirty="0">
                <a:latin typeface="Calibri"/>
                <a:cs typeface="Calibri"/>
              </a:rPr>
              <a:t>top</a:t>
            </a:r>
            <a:r>
              <a:rPr sz="2750" spc="-55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always</a:t>
            </a:r>
            <a:r>
              <a:rPr sz="2750" spc="90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points</a:t>
            </a:r>
            <a:r>
              <a:rPr sz="2750" spc="170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to</a:t>
            </a:r>
            <a:r>
              <a:rPr sz="2750" spc="10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the</a:t>
            </a:r>
            <a:r>
              <a:rPr sz="2750" spc="90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newly</a:t>
            </a:r>
            <a:r>
              <a:rPr sz="2750" spc="210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inserted</a:t>
            </a:r>
            <a:r>
              <a:rPr sz="2750" spc="24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node.</a:t>
            </a: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200" dirty="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buFont typeface="Arial MT"/>
              <a:buChar char="•"/>
              <a:tabLst>
                <a:tab pos="241935" algn="l"/>
                <a:tab pos="3300729" algn="l"/>
              </a:tabLst>
            </a:pPr>
            <a:r>
              <a:rPr sz="2750" b="1" spc="5" dirty="0">
                <a:latin typeface="Calibri"/>
                <a:cs typeface="Calibri"/>
              </a:rPr>
              <a:t>Display():</a:t>
            </a:r>
            <a:r>
              <a:rPr sz="2750" b="1" spc="55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It</a:t>
            </a:r>
            <a:r>
              <a:rPr sz="2750" spc="120" dirty="0">
                <a:latin typeface="Calibri"/>
                <a:cs typeface="Calibri"/>
              </a:rPr>
              <a:t> </a:t>
            </a:r>
            <a:r>
              <a:rPr sz="2750" spc="-20" dirty="0">
                <a:latin typeface="Calibri"/>
                <a:cs typeface="Calibri"/>
              </a:rPr>
              <a:t>displays	</a:t>
            </a:r>
            <a:r>
              <a:rPr sz="2750" spc="-10" dirty="0">
                <a:latin typeface="Calibri"/>
                <a:cs typeface="Calibri"/>
              </a:rPr>
              <a:t>the</a:t>
            </a:r>
            <a:r>
              <a:rPr sz="2750" spc="80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elements</a:t>
            </a:r>
            <a:r>
              <a:rPr sz="2750" spc="229" dirty="0">
                <a:latin typeface="Calibri"/>
                <a:cs typeface="Calibri"/>
              </a:rPr>
              <a:t> </a:t>
            </a:r>
            <a:r>
              <a:rPr sz="2750" spc="25" dirty="0">
                <a:latin typeface="Calibri"/>
                <a:cs typeface="Calibri"/>
              </a:rPr>
              <a:t>of</a:t>
            </a:r>
            <a:r>
              <a:rPr sz="2750" spc="-55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the</a:t>
            </a:r>
            <a:r>
              <a:rPr sz="2750" spc="155" dirty="0">
                <a:latin typeface="Calibri"/>
                <a:cs typeface="Calibri"/>
              </a:rPr>
              <a:t> </a:t>
            </a:r>
            <a:r>
              <a:rPr sz="2750" spc="5" dirty="0">
                <a:latin typeface="Calibri"/>
                <a:cs typeface="Calibri"/>
              </a:rPr>
              <a:t>stack.</a:t>
            </a:r>
            <a:endParaRPr sz="275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80"/>
              </a:lnSpc>
            </a:pPr>
            <a:r>
              <a:rPr spc="15" dirty="0"/>
              <a:t>C</a:t>
            </a:r>
            <a:r>
              <a:rPr spc="10" dirty="0"/>
              <a:t>R</a:t>
            </a:r>
            <a:r>
              <a:rPr spc="-20" dirty="0"/>
              <a:t>EATE</a:t>
            </a:r>
            <a:r>
              <a:rPr spc="15" dirty="0"/>
              <a:t>D</a:t>
            </a:r>
            <a:r>
              <a:rPr spc="-20" dirty="0"/>
              <a:t> </a:t>
            </a:r>
            <a:r>
              <a:rPr spc="10" dirty="0"/>
              <a:t>BY</a:t>
            </a:r>
            <a:r>
              <a:rPr spc="-60" dirty="0"/>
              <a:t> </a:t>
            </a:r>
            <a:r>
              <a:rPr spc="25" dirty="0"/>
              <a:t>K</a:t>
            </a:r>
            <a:r>
              <a:rPr spc="5" dirty="0"/>
              <a:t>.</a:t>
            </a:r>
            <a:r>
              <a:rPr spc="-20" dirty="0"/>
              <a:t> </a:t>
            </a:r>
            <a:r>
              <a:rPr spc="-5" dirty="0"/>
              <a:t>V</a:t>
            </a:r>
            <a:r>
              <a:rPr spc="20" dirty="0"/>
              <a:t>I</a:t>
            </a:r>
            <a:r>
              <a:rPr spc="15" dirty="0"/>
              <a:t>C</a:t>
            </a:r>
            <a:r>
              <a:rPr spc="-20" dirty="0"/>
              <a:t>T</a:t>
            </a:r>
            <a:r>
              <a:rPr spc="-10" dirty="0"/>
              <a:t>O</a:t>
            </a:r>
            <a:r>
              <a:rPr spc="10" dirty="0"/>
              <a:t>R</a:t>
            </a:r>
            <a:r>
              <a:rPr spc="-35" dirty="0"/>
              <a:t> </a:t>
            </a:r>
            <a:r>
              <a:rPr spc="15" dirty="0"/>
              <a:t>B</a:t>
            </a:r>
            <a:r>
              <a:rPr spc="-15" dirty="0"/>
              <a:t>A</a:t>
            </a:r>
            <a:r>
              <a:rPr spc="15" dirty="0"/>
              <a:t>BU</a:t>
            </a:r>
          </a:p>
        </p:txBody>
      </p:sp>
    </p:spTree>
    <p:extLst>
      <p:ext uri="{BB962C8B-B14F-4D97-AF65-F5344CB8AC3E}">
        <p14:creationId xmlns:p14="http://schemas.microsoft.com/office/powerpoint/2010/main" val="2179801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80"/>
              </a:lnSpc>
            </a:pPr>
            <a:r>
              <a:rPr spc="15" dirty="0"/>
              <a:t>C</a:t>
            </a:r>
            <a:r>
              <a:rPr spc="10" dirty="0"/>
              <a:t>R</a:t>
            </a:r>
            <a:r>
              <a:rPr spc="-20" dirty="0"/>
              <a:t>EATE</a:t>
            </a:r>
            <a:r>
              <a:rPr spc="15" dirty="0"/>
              <a:t>D</a:t>
            </a:r>
            <a:r>
              <a:rPr spc="-20" dirty="0"/>
              <a:t> </a:t>
            </a:r>
            <a:r>
              <a:rPr spc="10" dirty="0"/>
              <a:t>BY</a:t>
            </a:r>
            <a:r>
              <a:rPr spc="-60" dirty="0"/>
              <a:t> </a:t>
            </a:r>
            <a:r>
              <a:rPr spc="25" dirty="0"/>
              <a:t>K</a:t>
            </a:r>
            <a:r>
              <a:rPr spc="5" dirty="0"/>
              <a:t>.</a:t>
            </a:r>
            <a:r>
              <a:rPr spc="-20" dirty="0"/>
              <a:t> </a:t>
            </a:r>
            <a:r>
              <a:rPr spc="-5" dirty="0"/>
              <a:t>V</a:t>
            </a:r>
            <a:r>
              <a:rPr spc="20" dirty="0"/>
              <a:t>I</a:t>
            </a:r>
            <a:r>
              <a:rPr spc="15" dirty="0"/>
              <a:t>C</a:t>
            </a:r>
            <a:r>
              <a:rPr spc="-20" dirty="0"/>
              <a:t>T</a:t>
            </a:r>
            <a:r>
              <a:rPr spc="-10" dirty="0"/>
              <a:t>O</a:t>
            </a:r>
            <a:r>
              <a:rPr spc="10" dirty="0"/>
              <a:t>R</a:t>
            </a:r>
            <a:r>
              <a:rPr spc="-35" dirty="0"/>
              <a:t> </a:t>
            </a:r>
            <a:r>
              <a:rPr spc="15" dirty="0"/>
              <a:t>B</a:t>
            </a:r>
            <a:r>
              <a:rPr spc="-15" dirty="0"/>
              <a:t>A</a:t>
            </a:r>
            <a:r>
              <a:rPr spc="15" dirty="0"/>
              <a:t>BU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0600" y="1295400"/>
            <a:ext cx="10309225" cy="4490332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2065" marR="5080">
              <a:lnSpc>
                <a:spcPts val="3080"/>
              </a:lnSpc>
              <a:spcBef>
                <a:spcPts val="415"/>
              </a:spcBef>
              <a:tabLst>
                <a:tab pos="241935" algn="l"/>
                <a:tab pos="3680460" algn="l"/>
              </a:tabLst>
            </a:pPr>
            <a:r>
              <a:rPr lang="en-IN" sz="2750" b="1" i="1" spc="-5" dirty="0">
                <a:latin typeface="Calibri"/>
                <a:cs typeface="Calibri"/>
              </a:rPr>
              <a:t>Limitations:</a:t>
            </a:r>
          </a:p>
          <a:p>
            <a:pPr marL="241300" marR="5080" indent="-229235">
              <a:lnSpc>
                <a:spcPts val="3080"/>
              </a:lnSpc>
              <a:spcBef>
                <a:spcPts val="415"/>
              </a:spcBef>
              <a:buFont typeface="Arial MT"/>
              <a:buChar char="•"/>
              <a:tabLst>
                <a:tab pos="241935" algn="l"/>
                <a:tab pos="3680460" algn="l"/>
              </a:tabLst>
            </a:pPr>
            <a:r>
              <a:rPr sz="2750" spc="-5" dirty="0">
                <a:latin typeface="Calibri"/>
                <a:cs typeface="Calibri"/>
              </a:rPr>
              <a:t>If</a:t>
            </a:r>
            <a:r>
              <a:rPr sz="2750" spc="25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we</a:t>
            </a:r>
            <a:r>
              <a:rPr sz="2750" spc="90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implement</a:t>
            </a:r>
            <a:r>
              <a:rPr sz="2750" spc="175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the</a:t>
            </a:r>
            <a:r>
              <a:rPr sz="2750" spc="9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stack</a:t>
            </a:r>
            <a:r>
              <a:rPr sz="2750" spc="60" dirty="0">
                <a:latin typeface="Calibri"/>
                <a:cs typeface="Calibri"/>
              </a:rPr>
              <a:t> </a:t>
            </a:r>
            <a:r>
              <a:rPr sz="2750" spc="-20" dirty="0">
                <a:latin typeface="Calibri"/>
                <a:cs typeface="Calibri"/>
              </a:rPr>
              <a:t>using</a:t>
            </a:r>
            <a:r>
              <a:rPr sz="2750" spc="170" dirty="0">
                <a:latin typeface="Calibri"/>
                <a:cs typeface="Calibri"/>
              </a:rPr>
              <a:t> </a:t>
            </a:r>
            <a:r>
              <a:rPr sz="2750" spc="20" dirty="0">
                <a:latin typeface="Calibri"/>
                <a:cs typeface="Calibri"/>
              </a:rPr>
              <a:t>an</a:t>
            </a:r>
            <a:r>
              <a:rPr sz="2750" spc="15" dirty="0">
                <a:latin typeface="Calibri"/>
                <a:cs typeface="Calibri"/>
              </a:rPr>
              <a:t> </a:t>
            </a:r>
            <a:r>
              <a:rPr sz="2750" spc="-45" dirty="0">
                <a:latin typeface="Calibri"/>
                <a:cs typeface="Calibri"/>
              </a:rPr>
              <a:t>array,</a:t>
            </a:r>
            <a:r>
              <a:rPr sz="2750" spc="30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we</a:t>
            </a:r>
            <a:r>
              <a:rPr sz="2750" spc="90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need</a:t>
            </a:r>
            <a:r>
              <a:rPr sz="2750" spc="170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to</a:t>
            </a:r>
            <a:r>
              <a:rPr sz="2750" spc="10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specify</a:t>
            </a:r>
            <a:r>
              <a:rPr sz="2750" spc="215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the</a:t>
            </a:r>
            <a:r>
              <a:rPr sz="2750" spc="95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array </a:t>
            </a:r>
            <a:r>
              <a:rPr sz="2750" spc="-610" dirty="0">
                <a:latin typeface="Calibri"/>
                <a:cs typeface="Calibri"/>
              </a:rPr>
              <a:t> </a:t>
            </a:r>
            <a:r>
              <a:rPr sz="2750" spc="-25" dirty="0">
                <a:latin typeface="Calibri"/>
                <a:cs typeface="Calibri"/>
              </a:rPr>
              <a:t>size</a:t>
            </a:r>
            <a:r>
              <a:rPr sz="2750" spc="95" dirty="0">
                <a:latin typeface="Calibri"/>
                <a:cs typeface="Calibri"/>
              </a:rPr>
              <a:t> </a:t>
            </a:r>
            <a:r>
              <a:rPr sz="2750" spc="15" dirty="0">
                <a:latin typeface="Calibri"/>
                <a:cs typeface="Calibri"/>
              </a:rPr>
              <a:t>at</a:t>
            </a:r>
            <a:r>
              <a:rPr sz="2750" spc="-50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the</a:t>
            </a:r>
            <a:r>
              <a:rPr sz="2750" spc="170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beginning(at	</a:t>
            </a:r>
            <a:r>
              <a:rPr sz="2750" spc="5" dirty="0">
                <a:latin typeface="Calibri"/>
                <a:cs typeface="Calibri"/>
              </a:rPr>
              <a:t>compile</a:t>
            </a:r>
            <a:r>
              <a:rPr sz="2750" spc="15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time).</a:t>
            </a:r>
            <a:endParaRPr sz="2750" dirty="0">
              <a:latin typeface="Calibri"/>
              <a:cs typeface="Calibri"/>
            </a:endParaRPr>
          </a:p>
          <a:p>
            <a:pPr marL="241300" marR="311150" indent="-229235">
              <a:lnSpc>
                <a:spcPts val="3080"/>
              </a:lnSpc>
              <a:spcBef>
                <a:spcPts val="900"/>
              </a:spcBef>
              <a:buFont typeface="Arial MT"/>
              <a:buChar char="•"/>
              <a:tabLst>
                <a:tab pos="241935" algn="l"/>
              </a:tabLst>
            </a:pPr>
            <a:r>
              <a:rPr sz="2750" spc="-20" dirty="0">
                <a:latin typeface="Calibri"/>
                <a:cs typeface="Calibri"/>
              </a:rPr>
              <a:t>We</a:t>
            </a:r>
            <a:r>
              <a:rPr sz="2750" spc="15" dirty="0">
                <a:latin typeface="Calibri"/>
                <a:cs typeface="Calibri"/>
              </a:rPr>
              <a:t> </a:t>
            </a:r>
            <a:r>
              <a:rPr sz="2750" spc="5" dirty="0">
                <a:latin typeface="Calibri"/>
                <a:cs typeface="Calibri"/>
              </a:rPr>
              <a:t>can't</a:t>
            </a:r>
            <a:r>
              <a:rPr sz="2750" spc="2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change</a:t>
            </a:r>
            <a:r>
              <a:rPr sz="2750" spc="95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the</a:t>
            </a:r>
            <a:r>
              <a:rPr sz="2750" spc="95" dirty="0">
                <a:latin typeface="Calibri"/>
                <a:cs typeface="Calibri"/>
              </a:rPr>
              <a:t> </a:t>
            </a:r>
            <a:r>
              <a:rPr sz="2750" spc="-25" dirty="0">
                <a:latin typeface="Calibri"/>
                <a:cs typeface="Calibri"/>
              </a:rPr>
              <a:t>size</a:t>
            </a:r>
            <a:r>
              <a:rPr sz="2750" spc="95" dirty="0">
                <a:latin typeface="Calibri"/>
                <a:cs typeface="Calibri"/>
              </a:rPr>
              <a:t> </a:t>
            </a:r>
            <a:r>
              <a:rPr sz="2750" spc="25" dirty="0">
                <a:latin typeface="Calibri"/>
                <a:cs typeface="Calibri"/>
              </a:rPr>
              <a:t>of</a:t>
            </a:r>
            <a:r>
              <a:rPr sz="2750" spc="30" dirty="0">
                <a:latin typeface="Calibri"/>
                <a:cs typeface="Calibri"/>
              </a:rPr>
              <a:t> </a:t>
            </a:r>
            <a:r>
              <a:rPr sz="2750" spc="20" dirty="0">
                <a:latin typeface="Calibri"/>
                <a:cs typeface="Calibri"/>
              </a:rPr>
              <a:t>an </a:t>
            </a:r>
            <a:r>
              <a:rPr sz="2750" spc="-15" dirty="0">
                <a:latin typeface="Calibri"/>
                <a:cs typeface="Calibri"/>
              </a:rPr>
              <a:t>array</a:t>
            </a:r>
            <a:r>
              <a:rPr sz="2750" spc="-5" dirty="0">
                <a:latin typeface="Calibri"/>
                <a:cs typeface="Calibri"/>
              </a:rPr>
              <a:t> </a:t>
            </a:r>
            <a:r>
              <a:rPr sz="2750" spc="15" dirty="0">
                <a:latin typeface="Calibri"/>
                <a:cs typeface="Calibri"/>
              </a:rPr>
              <a:t>at</a:t>
            </a:r>
            <a:r>
              <a:rPr sz="2750" spc="25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runtime.</a:t>
            </a:r>
            <a:r>
              <a:rPr sz="2750" spc="175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So,</a:t>
            </a:r>
            <a:r>
              <a:rPr sz="2750" spc="35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it</a:t>
            </a:r>
            <a:r>
              <a:rPr sz="2750" spc="100" dirty="0">
                <a:latin typeface="Calibri"/>
                <a:cs typeface="Calibri"/>
              </a:rPr>
              <a:t> </a:t>
            </a:r>
            <a:r>
              <a:rPr sz="2750" spc="-20" dirty="0">
                <a:latin typeface="Calibri"/>
                <a:cs typeface="Calibri"/>
              </a:rPr>
              <a:t>will</a:t>
            </a:r>
            <a:r>
              <a:rPr sz="2750" spc="9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only</a:t>
            </a:r>
            <a:r>
              <a:rPr sz="2750" spc="145" dirty="0">
                <a:latin typeface="Calibri"/>
                <a:cs typeface="Calibri"/>
              </a:rPr>
              <a:t> </a:t>
            </a:r>
            <a:r>
              <a:rPr sz="2750" spc="10" dirty="0">
                <a:latin typeface="Calibri"/>
                <a:cs typeface="Calibri"/>
              </a:rPr>
              <a:t>work </a:t>
            </a:r>
            <a:r>
              <a:rPr sz="2750" spc="-610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for</a:t>
            </a:r>
            <a:r>
              <a:rPr sz="2750" spc="50" dirty="0">
                <a:latin typeface="Calibri"/>
                <a:cs typeface="Calibri"/>
              </a:rPr>
              <a:t> </a:t>
            </a:r>
            <a:r>
              <a:rPr sz="2750" spc="10" dirty="0">
                <a:latin typeface="Calibri"/>
                <a:cs typeface="Calibri"/>
              </a:rPr>
              <a:t>a</a:t>
            </a:r>
            <a:r>
              <a:rPr sz="2750" spc="-5" dirty="0">
                <a:latin typeface="Calibri"/>
                <a:cs typeface="Calibri"/>
              </a:rPr>
              <a:t> </a:t>
            </a:r>
            <a:r>
              <a:rPr sz="2750" spc="-25" dirty="0">
                <a:latin typeface="Calibri"/>
                <a:cs typeface="Calibri"/>
              </a:rPr>
              <a:t>fixed</a:t>
            </a:r>
            <a:r>
              <a:rPr sz="2750" spc="165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number</a:t>
            </a:r>
            <a:r>
              <a:rPr sz="2750" spc="204" dirty="0">
                <a:latin typeface="Calibri"/>
                <a:cs typeface="Calibri"/>
              </a:rPr>
              <a:t> </a:t>
            </a:r>
            <a:r>
              <a:rPr sz="2750" spc="25" dirty="0">
                <a:latin typeface="Calibri"/>
                <a:cs typeface="Calibri"/>
              </a:rPr>
              <a:t>of</a:t>
            </a:r>
            <a:r>
              <a:rPr sz="2750" spc="-45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elements.</a:t>
            </a:r>
            <a:endParaRPr sz="27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2750" b="1" i="1" spc="20" dirty="0">
                <a:latin typeface="Calibri"/>
                <a:cs typeface="Calibri"/>
              </a:rPr>
              <a:t>Solution:</a:t>
            </a:r>
            <a:endParaRPr lang="en-IN" sz="2750" spc="-10" dirty="0">
              <a:latin typeface="Calibri"/>
              <a:cs typeface="Calibri"/>
            </a:endParaRPr>
          </a:p>
          <a:p>
            <a:pPr marL="241300" marR="5080" indent="-229235">
              <a:lnSpc>
                <a:spcPts val="3080"/>
              </a:lnSpc>
              <a:spcBef>
                <a:spcPts val="525"/>
              </a:spcBef>
              <a:buFont typeface="Arial MT"/>
              <a:buChar char="•"/>
              <a:tabLst>
                <a:tab pos="241935" algn="l"/>
                <a:tab pos="6830059" algn="l"/>
              </a:tabLst>
            </a:pPr>
            <a:r>
              <a:rPr lang="en-US" sz="2750" spc="-5" dirty="0">
                <a:latin typeface="Calibri"/>
                <a:cs typeface="Calibri"/>
              </a:rPr>
              <a:t>Linked list allocates the memory dynamically	enabling the stack to  grow or shrink as needed.</a:t>
            </a:r>
          </a:p>
          <a:p>
            <a:pPr marL="241300" indent="-229235">
              <a:lnSpc>
                <a:spcPts val="3080"/>
              </a:lnSpc>
              <a:buFont typeface="Arial MT"/>
              <a:buChar char="•"/>
              <a:tabLst>
                <a:tab pos="241935" algn="l"/>
              </a:tabLst>
            </a:pPr>
            <a:r>
              <a:rPr lang="en-US" sz="2750" spc="-5" dirty="0">
                <a:latin typeface="Calibri"/>
                <a:cs typeface="Calibri"/>
              </a:rPr>
              <a:t>Linked lists facilitate easy insertion and deletion operations.</a:t>
            </a:r>
          </a:p>
          <a:p>
            <a:pPr marL="241300" indent="-229235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1935" algn="l"/>
              </a:tabLst>
            </a:pPr>
            <a:endParaRPr sz="2750" dirty="0">
              <a:latin typeface="Calibri"/>
              <a:cs typeface="Calibri"/>
            </a:endParaRPr>
          </a:p>
        </p:txBody>
      </p:sp>
      <p:pic>
        <p:nvPicPr>
          <p:cNvPr id="7" name="object 4">
            <a:extLst>
              <a:ext uri="{FF2B5EF4-FFF2-40B4-BE49-F238E27FC236}">
                <a16:creationId xmlns:a16="http://schemas.microsoft.com/office/drawing/2014/main" id="{B5EDAF60-7674-99B5-E872-2A1A6F17CE1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49662" y="-457200"/>
            <a:ext cx="3443351" cy="65643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CBD023C-0F31-7114-70A0-C187D6797E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200" y="199232"/>
            <a:ext cx="7469741" cy="65643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9FD5265-45BD-1810-FE6E-D1CC4FBC20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903515"/>
            <a:ext cx="2006703" cy="12573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69E669-FC71-A06E-27CA-DDA7E1CEBC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3971" y="2667000"/>
            <a:ext cx="1676486" cy="5207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C66B0DC-CE1C-609E-DC44-6DECA2BD3D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4400" y="2371709"/>
            <a:ext cx="2063856" cy="111130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7DD667C-5874-CFA1-2264-692732C275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24396" y="3989136"/>
            <a:ext cx="4642089" cy="1384371"/>
          </a:xfrm>
          <a:prstGeom prst="rect">
            <a:avLst/>
          </a:prstGeom>
        </p:spPr>
      </p:pic>
      <p:grpSp>
        <p:nvGrpSpPr>
          <p:cNvPr id="3" name="object 2">
            <a:extLst>
              <a:ext uri="{FF2B5EF4-FFF2-40B4-BE49-F238E27FC236}">
                <a16:creationId xmlns:a16="http://schemas.microsoft.com/office/drawing/2014/main" id="{9CD74DF5-25A8-4685-27C0-3C2F0A33ED55}"/>
              </a:ext>
            </a:extLst>
          </p:cNvPr>
          <p:cNvGrpSpPr/>
          <p:nvPr/>
        </p:nvGrpSpPr>
        <p:grpSpPr>
          <a:xfrm>
            <a:off x="2362201" y="18054"/>
            <a:ext cx="6019800" cy="852805"/>
            <a:chOff x="2943225" y="209486"/>
            <a:chExt cx="8225155" cy="852805"/>
          </a:xfrm>
        </p:grpSpPr>
        <p:pic>
          <p:nvPicPr>
            <p:cNvPr id="4" name="object 3">
              <a:extLst>
                <a:ext uri="{FF2B5EF4-FFF2-40B4-BE49-F238E27FC236}">
                  <a16:creationId xmlns:a16="http://schemas.microsoft.com/office/drawing/2014/main" id="{894A9DBB-16B2-6B88-E518-C5ED8A2FC25D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943225" y="209486"/>
              <a:ext cx="8224901" cy="833437"/>
            </a:xfrm>
            <a:prstGeom prst="rect">
              <a:avLst/>
            </a:prstGeom>
          </p:spPr>
        </p:pic>
        <p:pic>
          <p:nvPicPr>
            <p:cNvPr id="6" name="object 4">
              <a:extLst>
                <a:ext uri="{FF2B5EF4-FFF2-40B4-BE49-F238E27FC236}">
                  <a16:creationId xmlns:a16="http://schemas.microsoft.com/office/drawing/2014/main" id="{51BCAB92-E6C9-7E8E-CF0E-E5E229234E90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952750" y="295211"/>
              <a:ext cx="4072001" cy="766762"/>
            </a:xfrm>
            <a:prstGeom prst="rect">
              <a:avLst/>
            </a:prstGeom>
          </p:spPr>
        </p:pic>
        <p:sp>
          <p:nvSpPr>
            <p:cNvPr id="8" name="object 5">
              <a:extLst>
                <a:ext uri="{FF2B5EF4-FFF2-40B4-BE49-F238E27FC236}">
                  <a16:creationId xmlns:a16="http://schemas.microsoft.com/office/drawing/2014/main" id="{0A1F649B-E796-D9AD-F5D6-59715F9C75FB}"/>
                </a:ext>
              </a:extLst>
            </p:cNvPr>
            <p:cNvSpPr/>
            <p:nvPr/>
          </p:nvSpPr>
          <p:spPr>
            <a:xfrm>
              <a:off x="2981325" y="247650"/>
              <a:ext cx="8096250" cy="704850"/>
            </a:xfrm>
            <a:custGeom>
              <a:avLst/>
              <a:gdLst/>
              <a:ahLst/>
              <a:cxnLst/>
              <a:rect l="l" t="t" r="r" b="b"/>
              <a:pathLst>
                <a:path w="8096250" h="704850">
                  <a:moveTo>
                    <a:pt x="7978775" y="0"/>
                  </a:moveTo>
                  <a:lnTo>
                    <a:pt x="117475" y="0"/>
                  </a:lnTo>
                  <a:lnTo>
                    <a:pt x="71741" y="9229"/>
                  </a:lnTo>
                  <a:lnTo>
                    <a:pt x="34401" y="34401"/>
                  </a:lnTo>
                  <a:lnTo>
                    <a:pt x="9229" y="71741"/>
                  </a:lnTo>
                  <a:lnTo>
                    <a:pt x="0" y="117475"/>
                  </a:lnTo>
                  <a:lnTo>
                    <a:pt x="0" y="587375"/>
                  </a:lnTo>
                  <a:lnTo>
                    <a:pt x="9229" y="633108"/>
                  </a:lnTo>
                  <a:lnTo>
                    <a:pt x="34401" y="670448"/>
                  </a:lnTo>
                  <a:lnTo>
                    <a:pt x="71741" y="695620"/>
                  </a:lnTo>
                  <a:lnTo>
                    <a:pt x="117475" y="704850"/>
                  </a:lnTo>
                  <a:lnTo>
                    <a:pt x="7978775" y="704850"/>
                  </a:lnTo>
                  <a:lnTo>
                    <a:pt x="8024508" y="695620"/>
                  </a:lnTo>
                  <a:lnTo>
                    <a:pt x="8061848" y="670448"/>
                  </a:lnTo>
                  <a:lnTo>
                    <a:pt x="8087020" y="633108"/>
                  </a:lnTo>
                  <a:lnTo>
                    <a:pt x="8096250" y="587375"/>
                  </a:lnTo>
                  <a:lnTo>
                    <a:pt x="8096250" y="117475"/>
                  </a:lnTo>
                  <a:lnTo>
                    <a:pt x="8087020" y="71741"/>
                  </a:lnTo>
                  <a:lnTo>
                    <a:pt x="8061848" y="34401"/>
                  </a:lnTo>
                  <a:lnTo>
                    <a:pt x="8024508" y="9229"/>
                  </a:lnTo>
                  <a:lnTo>
                    <a:pt x="7978775" y="0"/>
                  </a:lnTo>
                  <a:close/>
                </a:path>
              </a:pathLst>
            </a:custGeom>
            <a:solidFill>
              <a:srgbClr val="B924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A700EE4B-4D72-B70F-10A8-0E5E71A09E43}"/>
              </a:ext>
            </a:extLst>
          </p:cNvPr>
          <p:cNvSpPr txBox="1"/>
          <p:nvPr/>
        </p:nvSpPr>
        <p:spPr>
          <a:xfrm>
            <a:off x="3766457" y="56282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Push() Operation </a:t>
            </a:r>
            <a:endParaRPr lang="en-IN" sz="32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AA0675-2C2F-9703-9A0E-F84465558D0E}"/>
              </a:ext>
            </a:extLst>
          </p:cNvPr>
          <p:cNvSpPr txBox="1"/>
          <p:nvPr/>
        </p:nvSpPr>
        <p:spPr>
          <a:xfrm>
            <a:off x="8153400" y="1014810"/>
            <a:ext cx="3200400" cy="1835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1800" spc="5" dirty="0">
                <a:latin typeface="Arial MT"/>
                <a:cs typeface="Arial MT"/>
              </a:rPr>
              <a:t>struct</a:t>
            </a:r>
            <a:r>
              <a:rPr lang="en-US" sz="1800" spc="-95" dirty="0">
                <a:latin typeface="Arial MT"/>
                <a:cs typeface="Arial MT"/>
              </a:rPr>
              <a:t> </a:t>
            </a:r>
            <a:r>
              <a:rPr lang="en-US" sz="1800" spc="-30" dirty="0">
                <a:latin typeface="Arial MT"/>
                <a:cs typeface="Arial MT"/>
              </a:rPr>
              <a:t>node</a:t>
            </a:r>
            <a:endParaRPr lang="en-US" sz="1800" dirty="0">
              <a:latin typeface="Arial MT"/>
              <a:cs typeface="Arial MT"/>
            </a:endParaRPr>
          </a:p>
          <a:p>
            <a:pPr marL="393700">
              <a:lnSpc>
                <a:spcPts val="2870"/>
              </a:lnSpc>
              <a:spcBef>
                <a:spcPts val="125"/>
              </a:spcBef>
            </a:pPr>
            <a:r>
              <a:rPr lang="en-US" sz="1800" dirty="0">
                <a:latin typeface="Arial MT"/>
                <a:cs typeface="Arial MT"/>
              </a:rPr>
              <a:t>{</a:t>
            </a:r>
          </a:p>
          <a:p>
            <a:pPr marL="479425">
              <a:lnSpc>
                <a:spcPts val="2855"/>
              </a:lnSpc>
            </a:pPr>
            <a:r>
              <a:rPr lang="en-US" sz="1800" dirty="0">
                <a:latin typeface="Arial MT"/>
                <a:cs typeface="Arial MT"/>
              </a:rPr>
              <a:t>int</a:t>
            </a:r>
            <a:r>
              <a:rPr lang="en-US" sz="1800" spc="-100" dirty="0">
                <a:latin typeface="Arial MT"/>
                <a:cs typeface="Arial MT"/>
              </a:rPr>
              <a:t> </a:t>
            </a:r>
            <a:r>
              <a:rPr lang="en-US" sz="1800" spc="-35" dirty="0">
                <a:latin typeface="Arial MT"/>
                <a:cs typeface="Arial MT"/>
              </a:rPr>
              <a:t>data;</a:t>
            </a:r>
            <a:endParaRPr lang="en-US" sz="1800" dirty="0">
              <a:latin typeface="Arial MT"/>
              <a:cs typeface="Arial MT"/>
            </a:endParaRPr>
          </a:p>
          <a:p>
            <a:pPr marL="479425">
              <a:lnSpc>
                <a:spcPts val="2865"/>
              </a:lnSpc>
            </a:pPr>
            <a:r>
              <a:rPr lang="en-US" sz="1800" spc="5" dirty="0">
                <a:latin typeface="Arial MT"/>
                <a:cs typeface="Arial MT"/>
              </a:rPr>
              <a:t>struct</a:t>
            </a:r>
            <a:r>
              <a:rPr lang="en-US" sz="1800" spc="-75" dirty="0">
                <a:latin typeface="Arial MT"/>
                <a:cs typeface="Arial MT"/>
              </a:rPr>
              <a:t> </a:t>
            </a:r>
            <a:r>
              <a:rPr lang="en-US" sz="1800" spc="-30" dirty="0">
                <a:latin typeface="Arial MT"/>
                <a:cs typeface="Arial MT"/>
              </a:rPr>
              <a:t>node</a:t>
            </a:r>
            <a:r>
              <a:rPr lang="en-US" sz="1800" spc="70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*</a:t>
            </a:r>
            <a:r>
              <a:rPr lang="en-US" sz="1800" spc="-55" dirty="0">
                <a:latin typeface="Arial MT"/>
                <a:cs typeface="Arial MT"/>
              </a:rPr>
              <a:t> </a:t>
            </a:r>
            <a:r>
              <a:rPr lang="en-US" sz="1800" spc="-40" dirty="0">
                <a:latin typeface="Arial MT"/>
                <a:cs typeface="Arial MT"/>
              </a:rPr>
              <a:t>next;</a:t>
            </a:r>
            <a:endParaRPr lang="en-US" sz="1800" dirty="0">
              <a:latin typeface="Arial MT"/>
              <a:cs typeface="Arial MT"/>
            </a:endParaRPr>
          </a:p>
          <a:p>
            <a:pPr marL="479425">
              <a:lnSpc>
                <a:spcPts val="2865"/>
              </a:lnSpc>
              <a:spcBef>
                <a:spcPts val="45"/>
              </a:spcBef>
            </a:pPr>
            <a:r>
              <a:rPr lang="en-US" sz="1800" spc="20" dirty="0">
                <a:latin typeface="Arial MT"/>
                <a:cs typeface="Arial MT"/>
              </a:rPr>
              <a:t>}</a:t>
            </a:r>
            <a:r>
              <a:rPr lang="en-US" sz="1800" spc="-15" dirty="0">
                <a:latin typeface="Arial MT"/>
                <a:cs typeface="Arial MT"/>
              </a:rPr>
              <a:t>*top=NULL;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474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E6794-093A-C98F-4362-AEE1041BD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8994" y="86677"/>
            <a:ext cx="2874010" cy="430887"/>
          </a:xfrm>
        </p:spPr>
        <p:txBody>
          <a:bodyPr/>
          <a:lstStyle/>
          <a:p>
            <a:endParaRPr lang="en-IN" sz="2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02B7BF-3E8C-3621-2ABB-F04DE85C9E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3271" y="3754725"/>
            <a:ext cx="2146410" cy="106050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98EDD70-0FE9-A054-7EBE-9E51EB0E73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8327" y="3678522"/>
            <a:ext cx="1886047" cy="113670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3039B4F-4472-6D98-16A8-AED3803099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3556" y="3043445"/>
            <a:ext cx="1435174" cy="37466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3241AC6-EC86-7E49-1C7F-F748D6E005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0200" y="3665821"/>
            <a:ext cx="1701887" cy="114940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1337D2D-F0D2-7B49-2828-B51EBD134E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33786" y="4116692"/>
            <a:ext cx="946199" cy="24766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DC0394B-A059-6EAA-6B5A-90621556D1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02087" y="4116693"/>
            <a:ext cx="946199" cy="24766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6B7E00C-823D-373A-874C-DF85E01893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33556" y="948484"/>
            <a:ext cx="4642089" cy="1384371"/>
          </a:xfrm>
          <a:prstGeom prst="rect">
            <a:avLst/>
          </a:prstGeom>
        </p:spPr>
      </p:pic>
      <p:grpSp>
        <p:nvGrpSpPr>
          <p:cNvPr id="3" name="object 2">
            <a:extLst>
              <a:ext uri="{FF2B5EF4-FFF2-40B4-BE49-F238E27FC236}">
                <a16:creationId xmlns:a16="http://schemas.microsoft.com/office/drawing/2014/main" id="{5DA79314-5389-26D8-9142-9238E36C9226}"/>
              </a:ext>
            </a:extLst>
          </p:cNvPr>
          <p:cNvGrpSpPr/>
          <p:nvPr/>
        </p:nvGrpSpPr>
        <p:grpSpPr>
          <a:xfrm>
            <a:off x="2667000" y="134366"/>
            <a:ext cx="6096001" cy="852805"/>
            <a:chOff x="2943225" y="209486"/>
            <a:chExt cx="8225155" cy="852805"/>
          </a:xfrm>
        </p:grpSpPr>
        <p:pic>
          <p:nvPicPr>
            <p:cNvPr id="4" name="object 3">
              <a:extLst>
                <a:ext uri="{FF2B5EF4-FFF2-40B4-BE49-F238E27FC236}">
                  <a16:creationId xmlns:a16="http://schemas.microsoft.com/office/drawing/2014/main" id="{0E9B55B1-5FBB-95C3-66B8-9D7449E71A18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943225" y="209486"/>
              <a:ext cx="8224901" cy="833437"/>
            </a:xfrm>
            <a:prstGeom prst="rect">
              <a:avLst/>
            </a:prstGeom>
          </p:spPr>
        </p:pic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16EE0F1-62EC-C8D5-C867-F41F4B935AA6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952750" y="295211"/>
              <a:ext cx="4072001" cy="766762"/>
            </a:xfrm>
            <a:prstGeom prst="rect">
              <a:avLst/>
            </a:prstGeom>
          </p:spPr>
        </p:pic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B4131218-DCC9-FF03-BB91-4BF0C5AF16D2}"/>
                </a:ext>
              </a:extLst>
            </p:cNvPr>
            <p:cNvSpPr/>
            <p:nvPr/>
          </p:nvSpPr>
          <p:spPr>
            <a:xfrm>
              <a:off x="2981325" y="247650"/>
              <a:ext cx="8096250" cy="704850"/>
            </a:xfrm>
            <a:custGeom>
              <a:avLst/>
              <a:gdLst/>
              <a:ahLst/>
              <a:cxnLst/>
              <a:rect l="l" t="t" r="r" b="b"/>
              <a:pathLst>
                <a:path w="8096250" h="704850">
                  <a:moveTo>
                    <a:pt x="7978775" y="0"/>
                  </a:moveTo>
                  <a:lnTo>
                    <a:pt x="117475" y="0"/>
                  </a:lnTo>
                  <a:lnTo>
                    <a:pt x="71741" y="9229"/>
                  </a:lnTo>
                  <a:lnTo>
                    <a:pt x="34401" y="34401"/>
                  </a:lnTo>
                  <a:lnTo>
                    <a:pt x="9229" y="71741"/>
                  </a:lnTo>
                  <a:lnTo>
                    <a:pt x="0" y="117475"/>
                  </a:lnTo>
                  <a:lnTo>
                    <a:pt x="0" y="587375"/>
                  </a:lnTo>
                  <a:lnTo>
                    <a:pt x="9229" y="633108"/>
                  </a:lnTo>
                  <a:lnTo>
                    <a:pt x="34401" y="670448"/>
                  </a:lnTo>
                  <a:lnTo>
                    <a:pt x="71741" y="695620"/>
                  </a:lnTo>
                  <a:lnTo>
                    <a:pt x="117475" y="704850"/>
                  </a:lnTo>
                  <a:lnTo>
                    <a:pt x="7978775" y="704850"/>
                  </a:lnTo>
                  <a:lnTo>
                    <a:pt x="8024508" y="695620"/>
                  </a:lnTo>
                  <a:lnTo>
                    <a:pt x="8061848" y="670448"/>
                  </a:lnTo>
                  <a:lnTo>
                    <a:pt x="8087020" y="633108"/>
                  </a:lnTo>
                  <a:lnTo>
                    <a:pt x="8096250" y="587375"/>
                  </a:lnTo>
                  <a:lnTo>
                    <a:pt x="8096250" y="117475"/>
                  </a:lnTo>
                  <a:lnTo>
                    <a:pt x="8087020" y="71741"/>
                  </a:lnTo>
                  <a:lnTo>
                    <a:pt x="8061848" y="34401"/>
                  </a:lnTo>
                  <a:lnTo>
                    <a:pt x="8024508" y="9229"/>
                  </a:lnTo>
                  <a:lnTo>
                    <a:pt x="7978775" y="0"/>
                  </a:lnTo>
                  <a:close/>
                </a:path>
              </a:pathLst>
            </a:custGeom>
            <a:solidFill>
              <a:srgbClr val="B924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50946861-81D0-07A3-B58E-7C0E5ED5CFA6}"/>
              </a:ext>
            </a:extLst>
          </p:cNvPr>
          <p:cNvSpPr txBox="1"/>
          <p:nvPr/>
        </p:nvSpPr>
        <p:spPr>
          <a:xfrm>
            <a:off x="4031985" y="154902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Push() Operation </a:t>
            </a:r>
            <a:endParaRPr lang="en-IN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547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943225" y="209486"/>
            <a:ext cx="5514975" cy="852805"/>
            <a:chOff x="2943225" y="209486"/>
            <a:chExt cx="8225155" cy="8528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43225" y="209486"/>
              <a:ext cx="8224901" cy="83343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52750" y="295211"/>
              <a:ext cx="4072001" cy="76676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981325" y="247650"/>
              <a:ext cx="8096250" cy="704850"/>
            </a:xfrm>
            <a:custGeom>
              <a:avLst/>
              <a:gdLst/>
              <a:ahLst/>
              <a:cxnLst/>
              <a:rect l="l" t="t" r="r" b="b"/>
              <a:pathLst>
                <a:path w="8096250" h="704850">
                  <a:moveTo>
                    <a:pt x="7978775" y="0"/>
                  </a:moveTo>
                  <a:lnTo>
                    <a:pt x="117475" y="0"/>
                  </a:lnTo>
                  <a:lnTo>
                    <a:pt x="71741" y="9229"/>
                  </a:lnTo>
                  <a:lnTo>
                    <a:pt x="34401" y="34401"/>
                  </a:lnTo>
                  <a:lnTo>
                    <a:pt x="9229" y="71741"/>
                  </a:lnTo>
                  <a:lnTo>
                    <a:pt x="0" y="117475"/>
                  </a:lnTo>
                  <a:lnTo>
                    <a:pt x="0" y="587375"/>
                  </a:lnTo>
                  <a:lnTo>
                    <a:pt x="9229" y="633108"/>
                  </a:lnTo>
                  <a:lnTo>
                    <a:pt x="34401" y="670448"/>
                  </a:lnTo>
                  <a:lnTo>
                    <a:pt x="71741" y="695620"/>
                  </a:lnTo>
                  <a:lnTo>
                    <a:pt x="117475" y="704850"/>
                  </a:lnTo>
                  <a:lnTo>
                    <a:pt x="7978775" y="704850"/>
                  </a:lnTo>
                  <a:lnTo>
                    <a:pt x="8024508" y="695620"/>
                  </a:lnTo>
                  <a:lnTo>
                    <a:pt x="8061848" y="670448"/>
                  </a:lnTo>
                  <a:lnTo>
                    <a:pt x="8087020" y="633108"/>
                  </a:lnTo>
                  <a:lnTo>
                    <a:pt x="8096250" y="587375"/>
                  </a:lnTo>
                  <a:lnTo>
                    <a:pt x="8096250" y="117475"/>
                  </a:lnTo>
                  <a:lnTo>
                    <a:pt x="8087020" y="71741"/>
                  </a:lnTo>
                  <a:lnTo>
                    <a:pt x="8061848" y="34401"/>
                  </a:lnTo>
                  <a:lnTo>
                    <a:pt x="8024508" y="9229"/>
                  </a:lnTo>
                  <a:lnTo>
                    <a:pt x="7978775" y="0"/>
                  </a:lnTo>
                  <a:close/>
                </a:path>
              </a:pathLst>
            </a:custGeom>
            <a:solidFill>
              <a:srgbClr val="B924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161919" y="386016"/>
            <a:ext cx="360045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5" dirty="0">
                <a:latin typeface="Calibri"/>
                <a:cs typeface="Calibri"/>
              </a:rPr>
              <a:t>PUSH</a:t>
            </a:r>
            <a:r>
              <a:rPr b="1" spc="-65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OPERATION</a:t>
            </a:r>
            <a:r>
              <a:rPr b="1" spc="-120" dirty="0">
                <a:latin typeface="Calibri"/>
                <a:cs typeface="Calibri"/>
              </a:rPr>
              <a:t> </a:t>
            </a:r>
            <a:r>
              <a:rPr b="1" spc="10" dirty="0">
                <a:latin typeface="Calibri"/>
                <a:cs typeface="Calibri"/>
              </a:rPr>
              <a:t>ON</a:t>
            </a:r>
            <a:r>
              <a:rPr b="1" spc="-55" dirty="0">
                <a:latin typeface="Calibri"/>
                <a:cs typeface="Calibri"/>
              </a:rPr>
              <a:t> STACK</a:t>
            </a: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990724" cy="60007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35292" y="1206944"/>
            <a:ext cx="7508875" cy="3211195"/>
          </a:xfrm>
          <a:prstGeom prst="rect">
            <a:avLst/>
          </a:prstGeom>
        </p:spPr>
        <p:txBody>
          <a:bodyPr vert="horz" wrap="square" lIns="0" tIns="142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25"/>
              </a:spcBef>
            </a:pPr>
            <a:r>
              <a:rPr sz="2400" b="1" spc="-15" dirty="0">
                <a:latin typeface="Calibri"/>
                <a:cs typeface="Calibri"/>
              </a:rPr>
              <a:t>ALGORITHM:</a:t>
            </a:r>
            <a:endParaRPr sz="2400" b="1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25"/>
              </a:spcBef>
            </a:pPr>
            <a:r>
              <a:rPr sz="2400" dirty="0">
                <a:latin typeface="Times New Roman"/>
                <a:cs typeface="Times New Roman"/>
              </a:rPr>
              <a:t>Step 1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-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Create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newNode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Times New Roman"/>
                <a:cs typeface="Times New Roman"/>
              </a:rPr>
              <a:t>given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spc="-30" dirty="0">
                <a:latin typeface="Times New Roman"/>
                <a:cs typeface="Times New Roman"/>
              </a:rPr>
              <a:t>value.</a:t>
            </a:r>
            <a:endParaRPr sz="2400" dirty="0">
              <a:latin typeface="Times New Roman"/>
              <a:cs typeface="Times New Roman"/>
            </a:endParaRPr>
          </a:p>
          <a:p>
            <a:pPr marL="12700" marR="147955">
              <a:lnSpc>
                <a:spcPts val="4360"/>
              </a:lnSpc>
              <a:spcBef>
                <a:spcPts val="310"/>
              </a:spcBef>
            </a:pPr>
            <a:r>
              <a:rPr sz="2400" dirty="0">
                <a:latin typeface="Times New Roman"/>
                <a:cs typeface="Times New Roman"/>
              </a:rPr>
              <a:t>Step 2 - </a:t>
            </a:r>
            <a:r>
              <a:rPr sz="2400" spc="-30" dirty="0">
                <a:latin typeface="Times New Roman"/>
                <a:cs typeface="Times New Roman"/>
              </a:rPr>
              <a:t>Check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30" dirty="0">
                <a:latin typeface="Times New Roman"/>
                <a:cs typeface="Times New Roman"/>
              </a:rPr>
              <a:t>whether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30" dirty="0">
                <a:latin typeface="Times New Roman"/>
                <a:cs typeface="Times New Roman"/>
              </a:rPr>
              <a:t>stack</a:t>
            </a:r>
            <a:r>
              <a:rPr sz="2400" spc="5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 </a:t>
            </a:r>
            <a:r>
              <a:rPr sz="2400" b="1" spc="5" dirty="0">
                <a:latin typeface="Times New Roman"/>
                <a:cs typeface="Times New Roman"/>
              </a:rPr>
              <a:t>Empty </a:t>
            </a:r>
            <a:r>
              <a:rPr sz="2400" spc="10" dirty="0">
                <a:latin typeface="Times New Roman"/>
                <a:cs typeface="Times New Roman"/>
              </a:rPr>
              <a:t>(</a:t>
            </a:r>
            <a:r>
              <a:rPr sz="2400" b="1" spc="10" dirty="0">
                <a:latin typeface="Times New Roman"/>
                <a:cs typeface="Times New Roman"/>
              </a:rPr>
              <a:t>top </a:t>
            </a:r>
            <a:r>
              <a:rPr sz="2400" spc="-5" dirty="0">
                <a:latin typeface="Times New Roman"/>
                <a:cs typeface="Times New Roman"/>
              </a:rPr>
              <a:t>== </a:t>
            </a:r>
            <a:r>
              <a:rPr sz="2400" b="1" spc="-15" dirty="0">
                <a:latin typeface="Times New Roman"/>
                <a:cs typeface="Times New Roman"/>
              </a:rPr>
              <a:t>NULL</a:t>
            </a:r>
            <a:r>
              <a:rPr sz="2400" spc="-15" dirty="0">
                <a:latin typeface="Times New Roman"/>
                <a:cs typeface="Times New Roman"/>
              </a:rPr>
              <a:t>) 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Step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3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-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10" dirty="0">
                <a:latin typeface="Times New Roman"/>
                <a:cs typeface="Times New Roman"/>
              </a:rPr>
              <a:t>If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Empty</a:t>
            </a:r>
            <a:r>
              <a:rPr sz="2400" spc="-10" dirty="0">
                <a:latin typeface="Times New Roman"/>
                <a:cs typeface="Times New Roman"/>
              </a:rPr>
              <a:t>,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then</a:t>
            </a:r>
            <a:r>
              <a:rPr sz="2400" spc="70" dirty="0">
                <a:latin typeface="Times New Roman"/>
                <a:cs typeface="Times New Roman"/>
              </a:rPr>
              <a:t> </a:t>
            </a:r>
            <a:r>
              <a:rPr sz="2400" spc="-45" dirty="0">
                <a:latin typeface="Times New Roman"/>
                <a:cs typeface="Times New Roman"/>
              </a:rPr>
              <a:t>set</a:t>
            </a:r>
            <a:r>
              <a:rPr sz="2400" spc="165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newNode </a:t>
            </a:r>
            <a:r>
              <a:rPr sz="2400" b="1" dirty="0">
                <a:latin typeface="Times New Roman"/>
                <a:cs typeface="Times New Roman"/>
              </a:rPr>
              <a:t>→ </a:t>
            </a:r>
            <a:r>
              <a:rPr sz="2400" b="1" spc="-5" dirty="0">
                <a:latin typeface="Times New Roman"/>
                <a:cs typeface="Times New Roman"/>
              </a:rPr>
              <a:t>next</a:t>
            </a:r>
            <a:r>
              <a:rPr sz="2400" b="1" spc="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b="1" spc="-15" dirty="0">
                <a:latin typeface="Times New Roman"/>
                <a:cs typeface="Times New Roman"/>
              </a:rPr>
              <a:t>NULL</a:t>
            </a:r>
            <a:r>
              <a:rPr sz="2400" spc="-15" dirty="0">
                <a:latin typeface="Times New Roman"/>
                <a:cs typeface="Times New Roman"/>
              </a:rPr>
              <a:t>.</a:t>
            </a:r>
            <a:endParaRPr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sz="2400" dirty="0">
                <a:latin typeface="Times New Roman"/>
                <a:cs typeface="Times New Roman"/>
              </a:rPr>
              <a:t>Step 4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-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10" dirty="0">
                <a:latin typeface="Times New Roman"/>
                <a:cs typeface="Times New Roman"/>
              </a:rPr>
              <a:t>If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Not</a:t>
            </a:r>
            <a:r>
              <a:rPr sz="2400" b="1" spc="2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Empty</a:t>
            </a:r>
            <a:r>
              <a:rPr sz="2400" spc="-10" dirty="0">
                <a:latin typeface="Times New Roman"/>
                <a:cs typeface="Times New Roman"/>
              </a:rPr>
              <a:t>,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then</a:t>
            </a:r>
            <a:r>
              <a:rPr sz="2400" spc="70" dirty="0">
                <a:latin typeface="Times New Roman"/>
                <a:cs typeface="Times New Roman"/>
              </a:rPr>
              <a:t> </a:t>
            </a:r>
            <a:r>
              <a:rPr sz="2400" spc="-45" dirty="0">
                <a:latin typeface="Times New Roman"/>
                <a:cs typeface="Times New Roman"/>
              </a:rPr>
              <a:t>set</a:t>
            </a:r>
            <a:r>
              <a:rPr sz="2400" spc="170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newNode </a:t>
            </a:r>
            <a:r>
              <a:rPr sz="2400" b="1" spc="5" dirty="0">
                <a:latin typeface="Times New Roman"/>
                <a:cs typeface="Times New Roman"/>
              </a:rPr>
              <a:t>→</a:t>
            </a:r>
            <a:r>
              <a:rPr sz="2400" b="1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next</a:t>
            </a:r>
            <a:r>
              <a:rPr sz="2400" b="1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 </a:t>
            </a:r>
            <a:r>
              <a:rPr sz="2400" b="1" spc="5" dirty="0">
                <a:latin typeface="Times New Roman"/>
                <a:cs typeface="Times New Roman"/>
              </a:rPr>
              <a:t>top</a:t>
            </a:r>
            <a:r>
              <a:rPr sz="2400" spc="5" dirty="0">
                <a:latin typeface="Times New Roman"/>
                <a:cs typeface="Times New Roman"/>
              </a:rPr>
              <a:t>.</a:t>
            </a:r>
            <a:endParaRPr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80"/>
              </a:spcBef>
            </a:pPr>
            <a:r>
              <a:rPr sz="2400" dirty="0">
                <a:latin typeface="Times New Roman"/>
                <a:cs typeface="Times New Roman"/>
              </a:rPr>
              <a:t>Step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5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-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40" dirty="0">
                <a:latin typeface="Times New Roman"/>
                <a:cs typeface="Times New Roman"/>
              </a:rPr>
              <a:t>Finally,</a:t>
            </a:r>
            <a:r>
              <a:rPr sz="2400" spc="140" dirty="0">
                <a:latin typeface="Times New Roman"/>
                <a:cs typeface="Times New Roman"/>
              </a:rPr>
              <a:t> </a:t>
            </a:r>
            <a:r>
              <a:rPr sz="2400" spc="-45" dirty="0">
                <a:latin typeface="Times New Roman"/>
                <a:cs typeface="Times New Roman"/>
              </a:rPr>
              <a:t>set</a:t>
            </a:r>
            <a:r>
              <a:rPr sz="2400" spc="90" dirty="0">
                <a:latin typeface="Times New Roman"/>
                <a:cs typeface="Times New Roman"/>
              </a:rPr>
              <a:t> </a:t>
            </a:r>
            <a:r>
              <a:rPr sz="2400" b="1" spc="5" dirty="0">
                <a:latin typeface="Times New Roman"/>
                <a:cs typeface="Times New Roman"/>
              </a:rPr>
              <a:t>top</a:t>
            </a:r>
            <a:r>
              <a:rPr sz="2400" b="1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newNode</a:t>
            </a:r>
            <a:r>
              <a:rPr sz="2400" spc="-5" dirty="0">
                <a:latin typeface="Times New Roman"/>
                <a:cs typeface="Times New Roman"/>
              </a:rPr>
              <a:t>.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80"/>
              </a:lnSpc>
            </a:pPr>
            <a:r>
              <a:rPr spc="15" dirty="0"/>
              <a:t>C</a:t>
            </a:r>
            <a:r>
              <a:rPr spc="10" dirty="0"/>
              <a:t>R</a:t>
            </a:r>
            <a:r>
              <a:rPr spc="-20" dirty="0"/>
              <a:t>EATE</a:t>
            </a:r>
            <a:r>
              <a:rPr spc="15" dirty="0"/>
              <a:t>D</a:t>
            </a:r>
            <a:r>
              <a:rPr spc="-20" dirty="0"/>
              <a:t> </a:t>
            </a:r>
            <a:r>
              <a:rPr spc="10" dirty="0"/>
              <a:t>BY</a:t>
            </a:r>
            <a:r>
              <a:rPr spc="-60" dirty="0"/>
              <a:t> </a:t>
            </a:r>
            <a:r>
              <a:rPr spc="25" dirty="0"/>
              <a:t>K</a:t>
            </a:r>
            <a:r>
              <a:rPr spc="5" dirty="0"/>
              <a:t>.</a:t>
            </a:r>
            <a:r>
              <a:rPr spc="-20" dirty="0"/>
              <a:t> </a:t>
            </a:r>
            <a:r>
              <a:rPr spc="-5" dirty="0"/>
              <a:t>V</a:t>
            </a:r>
            <a:r>
              <a:rPr spc="20" dirty="0"/>
              <a:t>I</a:t>
            </a:r>
            <a:r>
              <a:rPr spc="15" dirty="0"/>
              <a:t>C</a:t>
            </a:r>
            <a:r>
              <a:rPr spc="-20" dirty="0"/>
              <a:t>T</a:t>
            </a:r>
            <a:r>
              <a:rPr spc="-10" dirty="0"/>
              <a:t>O</a:t>
            </a:r>
            <a:r>
              <a:rPr spc="10" dirty="0"/>
              <a:t>R</a:t>
            </a:r>
            <a:r>
              <a:rPr spc="-35" dirty="0"/>
              <a:t> </a:t>
            </a:r>
            <a:r>
              <a:rPr spc="15" dirty="0"/>
              <a:t>B</a:t>
            </a:r>
            <a:r>
              <a:rPr spc="-15" dirty="0"/>
              <a:t>A</a:t>
            </a:r>
            <a:r>
              <a:rPr spc="15" dirty="0"/>
              <a:t>BU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BCC48-5E75-02FF-733A-18231F920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8994" y="86676"/>
            <a:ext cx="2874010" cy="492443"/>
          </a:xfrm>
        </p:spPr>
        <p:txBody>
          <a:bodyPr/>
          <a:lstStyle/>
          <a:p>
            <a:endParaRPr lang="en-IN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D97DB3-7108-5DFC-9DD1-068634B46E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914400"/>
            <a:ext cx="10770154" cy="13526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0D150D9-63C5-84A4-05E8-A740E46B12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61" y="2609281"/>
            <a:ext cx="8071265" cy="13843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E1114C9-21F4-8319-40B5-6BD54D90DC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4335913"/>
            <a:ext cx="5061210" cy="1327218"/>
          </a:xfrm>
          <a:prstGeom prst="rect">
            <a:avLst/>
          </a:prstGeom>
        </p:spPr>
      </p:pic>
      <p:grpSp>
        <p:nvGrpSpPr>
          <p:cNvPr id="3" name="object 2">
            <a:extLst>
              <a:ext uri="{FF2B5EF4-FFF2-40B4-BE49-F238E27FC236}">
                <a16:creationId xmlns:a16="http://schemas.microsoft.com/office/drawing/2014/main" id="{333D4460-CF5B-CAF3-96F1-085EB7EC339F}"/>
              </a:ext>
            </a:extLst>
          </p:cNvPr>
          <p:cNvGrpSpPr/>
          <p:nvPr/>
        </p:nvGrpSpPr>
        <p:grpSpPr>
          <a:xfrm>
            <a:off x="2514601" y="61595"/>
            <a:ext cx="5715000" cy="852805"/>
            <a:chOff x="2943225" y="209486"/>
            <a:chExt cx="8225155" cy="852805"/>
          </a:xfrm>
        </p:grpSpPr>
        <p:pic>
          <p:nvPicPr>
            <p:cNvPr id="4" name="object 3">
              <a:extLst>
                <a:ext uri="{FF2B5EF4-FFF2-40B4-BE49-F238E27FC236}">
                  <a16:creationId xmlns:a16="http://schemas.microsoft.com/office/drawing/2014/main" id="{4BCA9650-08F9-7112-95CE-1A0B625C1735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43225" y="209486"/>
              <a:ext cx="8224901" cy="833437"/>
            </a:xfrm>
            <a:prstGeom prst="rect">
              <a:avLst/>
            </a:prstGeom>
          </p:spPr>
        </p:pic>
        <p:pic>
          <p:nvPicPr>
            <p:cNvPr id="6" name="object 4">
              <a:extLst>
                <a:ext uri="{FF2B5EF4-FFF2-40B4-BE49-F238E27FC236}">
                  <a16:creationId xmlns:a16="http://schemas.microsoft.com/office/drawing/2014/main" id="{0152E99E-5532-F8D2-834F-56E487145761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952750" y="295211"/>
              <a:ext cx="4072001" cy="766762"/>
            </a:xfrm>
            <a:prstGeom prst="rect">
              <a:avLst/>
            </a:prstGeom>
          </p:spPr>
        </p:pic>
        <p:sp>
          <p:nvSpPr>
            <p:cNvPr id="8" name="object 5">
              <a:extLst>
                <a:ext uri="{FF2B5EF4-FFF2-40B4-BE49-F238E27FC236}">
                  <a16:creationId xmlns:a16="http://schemas.microsoft.com/office/drawing/2014/main" id="{F8DCB4E7-EFA5-76F9-BB0E-9EF7C5981425}"/>
                </a:ext>
              </a:extLst>
            </p:cNvPr>
            <p:cNvSpPr/>
            <p:nvPr/>
          </p:nvSpPr>
          <p:spPr>
            <a:xfrm>
              <a:off x="2981325" y="247650"/>
              <a:ext cx="8096250" cy="704850"/>
            </a:xfrm>
            <a:custGeom>
              <a:avLst/>
              <a:gdLst/>
              <a:ahLst/>
              <a:cxnLst/>
              <a:rect l="l" t="t" r="r" b="b"/>
              <a:pathLst>
                <a:path w="8096250" h="704850">
                  <a:moveTo>
                    <a:pt x="7978775" y="0"/>
                  </a:moveTo>
                  <a:lnTo>
                    <a:pt x="117475" y="0"/>
                  </a:lnTo>
                  <a:lnTo>
                    <a:pt x="71741" y="9229"/>
                  </a:lnTo>
                  <a:lnTo>
                    <a:pt x="34401" y="34401"/>
                  </a:lnTo>
                  <a:lnTo>
                    <a:pt x="9229" y="71741"/>
                  </a:lnTo>
                  <a:lnTo>
                    <a:pt x="0" y="117475"/>
                  </a:lnTo>
                  <a:lnTo>
                    <a:pt x="0" y="587375"/>
                  </a:lnTo>
                  <a:lnTo>
                    <a:pt x="9229" y="633108"/>
                  </a:lnTo>
                  <a:lnTo>
                    <a:pt x="34401" y="670448"/>
                  </a:lnTo>
                  <a:lnTo>
                    <a:pt x="71741" y="695620"/>
                  </a:lnTo>
                  <a:lnTo>
                    <a:pt x="117475" y="704850"/>
                  </a:lnTo>
                  <a:lnTo>
                    <a:pt x="7978775" y="704850"/>
                  </a:lnTo>
                  <a:lnTo>
                    <a:pt x="8024508" y="695620"/>
                  </a:lnTo>
                  <a:lnTo>
                    <a:pt x="8061848" y="670448"/>
                  </a:lnTo>
                  <a:lnTo>
                    <a:pt x="8087020" y="633108"/>
                  </a:lnTo>
                  <a:lnTo>
                    <a:pt x="8096250" y="587375"/>
                  </a:lnTo>
                  <a:lnTo>
                    <a:pt x="8096250" y="117475"/>
                  </a:lnTo>
                  <a:lnTo>
                    <a:pt x="8087020" y="71741"/>
                  </a:lnTo>
                  <a:lnTo>
                    <a:pt x="8061848" y="34401"/>
                  </a:lnTo>
                  <a:lnTo>
                    <a:pt x="8024508" y="9229"/>
                  </a:lnTo>
                  <a:lnTo>
                    <a:pt x="7978775" y="0"/>
                  </a:lnTo>
                  <a:close/>
                </a:path>
              </a:pathLst>
            </a:custGeom>
            <a:solidFill>
              <a:srgbClr val="B924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52655EA4-50D9-BB0C-B08C-DA951E9C144B}"/>
              </a:ext>
            </a:extLst>
          </p:cNvPr>
          <p:cNvSpPr txBox="1"/>
          <p:nvPr/>
        </p:nvSpPr>
        <p:spPr>
          <a:xfrm>
            <a:off x="4016565" y="128783"/>
            <a:ext cx="459403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Pop()  Operation </a:t>
            </a:r>
            <a:endParaRPr lang="en-IN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3379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857500" y="209486"/>
            <a:ext cx="5600700" cy="900430"/>
            <a:chOff x="2857500" y="209486"/>
            <a:chExt cx="8310880" cy="90043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43225" y="209486"/>
              <a:ext cx="8224901" cy="83343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57500" y="247586"/>
              <a:ext cx="7777226" cy="86201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981325" y="247650"/>
              <a:ext cx="8096250" cy="704850"/>
            </a:xfrm>
            <a:custGeom>
              <a:avLst/>
              <a:gdLst/>
              <a:ahLst/>
              <a:cxnLst/>
              <a:rect l="l" t="t" r="r" b="b"/>
              <a:pathLst>
                <a:path w="8096250" h="704850">
                  <a:moveTo>
                    <a:pt x="7978775" y="0"/>
                  </a:moveTo>
                  <a:lnTo>
                    <a:pt x="117475" y="0"/>
                  </a:lnTo>
                  <a:lnTo>
                    <a:pt x="71741" y="9229"/>
                  </a:lnTo>
                  <a:lnTo>
                    <a:pt x="34401" y="34401"/>
                  </a:lnTo>
                  <a:lnTo>
                    <a:pt x="9229" y="71741"/>
                  </a:lnTo>
                  <a:lnTo>
                    <a:pt x="0" y="117475"/>
                  </a:lnTo>
                  <a:lnTo>
                    <a:pt x="0" y="587375"/>
                  </a:lnTo>
                  <a:lnTo>
                    <a:pt x="9229" y="633108"/>
                  </a:lnTo>
                  <a:lnTo>
                    <a:pt x="34401" y="670448"/>
                  </a:lnTo>
                  <a:lnTo>
                    <a:pt x="71741" y="695620"/>
                  </a:lnTo>
                  <a:lnTo>
                    <a:pt x="117475" y="704850"/>
                  </a:lnTo>
                  <a:lnTo>
                    <a:pt x="7978775" y="704850"/>
                  </a:lnTo>
                  <a:lnTo>
                    <a:pt x="8024508" y="695620"/>
                  </a:lnTo>
                  <a:lnTo>
                    <a:pt x="8061848" y="670448"/>
                  </a:lnTo>
                  <a:lnTo>
                    <a:pt x="8087020" y="633108"/>
                  </a:lnTo>
                  <a:lnTo>
                    <a:pt x="8096250" y="587375"/>
                  </a:lnTo>
                  <a:lnTo>
                    <a:pt x="8096250" y="117475"/>
                  </a:lnTo>
                  <a:lnTo>
                    <a:pt x="8087020" y="71741"/>
                  </a:lnTo>
                  <a:lnTo>
                    <a:pt x="8061848" y="34401"/>
                  </a:lnTo>
                  <a:lnTo>
                    <a:pt x="8024508" y="9229"/>
                  </a:lnTo>
                  <a:lnTo>
                    <a:pt x="7978775" y="0"/>
                  </a:lnTo>
                  <a:close/>
                </a:path>
              </a:pathLst>
            </a:custGeom>
            <a:solidFill>
              <a:srgbClr val="B924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095370" y="355218"/>
            <a:ext cx="3989704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b="1" spc="20" dirty="0">
                <a:latin typeface="Calibri"/>
                <a:cs typeface="Calibri"/>
              </a:rPr>
              <a:t>POP</a:t>
            </a:r>
            <a:r>
              <a:rPr sz="2750" b="1" spc="-20" dirty="0">
                <a:latin typeface="Calibri"/>
                <a:cs typeface="Calibri"/>
              </a:rPr>
              <a:t> OPERATION</a:t>
            </a:r>
            <a:r>
              <a:rPr sz="2750" b="1" spc="160" dirty="0">
                <a:latin typeface="Calibri"/>
                <a:cs typeface="Calibri"/>
              </a:rPr>
              <a:t> </a:t>
            </a:r>
            <a:r>
              <a:rPr sz="2750" b="1" spc="15" dirty="0">
                <a:latin typeface="Calibri"/>
                <a:cs typeface="Calibri"/>
              </a:rPr>
              <a:t>ON</a:t>
            </a:r>
            <a:r>
              <a:rPr sz="2750" b="1" spc="5" dirty="0">
                <a:latin typeface="Calibri"/>
                <a:cs typeface="Calibri"/>
              </a:rPr>
              <a:t> </a:t>
            </a:r>
            <a:r>
              <a:rPr sz="2750" b="1" spc="-50" dirty="0">
                <a:latin typeface="Calibri"/>
                <a:cs typeface="Calibri"/>
              </a:rPr>
              <a:t>STACK</a:t>
            </a:r>
            <a:endParaRPr sz="275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424669" y="403161"/>
            <a:ext cx="95504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(Cont..)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990724" cy="60007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35292" y="1336738"/>
            <a:ext cx="11485245" cy="3795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5" dirty="0">
                <a:latin typeface="Calibri"/>
                <a:cs typeface="Calibri"/>
              </a:rPr>
              <a:t>ALGORITHM</a:t>
            </a:r>
            <a:r>
              <a:rPr sz="2400" spc="-15" dirty="0">
                <a:latin typeface="Calibri"/>
                <a:cs typeface="Calibri"/>
              </a:rPr>
              <a:t>: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50" dirty="0">
              <a:latin typeface="Calibri"/>
              <a:cs typeface="Calibri"/>
            </a:endParaRPr>
          </a:p>
          <a:p>
            <a:pPr marL="143510">
              <a:lnSpc>
                <a:spcPct val="100000"/>
              </a:lnSpc>
              <a:spcBef>
                <a:spcPts val="5"/>
              </a:spcBef>
            </a:pPr>
            <a:r>
              <a:rPr sz="2400" spc="-20" dirty="0">
                <a:latin typeface="Arial MT"/>
                <a:cs typeface="Arial MT"/>
              </a:rPr>
              <a:t>Step</a:t>
            </a:r>
            <a:r>
              <a:rPr sz="2400" spc="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1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-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spc="-15" dirty="0">
                <a:latin typeface="Arial MT"/>
                <a:cs typeface="Arial MT"/>
              </a:rPr>
              <a:t>Check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15" dirty="0">
                <a:latin typeface="Arial MT"/>
                <a:cs typeface="Arial MT"/>
              </a:rPr>
              <a:t>whether</a:t>
            </a:r>
            <a:r>
              <a:rPr sz="2400" spc="114" dirty="0">
                <a:latin typeface="Arial MT"/>
                <a:cs typeface="Arial MT"/>
              </a:rPr>
              <a:t> </a:t>
            </a:r>
            <a:r>
              <a:rPr sz="2400" b="1" spc="10" dirty="0">
                <a:latin typeface="Arial"/>
                <a:cs typeface="Arial"/>
              </a:rPr>
              <a:t>stack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b="1" spc="-20" dirty="0">
                <a:latin typeface="Arial"/>
                <a:cs typeface="Arial"/>
              </a:rPr>
              <a:t>Empty</a:t>
            </a:r>
            <a:r>
              <a:rPr sz="2400" b="1" spc="10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(</a:t>
            </a:r>
            <a:r>
              <a:rPr sz="2400" b="1" dirty="0">
                <a:latin typeface="Arial"/>
                <a:cs typeface="Arial"/>
              </a:rPr>
              <a:t>top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spc="10" dirty="0">
                <a:latin typeface="Arial"/>
                <a:cs typeface="Arial"/>
              </a:rPr>
              <a:t>==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NULL</a:t>
            </a:r>
            <a:r>
              <a:rPr sz="2400" spc="-10" dirty="0">
                <a:latin typeface="Arial MT"/>
                <a:cs typeface="Arial MT"/>
              </a:rPr>
              <a:t>).</a:t>
            </a:r>
            <a:endParaRPr sz="2400" dirty="0">
              <a:latin typeface="Arial MT"/>
              <a:cs typeface="Arial MT"/>
            </a:endParaRPr>
          </a:p>
          <a:p>
            <a:pPr marL="143510">
              <a:lnSpc>
                <a:spcPct val="100000"/>
              </a:lnSpc>
              <a:spcBef>
                <a:spcPts val="1470"/>
              </a:spcBef>
            </a:pPr>
            <a:r>
              <a:rPr sz="2400" spc="-20" dirty="0">
                <a:latin typeface="Arial MT"/>
                <a:cs typeface="Arial MT"/>
              </a:rPr>
              <a:t>Step</a:t>
            </a:r>
            <a:r>
              <a:rPr sz="2400" spc="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2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-</a:t>
            </a:r>
            <a:r>
              <a:rPr sz="2400" spc="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If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it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b="1" spc="-25" dirty="0">
                <a:latin typeface="Arial"/>
                <a:cs typeface="Arial"/>
              </a:rPr>
              <a:t>Empty</a:t>
            </a:r>
            <a:r>
              <a:rPr sz="2400" spc="-25" dirty="0">
                <a:latin typeface="Arial MT"/>
                <a:cs typeface="Arial MT"/>
              </a:rPr>
              <a:t>,</a:t>
            </a:r>
            <a:r>
              <a:rPr sz="2400" spc="160" dirty="0">
                <a:latin typeface="Arial MT"/>
                <a:cs typeface="Arial MT"/>
              </a:rPr>
              <a:t> </a:t>
            </a:r>
            <a:r>
              <a:rPr sz="2400" spc="-15" dirty="0">
                <a:latin typeface="Arial MT"/>
                <a:cs typeface="Arial MT"/>
              </a:rPr>
              <a:t>then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30" dirty="0">
                <a:latin typeface="Arial MT"/>
                <a:cs typeface="Arial MT"/>
              </a:rPr>
              <a:t>display</a:t>
            </a:r>
            <a:r>
              <a:rPr sz="2400" spc="175" dirty="0">
                <a:latin typeface="Arial MT"/>
                <a:cs typeface="Arial MT"/>
              </a:rPr>
              <a:t> </a:t>
            </a:r>
            <a:r>
              <a:rPr sz="2400" b="1" dirty="0">
                <a:latin typeface="Arial"/>
                <a:cs typeface="Arial"/>
              </a:rPr>
              <a:t>"Stack</a:t>
            </a:r>
            <a:r>
              <a:rPr sz="2400" b="1" spc="20" dirty="0">
                <a:latin typeface="Arial"/>
                <a:cs typeface="Arial"/>
              </a:rPr>
              <a:t> </a:t>
            </a:r>
            <a:r>
              <a:rPr sz="2400" b="1" spc="40" dirty="0">
                <a:latin typeface="Arial"/>
                <a:cs typeface="Arial"/>
              </a:rPr>
              <a:t>is</a:t>
            </a:r>
            <a:r>
              <a:rPr sz="2400" b="1" spc="-125" dirty="0">
                <a:latin typeface="Arial"/>
                <a:cs typeface="Arial"/>
              </a:rPr>
              <a:t> </a:t>
            </a:r>
            <a:r>
              <a:rPr sz="2400" b="1" spc="-30" dirty="0">
                <a:latin typeface="Arial"/>
                <a:cs typeface="Arial"/>
              </a:rPr>
              <a:t>Empty!!!</a:t>
            </a:r>
            <a:r>
              <a:rPr sz="2400" b="1" spc="254" dirty="0">
                <a:latin typeface="Arial"/>
                <a:cs typeface="Arial"/>
              </a:rPr>
              <a:t> </a:t>
            </a:r>
            <a:r>
              <a:rPr sz="2400" b="1" spc="20" dirty="0">
                <a:latin typeface="Arial"/>
                <a:cs typeface="Arial"/>
              </a:rPr>
              <a:t>Deletion</a:t>
            </a:r>
            <a:r>
              <a:rPr sz="2400" b="1" spc="-180" dirty="0">
                <a:latin typeface="Arial"/>
                <a:cs typeface="Arial"/>
              </a:rPr>
              <a:t> </a:t>
            </a:r>
            <a:r>
              <a:rPr sz="2400" b="1" spc="40" dirty="0">
                <a:latin typeface="Arial"/>
                <a:cs typeface="Arial"/>
              </a:rPr>
              <a:t>is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spc="-30" dirty="0">
                <a:latin typeface="Arial"/>
                <a:cs typeface="Arial"/>
              </a:rPr>
              <a:t>not</a:t>
            </a:r>
            <a:r>
              <a:rPr sz="2400" b="1" spc="3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possible!!!"</a:t>
            </a:r>
            <a:endParaRPr sz="2400" dirty="0">
              <a:latin typeface="Arial"/>
              <a:cs typeface="Arial"/>
            </a:endParaRPr>
          </a:p>
          <a:p>
            <a:pPr marL="143510">
              <a:lnSpc>
                <a:spcPct val="100000"/>
              </a:lnSpc>
              <a:spcBef>
                <a:spcPts val="1405"/>
              </a:spcBef>
            </a:pPr>
            <a:r>
              <a:rPr sz="2400" spc="-20" dirty="0">
                <a:latin typeface="Arial MT"/>
                <a:cs typeface="Arial MT"/>
              </a:rPr>
              <a:t>and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terminate</a:t>
            </a:r>
            <a:r>
              <a:rPr sz="2400" spc="80" dirty="0">
                <a:latin typeface="Arial MT"/>
                <a:cs typeface="Arial MT"/>
              </a:rPr>
              <a:t> </a:t>
            </a:r>
            <a:r>
              <a:rPr sz="2400" spc="5" dirty="0">
                <a:latin typeface="Arial MT"/>
                <a:cs typeface="Arial MT"/>
              </a:rPr>
              <a:t>the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5" dirty="0">
                <a:latin typeface="Arial MT"/>
                <a:cs typeface="Arial MT"/>
              </a:rPr>
              <a:t>function</a:t>
            </a:r>
            <a:endParaRPr sz="2400" dirty="0">
              <a:latin typeface="Arial MT"/>
              <a:cs typeface="Arial MT"/>
            </a:endParaRPr>
          </a:p>
          <a:p>
            <a:pPr marL="143510">
              <a:lnSpc>
                <a:spcPct val="100000"/>
              </a:lnSpc>
              <a:spcBef>
                <a:spcPts val="1475"/>
              </a:spcBef>
            </a:pPr>
            <a:r>
              <a:rPr sz="2400" spc="-20" dirty="0">
                <a:latin typeface="Arial MT"/>
                <a:cs typeface="Arial MT"/>
              </a:rPr>
              <a:t>Step</a:t>
            </a:r>
            <a:r>
              <a:rPr sz="2400" spc="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3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-</a:t>
            </a:r>
            <a:r>
              <a:rPr sz="2400" spc="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If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it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b="1" spc="-45" dirty="0">
                <a:latin typeface="Arial"/>
                <a:cs typeface="Arial"/>
              </a:rPr>
              <a:t>Not</a:t>
            </a:r>
            <a:r>
              <a:rPr sz="2400" b="1" spc="105" dirty="0">
                <a:latin typeface="Arial"/>
                <a:cs typeface="Arial"/>
              </a:rPr>
              <a:t> </a:t>
            </a:r>
            <a:r>
              <a:rPr sz="2400" b="1" spc="-25" dirty="0">
                <a:latin typeface="Arial"/>
                <a:cs typeface="Arial"/>
              </a:rPr>
              <a:t>Empty</a:t>
            </a:r>
            <a:r>
              <a:rPr sz="2400" spc="-25" dirty="0">
                <a:latin typeface="Arial MT"/>
                <a:cs typeface="Arial MT"/>
              </a:rPr>
              <a:t>,</a:t>
            </a:r>
            <a:r>
              <a:rPr sz="2400" spc="1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then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define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b="1" spc="-45" dirty="0">
                <a:latin typeface="Arial"/>
                <a:cs typeface="Arial"/>
              </a:rPr>
              <a:t>Node</a:t>
            </a:r>
            <a:r>
              <a:rPr sz="2400" b="1" spc="170" dirty="0">
                <a:latin typeface="Arial"/>
                <a:cs typeface="Arial"/>
              </a:rPr>
              <a:t> </a:t>
            </a:r>
            <a:r>
              <a:rPr sz="2400" spc="-25" dirty="0">
                <a:latin typeface="Arial MT"/>
                <a:cs typeface="Arial MT"/>
              </a:rPr>
              <a:t>pointer</a:t>
            </a:r>
            <a:r>
              <a:rPr sz="2400" spc="11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'</a:t>
            </a:r>
            <a:r>
              <a:rPr sz="2400" b="1" spc="-10" dirty="0">
                <a:latin typeface="Arial"/>
                <a:cs typeface="Arial"/>
              </a:rPr>
              <a:t>temp</a:t>
            </a:r>
            <a:r>
              <a:rPr sz="2400" spc="-10" dirty="0">
                <a:latin typeface="Arial MT"/>
                <a:cs typeface="Arial MT"/>
              </a:rPr>
              <a:t>'</a:t>
            </a:r>
            <a:r>
              <a:rPr sz="2400" spc="7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and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set</a:t>
            </a:r>
            <a:r>
              <a:rPr sz="2400" spc="8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it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5" dirty="0">
                <a:latin typeface="Arial MT"/>
                <a:cs typeface="Arial MT"/>
              </a:rPr>
              <a:t>'</a:t>
            </a:r>
            <a:r>
              <a:rPr sz="2400" b="1" spc="-15" dirty="0">
                <a:latin typeface="Arial"/>
                <a:cs typeface="Arial"/>
              </a:rPr>
              <a:t>top</a:t>
            </a:r>
            <a:r>
              <a:rPr sz="2400" spc="-15" dirty="0">
                <a:latin typeface="Arial MT"/>
                <a:cs typeface="Arial MT"/>
              </a:rPr>
              <a:t>'.</a:t>
            </a:r>
            <a:endParaRPr sz="2400" dirty="0">
              <a:latin typeface="Arial MT"/>
              <a:cs typeface="Arial MT"/>
            </a:endParaRPr>
          </a:p>
          <a:p>
            <a:pPr marL="143510">
              <a:lnSpc>
                <a:spcPct val="100000"/>
              </a:lnSpc>
              <a:spcBef>
                <a:spcPts val="1475"/>
              </a:spcBef>
            </a:pPr>
            <a:r>
              <a:rPr sz="2400" spc="-20" dirty="0">
                <a:latin typeface="Arial MT"/>
                <a:cs typeface="Arial MT"/>
              </a:rPr>
              <a:t>Step</a:t>
            </a:r>
            <a:r>
              <a:rPr sz="2400" spc="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4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-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Then</a:t>
            </a:r>
            <a:r>
              <a:rPr sz="2400" spc="9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set</a:t>
            </a:r>
            <a:r>
              <a:rPr sz="2400" spc="8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'</a:t>
            </a:r>
            <a:r>
              <a:rPr sz="2400" b="1" spc="-5" dirty="0">
                <a:latin typeface="Arial"/>
                <a:cs typeface="Arial"/>
              </a:rPr>
              <a:t>top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b="1" spc="-10" dirty="0">
                <a:latin typeface="Arial"/>
                <a:cs typeface="Arial"/>
              </a:rPr>
              <a:t>top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spc="5" dirty="0">
                <a:latin typeface="Arial"/>
                <a:cs typeface="Arial"/>
              </a:rPr>
              <a:t>→</a:t>
            </a:r>
            <a:r>
              <a:rPr sz="2400" b="1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next</a:t>
            </a:r>
            <a:r>
              <a:rPr sz="2400" spc="-5" dirty="0">
                <a:latin typeface="Arial MT"/>
                <a:cs typeface="Arial MT"/>
              </a:rPr>
              <a:t>'.</a:t>
            </a:r>
            <a:endParaRPr sz="2400" dirty="0">
              <a:latin typeface="Arial MT"/>
              <a:cs typeface="Arial MT"/>
            </a:endParaRPr>
          </a:p>
          <a:p>
            <a:pPr marL="143510">
              <a:lnSpc>
                <a:spcPct val="100000"/>
              </a:lnSpc>
              <a:spcBef>
                <a:spcPts val="1400"/>
              </a:spcBef>
            </a:pPr>
            <a:r>
              <a:rPr sz="2400" spc="-20" dirty="0">
                <a:latin typeface="Arial MT"/>
                <a:cs typeface="Arial MT"/>
              </a:rPr>
              <a:t>Step</a:t>
            </a:r>
            <a:r>
              <a:rPr sz="2400" spc="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5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-</a:t>
            </a:r>
            <a:r>
              <a:rPr sz="2400" spc="40" dirty="0">
                <a:latin typeface="Arial MT"/>
                <a:cs typeface="Arial MT"/>
              </a:rPr>
              <a:t> </a:t>
            </a:r>
            <a:r>
              <a:rPr sz="2400" spc="-40" dirty="0">
                <a:latin typeface="Arial MT"/>
                <a:cs typeface="Arial MT"/>
              </a:rPr>
              <a:t>Finally,</a:t>
            </a:r>
            <a:r>
              <a:rPr sz="2400" spc="85" dirty="0">
                <a:latin typeface="Arial MT"/>
                <a:cs typeface="Arial MT"/>
              </a:rPr>
              <a:t> </a:t>
            </a:r>
            <a:r>
              <a:rPr sz="2400" spc="-35" dirty="0">
                <a:latin typeface="Arial MT"/>
                <a:cs typeface="Arial MT"/>
              </a:rPr>
              <a:t>delete</a:t>
            </a:r>
            <a:r>
              <a:rPr sz="2400" spc="1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'</a:t>
            </a:r>
            <a:r>
              <a:rPr sz="2400" b="1" spc="-10" dirty="0">
                <a:latin typeface="Arial"/>
                <a:cs typeface="Arial"/>
              </a:rPr>
              <a:t>temp</a:t>
            </a:r>
            <a:r>
              <a:rPr sz="2400" spc="-10" dirty="0">
                <a:latin typeface="Arial MT"/>
                <a:cs typeface="Arial MT"/>
              </a:rPr>
              <a:t>'.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10" dirty="0">
                <a:latin typeface="Arial MT"/>
                <a:cs typeface="Arial MT"/>
              </a:rPr>
              <a:t>(</a:t>
            </a:r>
            <a:r>
              <a:rPr sz="2400" b="1" spc="10" dirty="0">
                <a:latin typeface="Arial"/>
                <a:cs typeface="Arial"/>
              </a:rPr>
              <a:t>free(temp)</a:t>
            </a:r>
            <a:r>
              <a:rPr sz="2400" spc="10" dirty="0">
                <a:latin typeface="Arial MT"/>
                <a:cs typeface="Arial MT"/>
              </a:rPr>
              <a:t>).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80"/>
              </a:lnSpc>
            </a:pPr>
            <a:r>
              <a:rPr spc="15" dirty="0"/>
              <a:t>C</a:t>
            </a:r>
            <a:r>
              <a:rPr spc="10" dirty="0"/>
              <a:t>R</a:t>
            </a:r>
            <a:r>
              <a:rPr spc="-20" dirty="0"/>
              <a:t>EATE</a:t>
            </a:r>
            <a:r>
              <a:rPr spc="15" dirty="0"/>
              <a:t>D</a:t>
            </a:r>
            <a:r>
              <a:rPr spc="-20" dirty="0"/>
              <a:t> </a:t>
            </a:r>
            <a:r>
              <a:rPr spc="10" dirty="0"/>
              <a:t>BY</a:t>
            </a:r>
            <a:r>
              <a:rPr spc="-60" dirty="0"/>
              <a:t> </a:t>
            </a:r>
            <a:r>
              <a:rPr spc="25" dirty="0"/>
              <a:t>K</a:t>
            </a:r>
            <a:r>
              <a:rPr spc="5" dirty="0"/>
              <a:t>.</a:t>
            </a:r>
            <a:r>
              <a:rPr spc="-20" dirty="0"/>
              <a:t> </a:t>
            </a:r>
            <a:r>
              <a:rPr spc="-5" dirty="0"/>
              <a:t>V</a:t>
            </a:r>
            <a:r>
              <a:rPr spc="20" dirty="0"/>
              <a:t>I</a:t>
            </a:r>
            <a:r>
              <a:rPr spc="15" dirty="0"/>
              <a:t>C</a:t>
            </a:r>
            <a:r>
              <a:rPr spc="-20" dirty="0"/>
              <a:t>T</a:t>
            </a:r>
            <a:r>
              <a:rPr spc="-10" dirty="0"/>
              <a:t>O</a:t>
            </a:r>
            <a:r>
              <a:rPr spc="10" dirty="0"/>
              <a:t>R</a:t>
            </a:r>
            <a:r>
              <a:rPr spc="-35" dirty="0"/>
              <a:t> </a:t>
            </a:r>
            <a:r>
              <a:rPr spc="15" dirty="0"/>
              <a:t>B</a:t>
            </a:r>
            <a:r>
              <a:rPr spc="-15" dirty="0"/>
              <a:t>A</a:t>
            </a:r>
            <a:r>
              <a:rPr spc="15" dirty="0"/>
              <a:t>BU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209800" y="199961"/>
            <a:ext cx="6291580" cy="995680"/>
            <a:chOff x="2209800" y="199961"/>
            <a:chExt cx="6291580" cy="9956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09800" y="219011"/>
              <a:ext cx="6291326" cy="83343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29125" y="199961"/>
              <a:ext cx="1852676" cy="99536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247900" y="257175"/>
              <a:ext cx="6162675" cy="704850"/>
            </a:xfrm>
            <a:custGeom>
              <a:avLst/>
              <a:gdLst/>
              <a:ahLst/>
              <a:cxnLst/>
              <a:rect l="l" t="t" r="r" b="b"/>
              <a:pathLst>
                <a:path w="6162675" h="704850">
                  <a:moveTo>
                    <a:pt x="6045200" y="0"/>
                  </a:moveTo>
                  <a:lnTo>
                    <a:pt x="117475" y="0"/>
                  </a:lnTo>
                  <a:lnTo>
                    <a:pt x="71741" y="9229"/>
                  </a:lnTo>
                  <a:lnTo>
                    <a:pt x="34401" y="34401"/>
                  </a:lnTo>
                  <a:lnTo>
                    <a:pt x="9229" y="71741"/>
                  </a:lnTo>
                  <a:lnTo>
                    <a:pt x="0" y="117475"/>
                  </a:lnTo>
                  <a:lnTo>
                    <a:pt x="0" y="587375"/>
                  </a:lnTo>
                  <a:lnTo>
                    <a:pt x="9229" y="633108"/>
                  </a:lnTo>
                  <a:lnTo>
                    <a:pt x="34401" y="670448"/>
                  </a:lnTo>
                  <a:lnTo>
                    <a:pt x="71741" y="695620"/>
                  </a:lnTo>
                  <a:lnTo>
                    <a:pt x="117475" y="704850"/>
                  </a:lnTo>
                  <a:lnTo>
                    <a:pt x="6045200" y="704850"/>
                  </a:lnTo>
                  <a:lnTo>
                    <a:pt x="6090933" y="695620"/>
                  </a:lnTo>
                  <a:lnTo>
                    <a:pt x="6128273" y="670448"/>
                  </a:lnTo>
                  <a:lnTo>
                    <a:pt x="6153445" y="633108"/>
                  </a:lnTo>
                  <a:lnTo>
                    <a:pt x="6162675" y="587375"/>
                  </a:lnTo>
                  <a:lnTo>
                    <a:pt x="6162675" y="117475"/>
                  </a:lnTo>
                  <a:lnTo>
                    <a:pt x="6153445" y="71741"/>
                  </a:lnTo>
                  <a:lnTo>
                    <a:pt x="6128273" y="34401"/>
                  </a:lnTo>
                  <a:lnTo>
                    <a:pt x="6090933" y="9229"/>
                  </a:lnTo>
                  <a:lnTo>
                    <a:pt x="6045200" y="0"/>
                  </a:lnTo>
                  <a:close/>
                </a:path>
              </a:pathLst>
            </a:custGeom>
            <a:solidFill>
              <a:srgbClr val="B924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703826" y="323215"/>
            <a:ext cx="3373374" cy="100155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b="1" dirty="0">
                <a:latin typeface="Calibri"/>
                <a:cs typeface="Calibri"/>
              </a:rPr>
              <a:t>D</a:t>
            </a:r>
            <a:r>
              <a:rPr sz="3200" b="1" spc="30" dirty="0">
                <a:latin typeface="Calibri"/>
                <a:cs typeface="Calibri"/>
              </a:rPr>
              <a:t>i</a:t>
            </a:r>
            <a:r>
              <a:rPr sz="3200" b="1" spc="-5" dirty="0">
                <a:latin typeface="Calibri"/>
                <a:cs typeface="Calibri"/>
              </a:rPr>
              <a:t>s</a:t>
            </a:r>
            <a:r>
              <a:rPr sz="3200" b="1" spc="15" dirty="0">
                <a:latin typeface="Calibri"/>
                <a:cs typeface="Calibri"/>
              </a:rPr>
              <a:t>p</a:t>
            </a:r>
            <a:r>
              <a:rPr sz="3200" b="1" spc="20" dirty="0">
                <a:latin typeface="Calibri"/>
                <a:cs typeface="Calibri"/>
              </a:rPr>
              <a:t>l</a:t>
            </a:r>
            <a:r>
              <a:rPr sz="3200" b="1" spc="-90" dirty="0">
                <a:latin typeface="Calibri"/>
                <a:cs typeface="Calibri"/>
              </a:rPr>
              <a:t>a</a:t>
            </a:r>
            <a:r>
              <a:rPr sz="3200" b="1" spc="10" dirty="0">
                <a:latin typeface="Calibri"/>
                <a:cs typeface="Calibri"/>
              </a:rPr>
              <a:t>y</a:t>
            </a:r>
            <a:r>
              <a:rPr lang="en-IN" sz="3200" b="1" spc="10" dirty="0">
                <a:latin typeface="Calibri"/>
                <a:cs typeface="Calibri"/>
              </a:rPr>
              <a:t> Operation</a:t>
            </a:r>
            <a:br>
              <a:rPr lang="en-IN" sz="3200" b="1" spc="10" dirty="0">
                <a:latin typeface="Calibri"/>
                <a:cs typeface="Calibri"/>
              </a:rPr>
            </a:br>
            <a:endParaRPr sz="3200" dirty="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990724" cy="60007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35292" y="1273873"/>
            <a:ext cx="11500485" cy="3915816"/>
          </a:xfrm>
          <a:prstGeom prst="rect">
            <a:avLst/>
          </a:prstGeom>
        </p:spPr>
        <p:txBody>
          <a:bodyPr vert="horz" wrap="square" lIns="0" tIns="200025" rIns="0" bIns="0" rtlCol="0">
            <a:spAutoFit/>
          </a:bodyPr>
          <a:lstStyle/>
          <a:p>
            <a:pPr marL="12700">
              <a:spcBef>
                <a:spcPts val="1575"/>
              </a:spcBef>
            </a:pPr>
            <a:r>
              <a:rPr lang="en-IN" sz="2400" b="1" spc="-15" dirty="0">
                <a:cs typeface="Calibri"/>
              </a:rPr>
              <a:t>ALGORITHM</a:t>
            </a:r>
            <a:r>
              <a:rPr lang="en-IN" sz="2400" spc="-15" dirty="0">
                <a:cs typeface="Calibri"/>
              </a:rPr>
              <a:t>:</a:t>
            </a:r>
            <a:endParaRPr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75"/>
              </a:spcBef>
            </a:pPr>
            <a:r>
              <a:rPr sz="2400" dirty="0">
                <a:latin typeface="Times New Roman"/>
                <a:cs typeface="Times New Roman"/>
              </a:rPr>
              <a:t>Step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-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30" dirty="0">
                <a:latin typeface="Times New Roman"/>
                <a:cs typeface="Times New Roman"/>
              </a:rPr>
              <a:t>Check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spc="-30" dirty="0">
                <a:latin typeface="Times New Roman"/>
                <a:cs typeface="Times New Roman"/>
              </a:rPr>
              <a:t>whether</a:t>
            </a:r>
            <a:r>
              <a:rPr sz="2400" spc="160" dirty="0">
                <a:latin typeface="Times New Roman"/>
                <a:cs typeface="Times New Roman"/>
              </a:rPr>
              <a:t> </a:t>
            </a:r>
            <a:r>
              <a:rPr sz="2400" spc="-30" dirty="0">
                <a:latin typeface="Times New Roman"/>
                <a:cs typeface="Times New Roman"/>
              </a:rPr>
              <a:t>stack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 </a:t>
            </a:r>
            <a:r>
              <a:rPr sz="2400" b="1" spc="5" dirty="0">
                <a:latin typeface="Times New Roman"/>
                <a:cs typeface="Times New Roman"/>
              </a:rPr>
              <a:t>Empty </a:t>
            </a:r>
            <a:r>
              <a:rPr sz="2400" spc="10" dirty="0">
                <a:latin typeface="Times New Roman"/>
                <a:cs typeface="Times New Roman"/>
              </a:rPr>
              <a:t>(</a:t>
            </a:r>
            <a:r>
              <a:rPr sz="2400" b="1" spc="10" dirty="0">
                <a:latin typeface="Times New Roman"/>
                <a:cs typeface="Times New Roman"/>
              </a:rPr>
              <a:t>top</a:t>
            </a:r>
            <a:r>
              <a:rPr sz="2400" b="1" spc="-6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==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NULL</a:t>
            </a:r>
            <a:r>
              <a:rPr sz="2400" spc="-5" dirty="0">
                <a:latin typeface="Times New Roman"/>
                <a:cs typeface="Times New Roman"/>
              </a:rPr>
              <a:t>).</a:t>
            </a:r>
            <a:endParaRPr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00"/>
              </a:spcBef>
            </a:pPr>
            <a:r>
              <a:rPr sz="2400" dirty="0">
                <a:latin typeface="Times New Roman"/>
                <a:cs typeface="Times New Roman"/>
              </a:rPr>
              <a:t>Step 2 -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10" dirty="0">
                <a:latin typeface="Times New Roman"/>
                <a:cs typeface="Times New Roman"/>
              </a:rPr>
              <a:t>If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Empty</a:t>
            </a:r>
            <a:r>
              <a:rPr sz="2400" spc="-10" dirty="0">
                <a:latin typeface="Times New Roman"/>
                <a:cs typeface="Times New Roman"/>
              </a:rPr>
              <a:t>,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then</a:t>
            </a:r>
            <a:r>
              <a:rPr sz="2400" spc="7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display</a:t>
            </a:r>
            <a:r>
              <a:rPr sz="2400" spc="16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'Stack</a:t>
            </a:r>
            <a:r>
              <a:rPr sz="2400" b="1" spc="-6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is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Empty!!!'</a:t>
            </a:r>
            <a:r>
              <a:rPr sz="2400" b="1" spc="45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Times New Roman"/>
                <a:cs typeface="Times New Roman"/>
              </a:rPr>
              <a:t>and</a:t>
            </a:r>
            <a:r>
              <a:rPr sz="2400" spc="7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terminate</a:t>
            </a:r>
            <a:r>
              <a:rPr sz="2400" spc="14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the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Times New Roman"/>
                <a:cs typeface="Times New Roman"/>
              </a:rPr>
              <a:t>function.</a:t>
            </a:r>
            <a:endParaRPr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75"/>
              </a:spcBef>
            </a:pPr>
            <a:r>
              <a:rPr sz="2400" dirty="0">
                <a:latin typeface="Times New Roman"/>
                <a:cs typeface="Times New Roman"/>
              </a:rPr>
              <a:t>Step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3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-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10" dirty="0">
                <a:latin typeface="Times New Roman"/>
                <a:cs typeface="Times New Roman"/>
              </a:rPr>
              <a:t>If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Not</a:t>
            </a:r>
            <a:r>
              <a:rPr sz="2400" b="1" spc="2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Empty</a:t>
            </a:r>
            <a:r>
              <a:rPr sz="2400" spc="-10" dirty="0">
                <a:latin typeface="Times New Roman"/>
                <a:cs typeface="Times New Roman"/>
              </a:rPr>
              <a:t>,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then</a:t>
            </a:r>
            <a:r>
              <a:rPr sz="2400" spc="7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define</a:t>
            </a:r>
            <a:r>
              <a:rPr sz="2400" spc="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Node</a:t>
            </a:r>
            <a:r>
              <a:rPr sz="2400" spc="-15" dirty="0">
                <a:latin typeface="Times New Roman"/>
                <a:cs typeface="Times New Roman"/>
              </a:rPr>
              <a:t> pointer</a:t>
            </a:r>
            <a:r>
              <a:rPr sz="2400" spc="125" dirty="0">
                <a:latin typeface="Times New Roman"/>
                <a:cs typeface="Times New Roman"/>
              </a:rPr>
              <a:t> </a:t>
            </a:r>
            <a:r>
              <a:rPr sz="2400" b="1" spc="5" dirty="0">
                <a:latin typeface="Times New Roman"/>
                <a:cs typeface="Times New Roman"/>
              </a:rPr>
              <a:t>'temp'</a:t>
            </a:r>
            <a:r>
              <a:rPr sz="2400" b="1" spc="-60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Times New Roman"/>
                <a:cs typeface="Times New Roman"/>
              </a:rPr>
              <a:t>and</a:t>
            </a:r>
            <a:r>
              <a:rPr sz="2400" spc="7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initialize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b="1" spc="5" dirty="0">
                <a:latin typeface="Times New Roman"/>
                <a:cs typeface="Times New Roman"/>
              </a:rPr>
              <a:t>top</a:t>
            </a:r>
            <a:r>
              <a:rPr sz="2400" spc="5" dirty="0">
                <a:latin typeface="Times New Roman"/>
                <a:cs typeface="Times New Roman"/>
              </a:rPr>
              <a:t>.</a:t>
            </a:r>
            <a:endParaRPr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75"/>
              </a:spcBef>
            </a:pPr>
            <a:r>
              <a:rPr sz="2400" dirty="0">
                <a:latin typeface="Times New Roman"/>
                <a:cs typeface="Times New Roman"/>
              </a:rPr>
              <a:t>Step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4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-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Display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'</a:t>
            </a:r>
            <a:r>
              <a:rPr sz="2400" b="1" spc="-5" dirty="0">
                <a:latin typeface="Times New Roman"/>
                <a:cs typeface="Times New Roman"/>
              </a:rPr>
              <a:t>temp</a:t>
            </a:r>
            <a:r>
              <a:rPr sz="2400" b="1" spc="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→</a:t>
            </a:r>
            <a:r>
              <a:rPr sz="2400" b="1" spc="5" dirty="0">
                <a:latin typeface="Times New Roman"/>
                <a:cs typeface="Times New Roman"/>
              </a:rPr>
              <a:t> data </a:t>
            </a:r>
            <a:r>
              <a:rPr sz="2400" spc="-35" dirty="0">
                <a:latin typeface="Times New Roman"/>
                <a:cs typeface="Times New Roman"/>
              </a:rPr>
              <a:t>---&gt;'</a:t>
            </a:r>
            <a:r>
              <a:rPr sz="2400" spc="90" dirty="0">
                <a:latin typeface="Times New Roman"/>
                <a:cs typeface="Times New Roman"/>
              </a:rPr>
              <a:t> </a:t>
            </a:r>
            <a:r>
              <a:rPr sz="2400" spc="-30" dirty="0">
                <a:latin typeface="Times New Roman"/>
                <a:cs typeface="Times New Roman"/>
              </a:rPr>
              <a:t>and</a:t>
            </a:r>
            <a:r>
              <a:rPr sz="2400" spc="160" dirty="0">
                <a:latin typeface="Times New Roman"/>
                <a:cs typeface="Times New Roman"/>
              </a:rPr>
              <a:t> </a:t>
            </a:r>
            <a:r>
              <a:rPr sz="2400" spc="-55" dirty="0">
                <a:latin typeface="Times New Roman"/>
                <a:cs typeface="Times New Roman"/>
              </a:rPr>
              <a:t>move</a:t>
            </a:r>
            <a:r>
              <a:rPr sz="2400" spc="2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the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spc="-45" dirty="0">
                <a:latin typeface="Times New Roman"/>
                <a:cs typeface="Times New Roman"/>
              </a:rPr>
              <a:t>next</a:t>
            </a:r>
            <a:r>
              <a:rPr sz="2400" spc="16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node.</a:t>
            </a:r>
            <a:r>
              <a:rPr sz="2400" spc="7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Repeat</a:t>
            </a:r>
            <a:r>
              <a:rPr sz="2400" spc="8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the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same</a:t>
            </a:r>
            <a:r>
              <a:rPr sz="2400" spc="295" dirty="0">
                <a:latin typeface="Times New Roman"/>
                <a:cs typeface="Times New Roman"/>
              </a:rPr>
              <a:t> </a:t>
            </a:r>
            <a:r>
              <a:rPr sz="2400" spc="-30" dirty="0">
                <a:latin typeface="Times New Roman"/>
                <a:cs typeface="Times New Roman"/>
              </a:rPr>
              <a:t>until</a:t>
            </a:r>
            <a:r>
              <a:rPr sz="2400" spc="75" dirty="0">
                <a:latin typeface="Times New Roman"/>
                <a:cs typeface="Times New Roman"/>
              </a:rPr>
              <a:t> </a:t>
            </a:r>
            <a:r>
              <a:rPr sz="2400" b="1" spc="5" dirty="0">
                <a:latin typeface="Times New Roman"/>
                <a:cs typeface="Times New Roman"/>
              </a:rPr>
              <a:t>temp</a:t>
            </a:r>
            <a:endParaRPr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00"/>
              </a:spcBef>
            </a:pPr>
            <a:r>
              <a:rPr sz="2400" spc="-15" dirty="0">
                <a:latin typeface="Times New Roman"/>
                <a:cs typeface="Times New Roman"/>
              </a:rPr>
              <a:t>reaches</a:t>
            </a:r>
            <a:r>
              <a:rPr sz="2400" spc="1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 </a:t>
            </a:r>
            <a:r>
              <a:rPr sz="2400" spc="-25" dirty="0">
                <a:latin typeface="Times New Roman"/>
                <a:cs typeface="Times New Roman"/>
              </a:rPr>
              <a:t>the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spc="-30" dirty="0">
                <a:latin typeface="Times New Roman"/>
                <a:cs typeface="Times New Roman"/>
              </a:rPr>
              <a:t>first</a:t>
            </a:r>
            <a:r>
              <a:rPr sz="2400" spc="7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node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 </a:t>
            </a:r>
            <a:r>
              <a:rPr sz="2400" spc="-25" dirty="0">
                <a:latin typeface="Times New Roman"/>
                <a:cs typeface="Times New Roman"/>
              </a:rPr>
              <a:t>the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stack.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spc="10" dirty="0">
                <a:latin typeface="Times New Roman"/>
                <a:cs typeface="Times New Roman"/>
              </a:rPr>
              <a:t>(</a:t>
            </a:r>
            <a:r>
              <a:rPr sz="2400" b="1" spc="10" dirty="0">
                <a:latin typeface="Times New Roman"/>
                <a:cs typeface="Times New Roman"/>
              </a:rPr>
              <a:t>temp</a:t>
            </a:r>
            <a:r>
              <a:rPr sz="2400" b="1" spc="-65" dirty="0">
                <a:latin typeface="Times New Roman"/>
                <a:cs typeface="Times New Roman"/>
              </a:rPr>
              <a:t> </a:t>
            </a:r>
            <a:r>
              <a:rPr sz="2400" b="1" spc="5" dirty="0">
                <a:latin typeface="Times New Roman"/>
                <a:cs typeface="Times New Roman"/>
              </a:rPr>
              <a:t>→</a:t>
            </a:r>
            <a:r>
              <a:rPr sz="2400" b="1" dirty="0">
                <a:latin typeface="Times New Roman"/>
                <a:cs typeface="Times New Roman"/>
              </a:rPr>
              <a:t> next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spc="10" dirty="0">
                <a:latin typeface="Times New Roman"/>
                <a:cs typeface="Times New Roman"/>
              </a:rPr>
              <a:t>!=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NULL</a:t>
            </a:r>
            <a:r>
              <a:rPr sz="2400" spc="-5" dirty="0">
                <a:latin typeface="Times New Roman"/>
                <a:cs typeface="Times New Roman"/>
              </a:rPr>
              <a:t>).</a:t>
            </a:r>
            <a:endParaRPr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80"/>
              </a:spcBef>
            </a:pPr>
            <a:r>
              <a:rPr sz="2400" dirty="0">
                <a:latin typeface="Times New Roman"/>
                <a:cs typeface="Times New Roman"/>
              </a:rPr>
              <a:t>Step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5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-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Finally!</a:t>
            </a:r>
            <a:r>
              <a:rPr sz="2400" spc="16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Display</a:t>
            </a:r>
            <a:r>
              <a:rPr sz="2400" spc="7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'</a:t>
            </a:r>
            <a:r>
              <a:rPr sz="2400" b="1" spc="-5" dirty="0">
                <a:latin typeface="Times New Roman"/>
                <a:cs typeface="Times New Roman"/>
              </a:rPr>
              <a:t>temp</a:t>
            </a:r>
            <a:r>
              <a:rPr sz="2400" b="1" spc="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→ </a:t>
            </a:r>
            <a:r>
              <a:rPr sz="2400" b="1" spc="5" dirty="0">
                <a:latin typeface="Times New Roman"/>
                <a:cs typeface="Times New Roman"/>
              </a:rPr>
              <a:t>data</a:t>
            </a:r>
            <a:r>
              <a:rPr sz="2400" b="1" spc="15" dirty="0">
                <a:latin typeface="Times New Roman"/>
                <a:cs typeface="Times New Roman"/>
              </a:rPr>
              <a:t> </a:t>
            </a:r>
            <a:r>
              <a:rPr sz="2400" spc="-40" dirty="0">
                <a:latin typeface="Times New Roman"/>
                <a:cs typeface="Times New Roman"/>
              </a:rPr>
              <a:t>---&gt;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b="1" spc="-30" dirty="0">
                <a:latin typeface="Times New Roman"/>
                <a:cs typeface="Times New Roman"/>
              </a:rPr>
              <a:t>NULL</a:t>
            </a:r>
            <a:r>
              <a:rPr sz="2400" spc="-30" dirty="0">
                <a:latin typeface="Times New Roman"/>
                <a:cs typeface="Times New Roman"/>
              </a:rPr>
              <a:t>'.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80"/>
              </a:lnSpc>
            </a:pPr>
            <a:r>
              <a:rPr spc="15" dirty="0"/>
              <a:t>C</a:t>
            </a:r>
            <a:r>
              <a:rPr spc="10" dirty="0"/>
              <a:t>R</a:t>
            </a:r>
            <a:r>
              <a:rPr spc="-20" dirty="0"/>
              <a:t>EATE</a:t>
            </a:r>
            <a:r>
              <a:rPr spc="15" dirty="0"/>
              <a:t>D</a:t>
            </a:r>
            <a:r>
              <a:rPr spc="-20" dirty="0"/>
              <a:t> </a:t>
            </a:r>
            <a:r>
              <a:rPr spc="10" dirty="0"/>
              <a:t>BY</a:t>
            </a:r>
            <a:r>
              <a:rPr spc="-60" dirty="0"/>
              <a:t> </a:t>
            </a:r>
            <a:r>
              <a:rPr spc="25" dirty="0"/>
              <a:t>K</a:t>
            </a:r>
            <a:r>
              <a:rPr spc="5" dirty="0"/>
              <a:t>.</a:t>
            </a:r>
            <a:r>
              <a:rPr spc="-20" dirty="0"/>
              <a:t> </a:t>
            </a:r>
            <a:r>
              <a:rPr spc="-5" dirty="0"/>
              <a:t>V</a:t>
            </a:r>
            <a:r>
              <a:rPr spc="20" dirty="0"/>
              <a:t>I</a:t>
            </a:r>
            <a:r>
              <a:rPr spc="15" dirty="0"/>
              <a:t>C</a:t>
            </a:r>
            <a:r>
              <a:rPr spc="-20" dirty="0"/>
              <a:t>T</a:t>
            </a:r>
            <a:r>
              <a:rPr spc="-10" dirty="0"/>
              <a:t>O</a:t>
            </a:r>
            <a:r>
              <a:rPr spc="10" dirty="0"/>
              <a:t>R</a:t>
            </a:r>
            <a:r>
              <a:rPr spc="-35" dirty="0"/>
              <a:t> </a:t>
            </a:r>
            <a:r>
              <a:rPr spc="15" dirty="0"/>
              <a:t>B</a:t>
            </a:r>
            <a:r>
              <a:rPr spc="-15" dirty="0"/>
              <a:t>A</a:t>
            </a:r>
            <a:r>
              <a:rPr spc="15" dirty="0"/>
              <a:t>BU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209800" y="219011"/>
            <a:ext cx="8310880" cy="843280"/>
            <a:chOff x="2209800" y="219011"/>
            <a:chExt cx="8310880" cy="8432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09800" y="219011"/>
              <a:ext cx="8310626" cy="83343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95875" y="304736"/>
              <a:ext cx="2538476" cy="75723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247900" y="257175"/>
              <a:ext cx="8181975" cy="704850"/>
            </a:xfrm>
            <a:custGeom>
              <a:avLst/>
              <a:gdLst/>
              <a:ahLst/>
              <a:cxnLst/>
              <a:rect l="l" t="t" r="r" b="b"/>
              <a:pathLst>
                <a:path w="8181975" h="704850">
                  <a:moveTo>
                    <a:pt x="8064500" y="0"/>
                  </a:moveTo>
                  <a:lnTo>
                    <a:pt x="117475" y="0"/>
                  </a:lnTo>
                  <a:lnTo>
                    <a:pt x="71741" y="9229"/>
                  </a:lnTo>
                  <a:lnTo>
                    <a:pt x="34401" y="34401"/>
                  </a:lnTo>
                  <a:lnTo>
                    <a:pt x="9229" y="71741"/>
                  </a:lnTo>
                  <a:lnTo>
                    <a:pt x="0" y="117475"/>
                  </a:lnTo>
                  <a:lnTo>
                    <a:pt x="0" y="587375"/>
                  </a:lnTo>
                  <a:lnTo>
                    <a:pt x="9229" y="633108"/>
                  </a:lnTo>
                  <a:lnTo>
                    <a:pt x="34401" y="670448"/>
                  </a:lnTo>
                  <a:lnTo>
                    <a:pt x="71741" y="695620"/>
                  </a:lnTo>
                  <a:lnTo>
                    <a:pt x="117475" y="704850"/>
                  </a:lnTo>
                  <a:lnTo>
                    <a:pt x="8064500" y="704850"/>
                  </a:lnTo>
                  <a:lnTo>
                    <a:pt x="8110233" y="695620"/>
                  </a:lnTo>
                  <a:lnTo>
                    <a:pt x="8147573" y="670448"/>
                  </a:lnTo>
                  <a:lnTo>
                    <a:pt x="8172745" y="633108"/>
                  </a:lnTo>
                  <a:lnTo>
                    <a:pt x="8181975" y="587375"/>
                  </a:lnTo>
                  <a:lnTo>
                    <a:pt x="8181975" y="117475"/>
                  </a:lnTo>
                  <a:lnTo>
                    <a:pt x="8172745" y="71741"/>
                  </a:lnTo>
                  <a:lnTo>
                    <a:pt x="8147573" y="34401"/>
                  </a:lnTo>
                  <a:lnTo>
                    <a:pt x="8110233" y="9229"/>
                  </a:lnTo>
                  <a:lnTo>
                    <a:pt x="8064500" y="0"/>
                  </a:lnTo>
                  <a:close/>
                </a:path>
              </a:pathLst>
            </a:custGeom>
            <a:solidFill>
              <a:srgbClr val="B924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303901" y="394017"/>
            <a:ext cx="208026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" dirty="0"/>
              <a:t>Time</a:t>
            </a:r>
            <a:r>
              <a:rPr spc="-90" dirty="0"/>
              <a:t> </a:t>
            </a:r>
            <a:r>
              <a:rPr spc="5" dirty="0"/>
              <a:t>complexity</a:t>
            </a: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990724" cy="60007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917575" y="1760092"/>
            <a:ext cx="9744075" cy="27247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41300" marR="5080" indent="-229235">
              <a:lnSpc>
                <a:spcPct val="153600"/>
              </a:lnSpc>
              <a:spcBef>
                <a:spcPts val="130"/>
              </a:spcBef>
              <a:buFont typeface="Arial MT"/>
              <a:buChar char="•"/>
              <a:tabLst>
                <a:tab pos="241935" algn="l"/>
                <a:tab pos="3777615" algn="l"/>
              </a:tabLst>
            </a:pPr>
            <a:r>
              <a:rPr sz="2750" b="1" dirty="0">
                <a:latin typeface="Calibri"/>
                <a:cs typeface="Calibri"/>
              </a:rPr>
              <a:t>Time</a:t>
            </a:r>
            <a:r>
              <a:rPr sz="2750" b="1" spc="80" dirty="0">
                <a:latin typeface="Calibri"/>
                <a:cs typeface="Calibri"/>
              </a:rPr>
              <a:t> </a:t>
            </a:r>
            <a:r>
              <a:rPr sz="2750" b="1" spc="10" dirty="0">
                <a:latin typeface="Calibri"/>
                <a:cs typeface="Calibri"/>
              </a:rPr>
              <a:t>Complexity:</a:t>
            </a:r>
            <a:r>
              <a:rPr sz="2750" b="1" spc="140" dirty="0">
                <a:latin typeface="Calibri"/>
                <a:cs typeface="Calibri"/>
              </a:rPr>
              <a:t> </a:t>
            </a:r>
            <a:r>
              <a:rPr sz="2750" spc="10" dirty="0">
                <a:latin typeface="Calibri"/>
                <a:cs typeface="Calibri"/>
              </a:rPr>
              <a:t>O(1),	</a:t>
            </a:r>
            <a:r>
              <a:rPr sz="2750" spc="-5" dirty="0">
                <a:latin typeface="Calibri"/>
                <a:cs typeface="Calibri"/>
              </a:rPr>
              <a:t>In </a:t>
            </a:r>
            <a:r>
              <a:rPr sz="2750" spc="-10" dirty="0">
                <a:latin typeface="Calibri"/>
                <a:cs typeface="Calibri"/>
              </a:rPr>
              <a:t>the </a:t>
            </a:r>
            <a:r>
              <a:rPr sz="2750" spc="-15" dirty="0">
                <a:latin typeface="Calibri"/>
                <a:cs typeface="Calibri"/>
              </a:rPr>
              <a:t>push </a:t>
            </a:r>
            <a:r>
              <a:rPr sz="2750" dirty="0">
                <a:latin typeface="Calibri"/>
                <a:cs typeface="Calibri"/>
              </a:rPr>
              <a:t>function</a:t>
            </a:r>
            <a:r>
              <a:rPr sz="2750" spc="5" dirty="0">
                <a:latin typeface="Calibri"/>
                <a:cs typeface="Calibri"/>
              </a:rPr>
              <a:t> </a:t>
            </a:r>
            <a:r>
              <a:rPr sz="2750" spc="10" dirty="0">
                <a:latin typeface="Calibri"/>
                <a:cs typeface="Calibri"/>
              </a:rPr>
              <a:t>a </a:t>
            </a:r>
            <a:r>
              <a:rPr sz="2750" spc="-20" dirty="0">
                <a:latin typeface="Calibri"/>
                <a:cs typeface="Calibri"/>
              </a:rPr>
              <a:t>single</a:t>
            </a:r>
            <a:r>
              <a:rPr sz="2750" spc="-15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element </a:t>
            </a:r>
            <a:r>
              <a:rPr sz="2750" spc="-10" dirty="0">
                <a:latin typeface="Calibri"/>
                <a:cs typeface="Calibri"/>
              </a:rPr>
              <a:t>is </a:t>
            </a:r>
            <a:r>
              <a:rPr sz="2750" spc="-5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inserted</a:t>
            </a:r>
            <a:r>
              <a:rPr sz="2750" spc="245" dirty="0">
                <a:latin typeface="Calibri"/>
                <a:cs typeface="Calibri"/>
              </a:rPr>
              <a:t> </a:t>
            </a:r>
            <a:r>
              <a:rPr sz="2750" spc="15" dirty="0">
                <a:latin typeface="Calibri"/>
                <a:cs typeface="Calibri"/>
              </a:rPr>
              <a:t>at</a:t>
            </a:r>
            <a:r>
              <a:rPr sz="2750" spc="20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the</a:t>
            </a:r>
            <a:r>
              <a:rPr sz="2750" spc="95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last</a:t>
            </a:r>
            <a:r>
              <a:rPr sz="2750" spc="25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position.</a:t>
            </a:r>
            <a:r>
              <a:rPr sz="2750" spc="254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This</a:t>
            </a:r>
            <a:r>
              <a:rPr sz="2750" spc="165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takes</a:t>
            </a:r>
            <a:r>
              <a:rPr sz="2750" spc="15" dirty="0">
                <a:latin typeface="Calibri"/>
                <a:cs typeface="Calibri"/>
              </a:rPr>
              <a:t> </a:t>
            </a:r>
            <a:r>
              <a:rPr sz="2750" spc="10" dirty="0">
                <a:latin typeface="Calibri"/>
                <a:cs typeface="Calibri"/>
              </a:rPr>
              <a:t>a</a:t>
            </a:r>
            <a:r>
              <a:rPr sz="2750" dirty="0">
                <a:latin typeface="Calibri"/>
                <a:cs typeface="Calibri"/>
              </a:rPr>
              <a:t> </a:t>
            </a:r>
            <a:r>
              <a:rPr sz="2750" spc="-20" dirty="0">
                <a:latin typeface="Calibri"/>
                <a:cs typeface="Calibri"/>
              </a:rPr>
              <a:t>single</a:t>
            </a:r>
            <a:r>
              <a:rPr sz="2750" spc="245" dirty="0">
                <a:latin typeface="Calibri"/>
                <a:cs typeface="Calibri"/>
              </a:rPr>
              <a:t> </a:t>
            </a:r>
            <a:r>
              <a:rPr sz="2750" spc="20" dirty="0">
                <a:latin typeface="Calibri"/>
                <a:cs typeface="Calibri"/>
              </a:rPr>
              <a:t>memory</a:t>
            </a:r>
            <a:r>
              <a:rPr sz="2750" spc="65" dirty="0">
                <a:latin typeface="Calibri"/>
                <a:cs typeface="Calibri"/>
              </a:rPr>
              <a:t> </a:t>
            </a:r>
            <a:r>
              <a:rPr sz="2750" spc="5" dirty="0">
                <a:latin typeface="Calibri"/>
                <a:cs typeface="Calibri"/>
              </a:rPr>
              <a:t>allocation </a:t>
            </a:r>
            <a:r>
              <a:rPr sz="2750" spc="-605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operation</a:t>
            </a:r>
            <a:r>
              <a:rPr sz="2750" spc="85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which</a:t>
            </a:r>
            <a:r>
              <a:rPr sz="2750" spc="165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is</a:t>
            </a:r>
            <a:r>
              <a:rPr sz="2750" spc="8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done</a:t>
            </a:r>
            <a:r>
              <a:rPr sz="2750" spc="90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in</a:t>
            </a:r>
            <a:r>
              <a:rPr sz="2750" spc="9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constant</a:t>
            </a:r>
            <a:r>
              <a:rPr sz="2750" spc="20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time.</a:t>
            </a:r>
            <a:endParaRPr sz="27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 MT"/>
              <a:buChar char="•"/>
            </a:pPr>
            <a:endParaRPr sz="220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41935" algn="l"/>
              </a:tabLst>
            </a:pPr>
            <a:r>
              <a:rPr sz="2750" b="1" dirty="0">
                <a:latin typeface="Calibri"/>
                <a:cs typeface="Calibri"/>
              </a:rPr>
              <a:t>Auxiliary</a:t>
            </a:r>
            <a:r>
              <a:rPr sz="2750" b="1" spc="155" dirty="0">
                <a:latin typeface="Calibri"/>
                <a:cs typeface="Calibri"/>
              </a:rPr>
              <a:t> </a:t>
            </a:r>
            <a:r>
              <a:rPr sz="2750" b="1" dirty="0">
                <a:latin typeface="Calibri"/>
                <a:cs typeface="Calibri"/>
              </a:rPr>
              <a:t>Space:</a:t>
            </a:r>
            <a:r>
              <a:rPr sz="2750" b="1" spc="195" dirty="0">
                <a:latin typeface="Calibri"/>
                <a:cs typeface="Calibri"/>
              </a:rPr>
              <a:t> </a:t>
            </a:r>
            <a:r>
              <a:rPr sz="2750" spc="10" dirty="0">
                <a:latin typeface="Calibri"/>
                <a:cs typeface="Calibri"/>
              </a:rPr>
              <a:t>O(1),</a:t>
            </a:r>
            <a:r>
              <a:rPr sz="2750" spc="30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As</a:t>
            </a:r>
            <a:r>
              <a:rPr sz="2750" spc="85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no</a:t>
            </a:r>
            <a:r>
              <a:rPr sz="2750" spc="80" dirty="0">
                <a:latin typeface="Calibri"/>
                <a:cs typeface="Calibri"/>
              </a:rPr>
              <a:t> </a:t>
            </a:r>
            <a:r>
              <a:rPr sz="2750" spc="-35" dirty="0">
                <a:latin typeface="Calibri"/>
                <a:cs typeface="Calibri"/>
              </a:rPr>
              <a:t>extra</a:t>
            </a:r>
            <a:r>
              <a:rPr sz="2750" spc="140" dirty="0">
                <a:latin typeface="Calibri"/>
                <a:cs typeface="Calibri"/>
              </a:rPr>
              <a:t> </a:t>
            </a:r>
            <a:r>
              <a:rPr sz="2750" spc="5" dirty="0">
                <a:latin typeface="Calibri"/>
                <a:cs typeface="Calibri"/>
              </a:rPr>
              <a:t>space</a:t>
            </a:r>
            <a:r>
              <a:rPr sz="2750" spc="90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is</a:t>
            </a:r>
            <a:r>
              <a:rPr sz="2750" spc="85" dirty="0">
                <a:latin typeface="Calibri"/>
                <a:cs typeface="Calibri"/>
              </a:rPr>
              <a:t> </a:t>
            </a:r>
            <a:r>
              <a:rPr sz="2750" spc="-20" dirty="0">
                <a:latin typeface="Calibri"/>
                <a:cs typeface="Calibri"/>
              </a:rPr>
              <a:t>being</a:t>
            </a:r>
            <a:r>
              <a:rPr sz="2750" spc="165" dirty="0">
                <a:latin typeface="Calibri"/>
                <a:cs typeface="Calibri"/>
              </a:rPr>
              <a:t> </a:t>
            </a:r>
            <a:r>
              <a:rPr sz="2750" spc="-20" dirty="0">
                <a:latin typeface="Calibri"/>
                <a:cs typeface="Calibri"/>
              </a:rPr>
              <a:t>used.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80"/>
              </a:lnSpc>
            </a:pPr>
            <a:r>
              <a:rPr spc="15" dirty="0"/>
              <a:t>C</a:t>
            </a:r>
            <a:r>
              <a:rPr spc="10" dirty="0"/>
              <a:t>R</a:t>
            </a:r>
            <a:r>
              <a:rPr spc="-20" dirty="0"/>
              <a:t>EATE</a:t>
            </a:r>
            <a:r>
              <a:rPr spc="15" dirty="0"/>
              <a:t>D</a:t>
            </a:r>
            <a:r>
              <a:rPr spc="-20" dirty="0"/>
              <a:t> </a:t>
            </a:r>
            <a:r>
              <a:rPr spc="10" dirty="0"/>
              <a:t>BY</a:t>
            </a:r>
            <a:r>
              <a:rPr spc="-60" dirty="0"/>
              <a:t> </a:t>
            </a:r>
            <a:r>
              <a:rPr spc="25" dirty="0"/>
              <a:t>K</a:t>
            </a:r>
            <a:r>
              <a:rPr spc="5" dirty="0"/>
              <a:t>.</a:t>
            </a:r>
            <a:r>
              <a:rPr spc="-20" dirty="0"/>
              <a:t> </a:t>
            </a:r>
            <a:r>
              <a:rPr spc="-5" dirty="0"/>
              <a:t>V</a:t>
            </a:r>
            <a:r>
              <a:rPr spc="20" dirty="0"/>
              <a:t>I</a:t>
            </a:r>
            <a:r>
              <a:rPr spc="15" dirty="0"/>
              <a:t>C</a:t>
            </a:r>
            <a:r>
              <a:rPr spc="-20" dirty="0"/>
              <a:t>T</a:t>
            </a:r>
            <a:r>
              <a:rPr spc="-10" dirty="0"/>
              <a:t>O</a:t>
            </a:r>
            <a:r>
              <a:rPr spc="10" dirty="0"/>
              <a:t>R</a:t>
            </a:r>
            <a:r>
              <a:rPr spc="-35" dirty="0"/>
              <a:t> </a:t>
            </a:r>
            <a:r>
              <a:rPr spc="15" dirty="0"/>
              <a:t>B</a:t>
            </a:r>
            <a:r>
              <a:rPr spc="-15" dirty="0"/>
              <a:t>A</a:t>
            </a:r>
            <a:r>
              <a:rPr spc="15" dirty="0"/>
              <a:t>BU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352800" y="0"/>
            <a:ext cx="5539105" cy="757555"/>
            <a:chOff x="3352800" y="0"/>
            <a:chExt cx="5539105" cy="7575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52800" y="57086"/>
              <a:ext cx="5538851" cy="53816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62400" y="0"/>
              <a:ext cx="4319651" cy="75717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390900" y="95250"/>
              <a:ext cx="5410200" cy="409575"/>
            </a:xfrm>
            <a:custGeom>
              <a:avLst/>
              <a:gdLst/>
              <a:ahLst/>
              <a:cxnLst/>
              <a:rect l="l" t="t" r="r" b="b"/>
              <a:pathLst>
                <a:path w="5410200" h="409575">
                  <a:moveTo>
                    <a:pt x="5342001" y="0"/>
                  </a:moveTo>
                  <a:lnTo>
                    <a:pt x="68199" y="0"/>
                  </a:lnTo>
                  <a:lnTo>
                    <a:pt x="41683" y="5369"/>
                  </a:lnTo>
                  <a:lnTo>
                    <a:pt x="20002" y="20002"/>
                  </a:lnTo>
                  <a:lnTo>
                    <a:pt x="5369" y="41683"/>
                  </a:lnTo>
                  <a:lnTo>
                    <a:pt x="0" y="68199"/>
                  </a:lnTo>
                  <a:lnTo>
                    <a:pt x="0" y="341375"/>
                  </a:lnTo>
                  <a:lnTo>
                    <a:pt x="5369" y="367891"/>
                  </a:lnTo>
                  <a:lnTo>
                    <a:pt x="20002" y="389572"/>
                  </a:lnTo>
                  <a:lnTo>
                    <a:pt x="41683" y="404205"/>
                  </a:lnTo>
                  <a:lnTo>
                    <a:pt x="68199" y="409575"/>
                  </a:lnTo>
                  <a:lnTo>
                    <a:pt x="5342001" y="409575"/>
                  </a:lnTo>
                  <a:lnTo>
                    <a:pt x="5368516" y="404205"/>
                  </a:lnTo>
                  <a:lnTo>
                    <a:pt x="5390197" y="389572"/>
                  </a:lnTo>
                  <a:lnTo>
                    <a:pt x="5404830" y="367891"/>
                  </a:lnTo>
                  <a:lnTo>
                    <a:pt x="5410200" y="341375"/>
                  </a:lnTo>
                  <a:lnTo>
                    <a:pt x="5410200" y="68199"/>
                  </a:lnTo>
                  <a:lnTo>
                    <a:pt x="5404830" y="41683"/>
                  </a:lnTo>
                  <a:lnTo>
                    <a:pt x="5390197" y="20002"/>
                  </a:lnTo>
                  <a:lnTo>
                    <a:pt x="5368516" y="5369"/>
                  </a:lnTo>
                  <a:lnTo>
                    <a:pt x="5342001" y="0"/>
                  </a:lnTo>
                  <a:close/>
                </a:path>
              </a:pathLst>
            </a:custGeom>
            <a:solidFill>
              <a:srgbClr val="B924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169790" y="86677"/>
            <a:ext cx="385445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5" dirty="0"/>
              <a:t>S</a:t>
            </a:r>
            <a:r>
              <a:rPr spc="20" dirty="0"/>
              <a:t>E</a:t>
            </a:r>
            <a:r>
              <a:rPr spc="-35" dirty="0"/>
              <a:t>L</a:t>
            </a:r>
            <a:r>
              <a:rPr spc="25" dirty="0"/>
              <a:t>F</a:t>
            </a:r>
            <a:r>
              <a:rPr spc="10" dirty="0"/>
              <a:t>-</a:t>
            </a:r>
            <a:r>
              <a:rPr spc="30" dirty="0"/>
              <a:t>A</a:t>
            </a:r>
            <a:r>
              <a:rPr spc="20" dirty="0"/>
              <a:t>SS</a:t>
            </a:r>
            <a:r>
              <a:rPr spc="25" dirty="0"/>
              <a:t>E</a:t>
            </a:r>
            <a:r>
              <a:rPr spc="20" dirty="0"/>
              <a:t>SS</a:t>
            </a:r>
            <a:r>
              <a:rPr spc="-30" dirty="0"/>
              <a:t>M</a:t>
            </a:r>
            <a:r>
              <a:rPr spc="25" dirty="0"/>
              <a:t>EN</a:t>
            </a:r>
            <a:r>
              <a:rPr dirty="0"/>
              <a:t>T</a:t>
            </a:r>
            <a:r>
              <a:rPr spc="-290" dirty="0"/>
              <a:t> </a:t>
            </a:r>
            <a:r>
              <a:rPr spc="30" dirty="0"/>
              <a:t>QU</a:t>
            </a:r>
            <a:r>
              <a:rPr spc="25" dirty="0"/>
              <a:t>E</a:t>
            </a:r>
            <a:r>
              <a:rPr spc="20" dirty="0"/>
              <a:t>S</a:t>
            </a:r>
            <a:r>
              <a:rPr spc="30" dirty="0"/>
              <a:t>T</a:t>
            </a:r>
            <a:r>
              <a:rPr dirty="0"/>
              <a:t>I</a:t>
            </a:r>
            <a:r>
              <a:rPr spc="-20" dirty="0"/>
              <a:t>O</a:t>
            </a:r>
            <a:r>
              <a:rPr spc="25" dirty="0"/>
              <a:t>N</a:t>
            </a:r>
            <a:r>
              <a:rPr dirty="0"/>
              <a:t>S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704850" y="885761"/>
            <a:ext cx="10777855" cy="1119505"/>
            <a:chOff x="704850" y="885761"/>
            <a:chExt cx="10777855" cy="1119505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4850" y="885761"/>
              <a:ext cx="10777601" cy="111918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009650" y="1095375"/>
              <a:ext cx="10172700" cy="704850"/>
            </a:xfrm>
            <a:custGeom>
              <a:avLst/>
              <a:gdLst/>
              <a:ahLst/>
              <a:cxnLst/>
              <a:rect l="l" t="t" r="r" b="b"/>
              <a:pathLst>
                <a:path w="10172700" h="704850">
                  <a:moveTo>
                    <a:pt x="9921748" y="0"/>
                  </a:moveTo>
                  <a:lnTo>
                    <a:pt x="251015" y="0"/>
                  </a:lnTo>
                  <a:lnTo>
                    <a:pt x="205894" y="4044"/>
                  </a:lnTo>
                  <a:lnTo>
                    <a:pt x="163427" y="15704"/>
                  </a:lnTo>
                  <a:lnTo>
                    <a:pt x="124322" y="34271"/>
                  </a:lnTo>
                  <a:lnTo>
                    <a:pt x="89288" y="59033"/>
                  </a:lnTo>
                  <a:lnTo>
                    <a:pt x="59035" y="89283"/>
                  </a:lnTo>
                  <a:lnTo>
                    <a:pt x="34270" y="124309"/>
                  </a:lnTo>
                  <a:lnTo>
                    <a:pt x="15704" y="163402"/>
                  </a:lnTo>
                  <a:lnTo>
                    <a:pt x="4044" y="205853"/>
                  </a:lnTo>
                  <a:lnTo>
                    <a:pt x="0" y="250951"/>
                  </a:lnTo>
                  <a:lnTo>
                    <a:pt x="0" y="453898"/>
                  </a:lnTo>
                  <a:lnTo>
                    <a:pt x="4044" y="498996"/>
                  </a:lnTo>
                  <a:lnTo>
                    <a:pt x="15704" y="541447"/>
                  </a:lnTo>
                  <a:lnTo>
                    <a:pt x="34270" y="580540"/>
                  </a:lnTo>
                  <a:lnTo>
                    <a:pt x="59035" y="615566"/>
                  </a:lnTo>
                  <a:lnTo>
                    <a:pt x="89288" y="645816"/>
                  </a:lnTo>
                  <a:lnTo>
                    <a:pt x="124322" y="670578"/>
                  </a:lnTo>
                  <a:lnTo>
                    <a:pt x="163427" y="689145"/>
                  </a:lnTo>
                  <a:lnTo>
                    <a:pt x="205894" y="700805"/>
                  </a:lnTo>
                  <a:lnTo>
                    <a:pt x="251015" y="704850"/>
                  </a:lnTo>
                  <a:lnTo>
                    <a:pt x="9921748" y="704850"/>
                  </a:lnTo>
                  <a:lnTo>
                    <a:pt x="9966846" y="700805"/>
                  </a:lnTo>
                  <a:lnTo>
                    <a:pt x="10009297" y="689145"/>
                  </a:lnTo>
                  <a:lnTo>
                    <a:pt x="10048390" y="670578"/>
                  </a:lnTo>
                  <a:lnTo>
                    <a:pt x="10083416" y="645816"/>
                  </a:lnTo>
                  <a:lnTo>
                    <a:pt x="10113666" y="615566"/>
                  </a:lnTo>
                  <a:lnTo>
                    <a:pt x="10138428" y="580540"/>
                  </a:lnTo>
                  <a:lnTo>
                    <a:pt x="10156995" y="541447"/>
                  </a:lnTo>
                  <a:lnTo>
                    <a:pt x="10168655" y="498996"/>
                  </a:lnTo>
                  <a:lnTo>
                    <a:pt x="10172700" y="453898"/>
                  </a:lnTo>
                  <a:lnTo>
                    <a:pt x="10172700" y="250951"/>
                  </a:lnTo>
                  <a:lnTo>
                    <a:pt x="10168655" y="205853"/>
                  </a:lnTo>
                  <a:lnTo>
                    <a:pt x="10156995" y="163402"/>
                  </a:lnTo>
                  <a:lnTo>
                    <a:pt x="10138428" y="124309"/>
                  </a:lnTo>
                  <a:lnTo>
                    <a:pt x="10113666" y="89283"/>
                  </a:lnTo>
                  <a:lnTo>
                    <a:pt x="10083416" y="59033"/>
                  </a:lnTo>
                  <a:lnTo>
                    <a:pt x="10048390" y="34271"/>
                  </a:lnTo>
                  <a:lnTo>
                    <a:pt x="10009297" y="15704"/>
                  </a:lnTo>
                  <a:lnTo>
                    <a:pt x="9966846" y="4044"/>
                  </a:lnTo>
                  <a:lnTo>
                    <a:pt x="9921748" y="0"/>
                  </a:lnTo>
                  <a:close/>
                </a:path>
              </a:pathLst>
            </a:custGeom>
            <a:solidFill>
              <a:srgbClr val="E847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163637" y="1051813"/>
            <a:ext cx="9261475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spc="-10" dirty="0">
                <a:latin typeface="Calibri"/>
                <a:cs typeface="Calibri"/>
              </a:rPr>
              <a:t>1.</a:t>
            </a:r>
            <a:r>
              <a:rPr sz="2400" spc="35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Which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5" dirty="0">
                <a:latin typeface="Calibri"/>
                <a:cs typeface="Calibri"/>
              </a:rPr>
              <a:t>the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following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is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true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about </a:t>
            </a:r>
            <a:r>
              <a:rPr sz="2400" spc="-15" dirty="0">
                <a:latin typeface="Calibri"/>
                <a:cs typeface="Calibri"/>
              </a:rPr>
              <a:t>linked</a:t>
            </a:r>
            <a:r>
              <a:rPr sz="2400" spc="-10" dirty="0">
                <a:latin typeface="Calibri"/>
                <a:cs typeface="Calibri"/>
              </a:rPr>
              <a:t> list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implementation</a:t>
            </a:r>
            <a:r>
              <a:rPr sz="2400" spc="-1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10" dirty="0">
                <a:latin typeface="Calibri"/>
                <a:cs typeface="Calibri"/>
              </a:rPr>
              <a:t>stack?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697799" y="2004947"/>
            <a:ext cx="9634601" cy="3100453"/>
            <a:chOff x="990600" y="1695323"/>
            <a:chExt cx="9634601" cy="3585257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90600" y="1695323"/>
              <a:ext cx="9634601" cy="201460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28700" y="1742948"/>
              <a:ext cx="9386951" cy="3348101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28700" y="1733550"/>
              <a:ext cx="9505950" cy="3547030"/>
            </a:xfrm>
            <a:prstGeom prst="rect">
              <a:avLst/>
            </a:prstGeom>
          </p:spPr>
        </p:pic>
      </p:grpSp>
      <p:sp>
        <p:nvSpPr>
          <p:cNvPr id="19" name="object 19"/>
          <p:cNvSpPr txBox="1">
            <a:spLocks noGrp="1"/>
          </p:cNvSpPr>
          <p:nvPr>
            <p:ph type="body" idx="1"/>
          </p:nvPr>
        </p:nvSpPr>
        <p:spPr>
          <a:xfrm>
            <a:off x="2209801" y="2212890"/>
            <a:ext cx="8844026" cy="3345211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47625" marR="725170" algn="l">
              <a:lnSpc>
                <a:spcPct val="100800"/>
              </a:lnSpc>
              <a:spcBef>
                <a:spcPts val="85"/>
              </a:spcBef>
              <a:buAutoNum type="alphaLcParenR"/>
              <a:tabLst>
                <a:tab pos="276860" algn="l"/>
              </a:tabLst>
            </a:pPr>
            <a:r>
              <a:rPr sz="2400" dirty="0"/>
              <a:t>n</a:t>
            </a:r>
            <a:r>
              <a:rPr sz="2400" spc="-5" dirty="0"/>
              <a:t> </a:t>
            </a:r>
            <a:r>
              <a:rPr sz="2400" spc="5" dirty="0"/>
              <a:t>push</a:t>
            </a:r>
            <a:r>
              <a:rPr sz="2400" spc="-5" dirty="0"/>
              <a:t> </a:t>
            </a:r>
            <a:r>
              <a:rPr sz="2400" spc="10" dirty="0"/>
              <a:t>operation,</a:t>
            </a:r>
            <a:r>
              <a:rPr sz="2400" spc="-180" dirty="0"/>
              <a:t> </a:t>
            </a:r>
            <a:r>
              <a:rPr sz="2400" spc="15" dirty="0"/>
              <a:t>if</a:t>
            </a:r>
            <a:r>
              <a:rPr sz="2400" spc="-60" dirty="0"/>
              <a:t> </a:t>
            </a:r>
            <a:r>
              <a:rPr sz="2400" spc="5" dirty="0"/>
              <a:t>new</a:t>
            </a:r>
            <a:r>
              <a:rPr sz="2400" spc="35" dirty="0"/>
              <a:t> </a:t>
            </a:r>
            <a:r>
              <a:rPr sz="2400" spc="15" dirty="0"/>
              <a:t>nodes</a:t>
            </a:r>
            <a:r>
              <a:rPr sz="2400" spc="-135" dirty="0"/>
              <a:t> </a:t>
            </a:r>
            <a:r>
              <a:rPr sz="2400" dirty="0"/>
              <a:t>are</a:t>
            </a:r>
            <a:r>
              <a:rPr sz="2400" spc="45" dirty="0"/>
              <a:t> </a:t>
            </a:r>
            <a:r>
              <a:rPr sz="2400" dirty="0"/>
              <a:t>inserted</a:t>
            </a:r>
            <a:r>
              <a:rPr sz="2400" spc="-80" dirty="0"/>
              <a:t> </a:t>
            </a:r>
            <a:r>
              <a:rPr sz="2400" spc="15" dirty="0"/>
              <a:t>at</a:t>
            </a:r>
            <a:r>
              <a:rPr sz="2400" spc="-40" dirty="0"/>
              <a:t> </a:t>
            </a:r>
            <a:r>
              <a:rPr sz="2400" spc="5" dirty="0"/>
              <a:t>the</a:t>
            </a:r>
            <a:r>
              <a:rPr sz="2400" spc="-25" dirty="0"/>
              <a:t> </a:t>
            </a:r>
            <a:r>
              <a:rPr sz="2400" spc="15" dirty="0"/>
              <a:t>beginning</a:t>
            </a:r>
            <a:r>
              <a:rPr sz="2400" spc="-135" dirty="0"/>
              <a:t> </a:t>
            </a:r>
            <a:r>
              <a:rPr sz="2400" spc="10" dirty="0"/>
              <a:t>of</a:t>
            </a:r>
            <a:r>
              <a:rPr sz="2400" spc="15" dirty="0"/>
              <a:t> </a:t>
            </a:r>
            <a:r>
              <a:rPr sz="2400" spc="5" dirty="0"/>
              <a:t>linked</a:t>
            </a:r>
            <a:r>
              <a:rPr sz="2400" spc="-145" dirty="0"/>
              <a:t> </a:t>
            </a:r>
            <a:r>
              <a:rPr sz="2400" spc="5" dirty="0"/>
              <a:t>list,</a:t>
            </a:r>
            <a:r>
              <a:rPr sz="2400" spc="-40" dirty="0"/>
              <a:t> </a:t>
            </a:r>
            <a:r>
              <a:rPr sz="2400" spc="5" dirty="0"/>
              <a:t>then </a:t>
            </a:r>
            <a:r>
              <a:rPr sz="2400" spc="15" dirty="0"/>
              <a:t>in</a:t>
            </a:r>
            <a:r>
              <a:rPr sz="2400" spc="-80" dirty="0"/>
              <a:t> </a:t>
            </a:r>
            <a:r>
              <a:rPr sz="2400" spc="15" dirty="0"/>
              <a:t>pop </a:t>
            </a:r>
            <a:r>
              <a:rPr sz="2400" spc="-390" dirty="0"/>
              <a:t> </a:t>
            </a:r>
            <a:r>
              <a:rPr sz="2400" spc="10" dirty="0"/>
              <a:t>operation,</a:t>
            </a:r>
            <a:r>
              <a:rPr sz="2400" spc="-190" dirty="0"/>
              <a:t> </a:t>
            </a:r>
            <a:r>
              <a:rPr sz="2400" spc="15" dirty="0"/>
              <a:t>nodes</a:t>
            </a:r>
            <a:r>
              <a:rPr sz="2400" spc="-60" dirty="0"/>
              <a:t> </a:t>
            </a:r>
            <a:r>
              <a:rPr sz="2400" spc="-5" dirty="0"/>
              <a:t>must</a:t>
            </a:r>
            <a:r>
              <a:rPr sz="2400" spc="-40" dirty="0"/>
              <a:t> </a:t>
            </a:r>
            <a:r>
              <a:rPr sz="2400" spc="10" dirty="0"/>
              <a:t>be</a:t>
            </a:r>
            <a:r>
              <a:rPr sz="2400" spc="-30" dirty="0"/>
              <a:t> </a:t>
            </a:r>
            <a:r>
              <a:rPr sz="2400" spc="-5" dirty="0"/>
              <a:t>removed </a:t>
            </a:r>
            <a:r>
              <a:rPr sz="2400" spc="-10" dirty="0"/>
              <a:t>from</a:t>
            </a:r>
            <a:r>
              <a:rPr sz="2400" spc="-50" dirty="0"/>
              <a:t> </a:t>
            </a:r>
            <a:r>
              <a:rPr sz="2400" spc="10" dirty="0"/>
              <a:t>end.</a:t>
            </a:r>
          </a:p>
          <a:p>
            <a:pPr marL="47625" marR="5080">
              <a:lnSpc>
                <a:spcPts val="2180"/>
              </a:lnSpc>
              <a:spcBef>
                <a:spcPts val="75"/>
              </a:spcBef>
              <a:buAutoNum type="alphaLcParenR"/>
              <a:tabLst>
                <a:tab pos="241935" algn="l"/>
              </a:tabLst>
            </a:pPr>
            <a:r>
              <a:rPr sz="2400" dirty="0"/>
              <a:t>In</a:t>
            </a:r>
            <a:r>
              <a:rPr sz="2400" spc="-10" dirty="0"/>
              <a:t> </a:t>
            </a:r>
            <a:r>
              <a:rPr sz="2400" spc="5" dirty="0"/>
              <a:t>push</a:t>
            </a:r>
            <a:r>
              <a:rPr sz="2400" spc="-5" dirty="0"/>
              <a:t> </a:t>
            </a:r>
            <a:r>
              <a:rPr sz="2400" spc="10" dirty="0"/>
              <a:t>operation,</a:t>
            </a:r>
            <a:r>
              <a:rPr sz="2400" spc="-185" dirty="0"/>
              <a:t> </a:t>
            </a:r>
            <a:r>
              <a:rPr sz="2400" spc="15" dirty="0"/>
              <a:t>if</a:t>
            </a:r>
            <a:r>
              <a:rPr sz="2400" spc="-60" dirty="0"/>
              <a:t> </a:t>
            </a:r>
            <a:r>
              <a:rPr sz="2400" spc="5" dirty="0"/>
              <a:t>new</a:t>
            </a:r>
            <a:r>
              <a:rPr sz="2400" spc="-40" dirty="0"/>
              <a:t> </a:t>
            </a:r>
            <a:r>
              <a:rPr sz="2400" spc="15" dirty="0"/>
              <a:t>nodes</a:t>
            </a:r>
            <a:r>
              <a:rPr sz="2400" spc="-60" dirty="0"/>
              <a:t> </a:t>
            </a:r>
            <a:r>
              <a:rPr sz="2400" dirty="0"/>
              <a:t>are</a:t>
            </a:r>
            <a:r>
              <a:rPr sz="2400" spc="-25" dirty="0"/>
              <a:t> </a:t>
            </a:r>
            <a:r>
              <a:rPr sz="2400" dirty="0"/>
              <a:t>inserted</a:t>
            </a:r>
            <a:r>
              <a:rPr sz="2400" spc="-10" dirty="0"/>
              <a:t> </a:t>
            </a:r>
            <a:r>
              <a:rPr sz="2400" spc="15" dirty="0"/>
              <a:t>at</a:t>
            </a:r>
            <a:r>
              <a:rPr sz="2400" spc="-35" dirty="0"/>
              <a:t> </a:t>
            </a:r>
            <a:r>
              <a:rPr sz="2400" spc="5" dirty="0"/>
              <a:t>the</a:t>
            </a:r>
            <a:r>
              <a:rPr sz="2400" spc="-30" dirty="0"/>
              <a:t> </a:t>
            </a:r>
            <a:r>
              <a:rPr sz="2400" spc="10" dirty="0"/>
              <a:t>end,</a:t>
            </a:r>
            <a:r>
              <a:rPr sz="2400" spc="-30" dirty="0"/>
              <a:t> </a:t>
            </a:r>
            <a:r>
              <a:rPr sz="2400" spc="5" dirty="0"/>
              <a:t>then</a:t>
            </a:r>
            <a:r>
              <a:rPr sz="2400" spc="-5" dirty="0"/>
              <a:t> </a:t>
            </a:r>
            <a:r>
              <a:rPr sz="2400" spc="15" dirty="0"/>
              <a:t>in</a:t>
            </a:r>
            <a:r>
              <a:rPr sz="2400" spc="-80" dirty="0"/>
              <a:t> </a:t>
            </a:r>
            <a:r>
              <a:rPr sz="2400" spc="15" dirty="0"/>
              <a:t>pop</a:t>
            </a:r>
            <a:r>
              <a:rPr sz="2400" spc="-10" dirty="0"/>
              <a:t> </a:t>
            </a:r>
            <a:r>
              <a:rPr sz="2400" spc="10" dirty="0"/>
              <a:t>operation,</a:t>
            </a:r>
            <a:r>
              <a:rPr sz="2400" spc="-180" dirty="0"/>
              <a:t> </a:t>
            </a:r>
            <a:r>
              <a:rPr sz="2400" spc="15" dirty="0"/>
              <a:t>nodes</a:t>
            </a:r>
            <a:r>
              <a:rPr sz="2400" spc="-135" dirty="0"/>
              <a:t> </a:t>
            </a:r>
            <a:r>
              <a:rPr sz="2400" spc="-5" dirty="0"/>
              <a:t>must</a:t>
            </a:r>
            <a:r>
              <a:rPr sz="2400" spc="40" dirty="0"/>
              <a:t> </a:t>
            </a:r>
            <a:r>
              <a:rPr lang="en-IN" sz="2400" spc="10" dirty="0"/>
              <a:t>b</a:t>
            </a:r>
            <a:r>
              <a:rPr sz="2400" spc="10" dirty="0"/>
              <a:t>e </a:t>
            </a:r>
            <a:r>
              <a:rPr sz="2400" spc="-395" dirty="0"/>
              <a:t> </a:t>
            </a:r>
            <a:r>
              <a:rPr sz="2400" spc="-5" dirty="0"/>
              <a:t>removed</a:t>
            </a:r>
            <a:r>
              <a:rPr sz="2400" spc="-10" dirty="0"/>
              <a:t> from</a:t>
            </a:r>
            <a:r>
              <a:rPr sz="2400" spc="-50" dirty="0"/>
              <a:t> </a:t>
            </a:r>
            <a:r>
              <a:rPr sz="2400" spc="5" dirty="0"/>
              <a:t>the</a:t>
            </a:r>
            <a:r>
              <a:rPr sz="2400" spc="-30" dirty="0"/>
              <a:t> </a:t>
            </a:r>
            <a:r>
              <a:rPr sz="2400" spc="10" dirty="0"/>
              <a:t>beginning.</a:t>
            </a:r>
          </a:p>
          <a:p>
            <a:pPr marL="212725" indent="-165735">
              <a:lnSpc>
                <a:spcPts val="2025"/>
              </a:lnSpc>
              <a:buAutoNum type="alphaLcParenR"/>
              <a:tabLst>
                <a:tab pos="213360" algn="l"/>
              </a:tabLst>
            </a:pPr>
            <a:r>
              <a:rPr sz="2400" dirty="0"/>
              <a:t>Both</a:t>
            </a:r>
            <a:r>
              <a:rPr sz="2400" spc="-25" dirty="0"/>
              <a:t> </a:t>
            </a:r>
            <a:r>
              <a:rPr sz="2400" spc="10" dirty="0"/>
              <a:t>of</a:t>
            </a:r>
            <a:r>
              <a:rPr sz="2400" dirty="0"/>
              <a:t> </a:t>
            </a:r>
            <a:r>
              <a:rPr sz="2400" spc="5" dirty="0"/>
              <a:t>the</a:t>
            </a:r>
            <a:r>
              <a:rPr sz="2400" spc="-45" dirty="0"/>
              <a:t> </a:t>
            </a:r>
            <a:r>
              <a:rPr sz="2400" spc="15" dirty="0"/>
              <a:t>above</a:t>
            </a:r>
          </a:p>
          <a:p>
            <a:pPr marL="241300" indent="-194310">
              <a:lnSpc>
                <a:spcPct val="100000"/>
              </a:lnSpc>
              <a:spcBef>
                <a:spcPts val="15"/>
              </a:spcBef>
              <a:buAutoNum type="alphaLcParenR"/>
              <a:tabLst>
                <a:tab pos="241935" algn="l"/>
              </a:tabLst>
            </a:pPr>
            <a:r>
              <a:rPr sz="2400" spc="35" dirty="0"/>
              <a:t>N</a:t>
            </a:r>
            <a:r>
              <a:rPr sz="2400" spc="20" dirty="0"/>
              <a:t>o</a:t>
            </a:r>
            <a:r>
              <a:rPr sz="2400" spc="25" dirty="0"/>
              <a:t>n</a:t>
            </a:r>
            <a:r>
              <a:rPr sz="2400" dirty="0"/>
              <a:t>e</a:t>
            </a:r>
            <a:r>
              <a:rPr sz="2400" spc="-105" dirty="0"/>
              <a:t> </a:t>
            </a:r>
            <a:r>
              <a:rPr sz="2400" spc="20" dirty="0"/>
              <a:t>o</a:t>
            </a:r>
            <a:r>
              <a:rPr sz="2400" dirty="0"/>
              <a:t>f</a:t>
            </a:r>
            <a:r>
              <a:rPr sz="2400" spc="15" dirty="0"/>
              <a:t> </a:t>
            </a:r>
            <a:r>
              <a:rPr sz="2400" dirty="0"/>
              <a:t>t</a:t>
            </a:r>
            <a:r>
              <a:rPr sz="2400" spc="20" dirty="0"/>
              <a:t>h</a:t>
            </a:r>
            <a:r>
              <a:rPr sz="2400" dirty="0"/>
              <a:t>e</a:t>
            </a:r>
            <a:r>
              <a:rPr sz="2400" spc="-30" dirty="0"/>
              <a:t> </a:t>
            </a:r>
            <a:r>
              <a:rPr sz="2400" spc="30" dirty="0"/>
              <a:t>a</a:t>
            </a:r>
            <a:r>
              <a:rPr sz="2400" spc="25" dirty="0"/>
              <a:t>b</a:t>
            </a:r>
            <a:r>
              <a:rPr sz="2400" spc="20" dirty="0"/>
              <a:t>o</a:t>
            </a:r>
            <a:r>
              <a:rPr lang="en-IN" sz="2400" spc="5" dirty="0" err="1"/>
              <a:t>v</a:t>
            </a:r>
            <a:r>
              <a:rPr lang="en-IN" sz="2400" dirty="0" err="1"/>
              <a:t>e</a:t>
            </a:r>
            <a:endParaRPr lang="en-IN" sz="2400" dirty="0"/>
          </a:p>
          <a:p>
            <a:pPr>
              <a:lnSpc>
                <a:spcPct val="100000"/>
              </a:lnSpc>
            </a:pPr>
            <a:endParaRPr lang="en-IN" sz="2400" dirty="0"/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lang="en-IN" sz="2400" dirty="0"/>
          </a:p>
          <a:p>
            <a:pPr marL="47625">
              <a:lnSpc>
                <a:spcPts val="2045"/>
              </a:lnSpc>
            </a:pPr>
            <a:endParaRPr sz="2400" dirty="0"/>
          </a:p>
        </p:txBody>
      </p:sp>
      <p:sp>
        <p:nvSpPr>
          <p:cNvPr id="27" name="object 27"/>
          <p:cNvSpPr txBox="1"/>
          <p:nvPr/>
        </p:nvSpPr>
        <p:spPr>
          <a:xfrm>
            <a:off x="1169987" y="5253418"/>
            <a:ext cx="27495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1800" dirty="0">
              <a:latin typeface="Calibri"/>
              <a:cs typeface="Calibri"/>
            </a:endParaRPr>
          </a:p>
        </p:txBody>
      </p:sp>
      <p:pic>
        <p:nvPicPr>
          <p:cNvPr id="29" name="object 2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0"/>
            <a:ext cx="1990724" cy="600075"/>
          </a:xfrm>
          <a:prstGeom prst="rect">
            <a:avLst/>
          </a:prstGeom>
        </p:spPr>
      </p:pic>
      <p:sp>
        <p:nvSpPr>
          <p:cNvPr id="30" name="object 3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80"/>
              </a:lnSpc>
            </a:pPr>
            <a:r>
              <a:rPr spc="15" dirty="0"/>
              <a:t>C</a:t>
            </a:r>
            <a:r>
              <a:rPr spc="10" dirty="0"/>
              <a:t>R</a:t>
            </a:r>
            <a:r>
              <a:rPr spc="-20" dirty="0"/>
              <a:t>EATE</a:t>
            </a:r>
            <a:r>
              <a:rPr spc="15" dirty="0"/>
              <a:t>D</a:t>
            </a:r>
            <a:r>
              <a:rPr spc="-20" dirty="0"/>
              <a:t> </a:t>
            </a:r>
            <a:r>
              <a:rPr spc="10" dirty="0"/>
              <a:t>BY</a:t>
            </a:r>
            <a:r>
              <a:rPr spc="-60" dirty="0"/>
              <a:t> </a:t>
            </a:r>
            <a:r>
              <a:rPr spc="25" dirty="0"/>
              <a:t>K</a:t>
            </a:r>
            <a:r>
              <a:rPr spc="5" dirty="0"/>
              <a:t>.</a:t>
            </a:r>
            <a:r>
              <a:rPr spc="-20" dirty="0"/>
              <a:t> </a:t>
            </a:r>
            <a:r>
              <a:rPr spc="-5" dirty="0"/>
              <a:t>V</a:t>
            </a:r>
            <a:r>
              <a:rPr spc="20" dirty="0"/>
              <a:t>I</a:t>
            </a:r>
            <a:r>
              <a:rPr spc="15" dirty="0"/>
              <a:t>C</a:t>
            </a:r>
            <a:r>
              <a:rPr spc="-20" dirty="0"/>
              <a:t>T</a:t>
            </a:r>
            <a:r>
              <a:rPr spc="-10" dirty="0"/>
              <a:t>O</a:t>
            </a:r>
            <a:r>
              <a:rPr spc="10" dirty="0"/>
              <a:t>R</a:t>
            </a:r>
            <a:r>
              <a:rPr spc="-35" dirty="0"/>
              <a:t> </a:t>
            </a:r>
            <a:r>
              <a:rPr spc="15" dirty="0"/>
              <a:t>B</a:t>
            </a:r>
            <a:r>
              <a:rPr spc="-15" dirty="0"/>
              <a:t>A</a:t>
            </a:r>
            <a:r>
              <a:rPr spc="15" dirty="0"/>
              <a:t>BU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352800" y="0"/>
            <a:ext cx="5539105" cy="757555"/>
            <a:chOff x="3352800" y="0"/>
            <a:chExt cx="5539105" cy="7575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52800" y="57086"/>
              <a:ext cx="5538851" cy="53816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57700" y="0"/>
              <a:ext cx="3338576" cy="75717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390900" y="95250"/>
              <a:ext cx="5410200" cy="409575"/>
            </a:xfrm>
            <a:custGeom>
              <a:avLst/>
              <a:gdLst/>
              <a:ahLst/>
              <a:cxnLst/>
              <a:rect l="l" t="t" r="r" b="b"/>
              <a:pathLst>
                <a:path w="5410200" h="409575">
                  <a:moveTo>
                    <a:pt x="5342001" y="0"/>
                  </a:moveTo>
                  <a:lnTo>
                    <a:pt x="68199" y="0"/>
                  </a:lnTo>
                  <a:lnTo>
                    <a:pt x="41683" y="5369"/>
                  </a:lnTo>
                  <a:lnTo>
                    <a:pt x="20002" y="20002"/>
                  </a:lnTo>
                  <a:lnTo>
                    <a:pt x="5369" y="41683"/>
                  </a:lnTo>
                  <a:lnTo>
                    <a:pt x="0" y="68199"/>
                  </a:lnTo>
                  <a:lnTo>
                    <a:pt x="0" y="341375"/>
                  </a:lnTo>
                  <a:lnTo>
                    <a:pt x="5369" y="367891"/>
                  </a:lnTo>
                  <a:lnTo>
                    <a:pt x="20002" y="389572"/>
                  </a:lnTo>
                  <a:lnTo>
                    <a:pt x="41683" y="404205"/>
                  </a:lnTo>
                  <a:lnTo>
                    <a:pt x="68199" y="409575"/>
                  </a:lnTo>
                  <a:lnTo>
                    <a:pt x="5342001" y="409575"/>
                  </a:lnTo>
                  <a:lnTo>
                    <a:pt x="5368516" y="404205"/>
                  </a:lnTo>
                  <a:lnTo>
                    <a:pt x="5390197" y="389572"/>
                  </a:lnTo>
                  <a:lnTo>
                    <a:pt x="5404830" y="367891"/>
                  </a:lnTo>
                  <a:lnTo>
                    <a:pt x="5410200" y="341375"/>
                  </a:lnTo>
                  <a:lnTo>
                    <a:pt x="5410200" y="68199"/>
                  </a:lnTo>
                  <a:lnTo>
                    <a:pt x="5404830" y="41683"/>
                  </a:lnTo>
                  <a:lnTo>
                    <a:pt x="5390197" y="20002"/>
                  </a:lnTo>
                  <a:lnTo>
                    <a:pt x="5368516" y="5369"/>
                  </a:lnTo>
                  <a:lnTo>
                    <a:pt x="5342001" y="0"/>
                  </a:lnTo>
                  <a:close/>
                </a:path>
              </a:pathLst>
            </a:custGeom>
            <a:solidFill>
              <a:srgbClr val="B924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0">
              <a:lnSpc>
                <a:spcPct val="100000"/>
              </a:lnSpc>
              <a:spcBef>
                <a:spcPts val="100"/>
              </a:spcBef>
            </a:pPr>
            <a:r>
              <a:rPr dirty="0"/>
              <a:t>TERMINAL</a:t>
            </a:r>
            <a:r>
              <a:rPr spc="-85" dirty="0"/>
              <a:t> </a:t>
            </a:r>
            <a:r>
              <a:rPr spc="10" dirty="0"/>
              <a:t>QUESTIONS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79805" y="1383728"/>
            <a:ext cx="7898130" cy="298030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860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241300" algn="l"/>
              </a:tabLst>
            </a:pPr>
            <a:r>
              <a:rPr sz="2400" b="1" spc="10" dirty="0">
                <a:latin typeface="Calibri"/>
                <a:cs typeface="Calibri"/>
              </a:rPr>
              <a:t>Compare</a:t>
            </a:r>
            <a:r>
              <a:rPr sz="2400" b="1" spc="-190" dirty="0">
                <a:latin typeface="Calibri"/>
                <a:cs typeface="Calibri"/>
              </a:rPr>
              <a:t> </a:t>
            </a:r>
            <a:r>
              <a:rPr sz="2400" b="1" spc="5" dirty="0">
                <a:latin typeface="Calibri"/>
                <a:cs typeface="Calibri"/>
              </a:rPr>
              <a:t>Array</a:t>
            </a:r>
            <a:r>
              <a:rPr sz="2400" b="1" spc="350" dirty="0">
                <a:latin typeface="Calibri"/>
                <a:cs typeface="Calibri"/>
              </a:rPr>
              <a:t> </a:t>
            </a:r>
            <a:r>
              <a:rPr sz="2400" b="1" spc="-15" dirty="0">
                <a:latin typeface="Calibri"/>
                <a:cs typeface="Calibri"/>
              </a:rPr>
              <a:t>vs</a:t>
            </a:r>
            <a:r>
              <a:rPr sz="2400" b="1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Linked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spc="5" dirty="0">
                <a:latin typeface="Calibri"/>
                <a:cs typeface="Calibri"/>
              </a:rPr>
              <a:t>list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stack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implementations.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Font typeface="Calibri"/>
              <a:buAutoNum type="arabicPeriod"/>
            </a:pPr>
            <a:endParaRPr sz="2400" dirty="0">
              <a:latin typeface="Calibri"/>
              <a:cs typeface="Calibri"/>
            </a:endParaRPr>
          </a:p>
          <a:p>
            <a:pPr marL="240665" indent="-228600">
              <a:lnSpc>
                <a:spcPct val="100000"/>
              </a:lnSpc>
              <a:buAutoNum type="arabicPeriod"/>
              <a:tabLst>
                <a:tab pos="241300" algn="l"/>
              </a:tabLst>
            </a:pPr>
            <a:r>
              <a:rPr sz="2400" b="1" spc="-30" dirty="0">
                <a:latin typeface="Calibri"/>
                <a:cs typeface="Calibri"/>
              </a:rPr>
              <a:t>I</a:t>
            </a:r>
            <a:r>
              <a:rPr sz="2400" b="1" spc="35" dirty="0">
                <a:latin typeface="Calibri"/>
                <a:cs typeface="Calibri"/>
              </a:rPr>
              <a:t>m</a:t>
            </a:r>
            <a:r>
              <a:rPr sz="2400" b="1" spc="5" dirty="0">
                <a:latin typeface="Calibri"/>
                <a:cs typeface="Calibri"/>
              </a:rPr>
              <a:t>pl</a:t>
            </a:r>
            <a:r>
              <a:rPr sz="2400" b="1" spc="-10" dirty="0">
                <a:latin typeface="Calibri"/>
                <a:cs typeface="Calibri"/>
              </a:rPr>
              <a:t>e</a:t>
            </a:r>
            <a:r>
              <a:rPr sz="2400" b="1" spc="35" dirty="0">
                <a:latin typeface="Calibri"/>
                <a:cs typeface="Calibri"/>
              </a:rPr>
              <a:t>m</a:t>
            </a:r>
            <a:r>
              <a:rPr sz="2400" b="1" spc="-10" dirty="0">
                <a:latin typeface="Calibri"/>
                <a:cs typeface="Calibri"/>
              </a:rPr>
              <a:t>e</a:t>
            </a:r>
            <a:r>
              <a:rPr sz="2400" b="1" spc="5" dirty="0">
                <a:latin typeface="Calibri"/>
                <a:cs typeface="Calibri"/>
              </a:rPr>
              <a:t>n</a:t>
            </a:r>
            <a:r>
              <a:rPr sz="2400" b="1" dirty="0">
                <a:latin typeface="Calibri"/>
                <a:cs typeface="Calibri"/>
              </a:rPr>
              <a:t>t</a:t>
            </a:r>
            <a:r>
              <a:rPr sz="2400" b="1" spc="-135" dirty="0">
                <a:latin typeface="Calibri"/>
                <a:cs typeface="Calibri"/>
              </a:rPr>
              <a:t> </a:t>
            </a:r>
            <a:r>
              <a:rPr sz="2400" b="1" spc="5" dirty="0">
                <a:latin typeface="Calibri"/>
                <a:cs typeface="Calibri"/>
              </a:rPr>
              <a:t>pu</a:t>
            </a:r>
            <a:r>
              <a:rPr sz="2400" b="1" spc="25" dirty="0">
                <a:latin typeface="Calibri"/>
                <a:cs typeface="Calibri"/>
              </a:rPr>
              <a:t>s</a:t>
            </a:r>
            <a:r>
              <a:rPr sz="2400" b="1" dirty="0">
                <a:latin typeface="Calibri"/>
                <a:cs typeface="Calibri"/>
              </a:rPr>
              <a:t>h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</a:t>
            </a:r>
            <a:r>
              <a:rPr sz="2400" b="1" spc="10" dirty="0">
                <a:latin typeface="Calibri"/>
                <a:cs typeface="Calibri"/>
              </a:rPr>
              <a:t>p</a:t>
            </a:r>
            <a:r>
              <a:rPr sz="2400" b="1" spc="-10" dirty="0">
                <a:latin typeface="Calibri"/>
                <a:cs typeface="Calibri"/>
              </a:rPr>
              <a:t>e</a:t>
            </a:r>
            <a:r>
              <a:rPr sz="2400" b="1" spc="-45" dirty="0">
                <a:latin typeface="Calibri"/>
                <a:cs typeface="Calibri"/>
              </a:rPr>
              <a:t>r</a:t>
            </a:r>
            <a:r>
              <a:rPr sz="2400" b="1" spc="5" dirty="0">
                <a:latin typeface="Calibri"/>
                <a:cs typeface="Calibri"/>
              </a:rPr>
              <a:t>a</a:t>
            </a:r>
            <a:r>
              <a:rPr sz="2400" b="1" spc="-25" dirty="0">
                <a:latin typeface="Calibri"/>
                <a:cs typeface="Calibri"/>
              </a:rPr>
              <a:t>t</a:t>
            </a:r>
            <a:r>
              <a:rPr sz="2400" b="1" spc="5" dirty="0">
                <a:latin typeface="Calibri"/>
                <a:cs typeface="Calibri"/>
              </a:rPr>
              <a:t>i</a:t>
            </a:r>
            <a:r>
              <a:rPr sz="2400" b="1" dirty="0">
                <a:latin typeface="Calibri"/>
                <a:cs typeface="Calibri"/>
              </a:rPr>
              <a:t>on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on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spc="25" dirty="0">
                <a:latin typeface="Calibri"/>
                <a:cs typeface="Calibri"/>
              </a:rPr>
              <a:t>s</a:t>
            </a:r>
            <a:r>
              <a:rPr sz="2400" b="1" spc="-25" dirty="0">
                <a:latin typeface="Calibri"/>
                <a:cs typeface="Calibri"/>
              </a:rPr>
              <a:t>t</a:t>
            </a:r>
            <a:r>
              <a:rPr sz="2400" b="1" spc="5" dirty="0">
                <a:latin typeface="Calibri"/>
                <a:cs typeface="Calibri"/>
              </a:rPr>
              <a:t>a</a:t>
            </a:r>
            <a:r>
              <a:rPr sz="2400" b="1" spc="-5" dirty="0">
                <a:latin typeface="Calibri"/>
                <a:cs typeface="Calibri"/>
              </a:rPr>
              <a:t>c</a:t>
            </a:r>
            <a:r>
              <a:rPr sz="2400" b="1" dirty="0">
                <a:latin typeface="Calibri"/>
                <a:cs typeface="Calibri"/>
              </a:rPr>
              <a:t>k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spc="5" dirty="0">
                <a:latin typeface="Calibri"/>
                <a:cs typeface="Calibri"/>
              </a:rPr>
              <a:t>u</a:t>
            </a:r>
            <a:r>
              <a:rPr sz="2400" b="1" spc="25" dirty="0">
                <a:latin typeface="Calibri"/>
                <a:cs typeface="Calibri"/>
              </a:rPr>
              <a:t>s</a:t>
            </a:r>
            <a:r>
              <a:rPr sz="2400" b="1" spc="5" dirty="0">
                <a:latin typeface="Calibri"/>
                <a:cs typeface="Calibri"/>
              </a:rPr>
              <a:t>in</a:t>
            </a:r>
            <a:r>
              <a:rPr sz="2400" b="1" dirty="0">
                <a:latin typeface="Calibri"/>
                <a:cs typeface="Calibri"/>
              </a:rPr>
              <a:t>g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spc="5" dirty="0">
                <a:latin typeface="Calibri"/>
                <a:cs typeface="Calibri"/>
              </a:rPr>
              <a:t>lin</a:t>
            </a:r>
            <a:r>
              <a:rPr sz="2400" b="1" spc="-40" dirty="0">
                <a:latin typeface="Calibri"/>
                <a:cs typeface="Calibri"/>
              </a:rPr>
              <a:t>k</a:t>
            </a:r>
            <a:r>
              <a:rPr sz="2400" b="1" spc="-10" dirty="0">
                <a:latin typeface="Calibri"/>
                <a:cs typeface="Calibri"/>
              </a:rPr>
              <a:t>e</a:t>
            </a:r>
            <a:r>
              <a:rPr sz="2400" b="1" dirty="0">
                <a:latin typeface="Calibri"/>
                <a:cs typeface="Calibri"/>
              </a:rPr>
              <a:t>d</a:t>
            </a:r>
            <a:r>
              <a:rPr sz="2400" b="1" spc="-105" dirty="0">
                <a:latin typeface="Calibri"/>
                <a:cs typeface="Calibri"/>
              </a:rPr>
              <a:t> </a:t>
            </a:r>
            <a:r>
              <a:rPr sz="2400" b="1" spc="5" dirty="0">
                <a:latin typeface="Calibri"/>
                <a:cs typeface="Calibri"/>
              </a:rPr>
              <a:t>li</a:t>
            </a:r>
            <a:r>
              <a:rPr sz="2400" b="1" spc="25" dirty="0">
                <a:latin typeface="Calibri"/>
                <a:cs typeface="Calibri"/>
              </a:rPr>
              <a:t>s</a:t>
            </a:r>
            <a:r>
              <a:rPr sz="2400" b="1" spc="-25" dirty="0">
                <a:latin typeface="Calibri"/>
                <a:cs typeface="Calibri"/>
              </a:rPr>
              <a:t>t</a:t>
            </a:r>
            <a:r>
              <a:rPr sz="2400" b="1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Calibri"/>
              <a:buAutoNum type="arabicPeriod"/>
            </a:pPr>
            <a:endParaRPr sz="2400" dirty="0">
              <a:latin typeface="Calibri"/>
              <a:cs typeface="Calibri"/>
            </a:endParaRPr>
          </a:p>
          <a:p>
            <a:pPr marL="240665" indent="-228600">
              <a:lnSpc>
                <a:spcPct val="100000"/>
              </a:lnSpc>
              <a:buAutoNum type="arabicPeriod"/>
              <a:tabLst>
                <a:tab pos="241300" algn="l"/>
              </a:tabLst>
            </a:pPr>
            <a:r>
              <a:rPr sz="2400" b="1" spc="-30" dirty="0">
                <a:latin typeface="Calibri"/>
                <a:cs typeface="Calibri"/>
              </a:rPr>
              <a:t>I</a:t>
            </a:r>
            <a:r>
              <a:rPr sz="2400" b="1" spc="35" dirty="0">
                <a:latin typeface="Calibri"/>
                <a:cs typeface="Calibri"/>
              </a:rPr>
              <a:t>m</a:t>
            </a:r>
            <a:r>
              <a:rPr sz="2400" b="1" spc="5" dirty="0">
                <a:latin typeface="Calibri"/>
                <a:cs typeface="Calibri"/>
              </a:rPr>
              <a:t>pl</a:t>
            </a:r>
            <a:r>
              <a:rPr sz="2400" b="1" spc="-10" dirty="0">
                <a:latin typeface="Calibri"/>
                <a:cs typeface="Calibri"/>
              </a:rPr>
              <a:t>e</a:t>
            </a:r>
            <a:r>
              <a:rPr sz="2400" b="1" spc="35" dirty="0">
                <a:latin typeface="Calibri"/>
                <a:cs typeface="Calibri"/>
              </a:rPr>
              <a:t>m</a:t>
            </a:r>
            <a:r>
              <a:rPr sz="2400" b="1" spc="-10" dirty="0">
                <a:latin typeface="Calibri"/>
                <a:cs typeface="Calibri"/>
              </a:rPr>
              <a:t>e</a:t>
            </a:r>
            <a:r>
              <a:rPr sz="2400" b="1" spc="5" dirty="0">
                <a:latin typeface="Calibri"/>
                <a:cs typeface="Calibri"/>
              </a:rPr>
              <a:t>n</a:t>
            </a:r>
            <a:r>
              <a:rPr sz="2400" b="1" dirty="0">
                <a:latin typeface="Calibri"/>
                <a:cs typeface="Calibri"/>
              </a:rPr>
              <a:t>t</a:t>
            </a:r>
            <a:r>
              <a:rPr sz="2400" b="1" spc="-135" dirty="0">
                <a:latin typeface="Calibri"/>
                <a:cs typeface="Calibri"/>
              </a:rPr>
              <a:t> </a:t>
            </a:r>
            <a:r>
              <a:rPr sz="2400" b="1" spc="5" dirty="0">
                <a:latin typeface="Calibri"/>
                <a:cs typeface="Calibri"/>
              </a:rPr>
              <a:t>p</a:t>
            </a:r>
            <a:r>
              <a:rPr sz="2400" b="1" dirty="0">
                <a:latin typeface="Calibri"/>
                <a:cs typeface="Calibri"/>
              </a:rPr>
              <a:t>op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</a:t>
            </a:r>
            <a:r>
              <a:rPr sz="2400" b="1" spc="10" dirty="0">
                <a:latin typeface="Calibri"/>
                <a:cs typeface="Calibri"/>
              </a:rPr>
              <a:t>p</a:t>
            </a:r>
            <a:r>
              <a:rPr sz="2400" b="1" spc="-10" dirty="0">
                <a:latin typeface="Calibri"/>
                <a:cs typeface="Calibri"/>
              </a:rPr>
              <a:t>e</a:t>
            </a:r>
            <a:r>
              <a:rPr sz="2400" b="1" spc="-45" dirty="0">
                <a:latin typeface="Calibri"/>
                <a:cs typeface="Calibri"/>
              </a:rPr>
              <a:t>r</a:t>
            </a:r>
            <a:r>
              <a:rPr sz="2400" b="1" spc="5" dirty="0">
                <a:latin typeface="Calibri"/>
                <a:cs typeface="Calibri"/>
              </a:rPr>
              <a:t>a</a:t>
            </a:r>
            <a:r>
              <a:rPr sz="2400" b="1" spc="-25" dirty="0">
                <a:latin typeface="Calibri"/>
                <a:cs typeface="Calibri"/>
              </a:rPr>
              <a:t>t</a:t>
            </a:r>
            <a:r>
              <a:rPr sz="2400" b="1" spc="5" dirty="0">
                <a:latin typeface="Calibri"/>
                <a:cs typeface="Calibri"/>
              </a:rPr>
              <a:t>i</a:t>
            </a:r>
            <a:r>
              <a:rPr sz="2400" b="1" dirty="0">
                <a:latin typeface="Calibri"/>
                <a:cs typeface="Calibri"/>
              </a:rPr>
              <a:t>on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on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spc="25" dirty="0">
                <a:latin typeface="Calibri"/>
                <a:cs typeface="Calibri"/>
              </a:rPr>
              <a:t>s</a:t>
            </a:r>
            <a:r>
              <a:rPr sz="2400" b="1" spc="-25" dirty="0">
                <a:latin typeface="Calibri"/>
                <a:cs typeface="Calibri"/>
              </a:rPr>
              <a:t>t</a:t>
            </a:r>
            <a:r>
              <a:rPr sz="2400" b="1" spc="5" dirty="0">
                <a:latin typeface="Calibri"/>
                <a:cs typeface="Calibri"/>
              </a:rPr>
              <a:t>a</a:t>
            </a:r>
            <a:r>
              <a:rPr sz="2400" b="1" spc="-5" dirty="0">
                <a:latin typeface="Calibri"/>
                <a:cs typeface="Calibri"/>
              </a:rPr>
              <a:t>c</a:t>
            </a:r>
            <a:r>
              <a:rPr sz="2400" b="1" dirty="0">
                <a:latin typeface="Calibri"/>
                <a:cs typeface="Calibri"/>
              </a:rPr>
              <a:t>k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spc="5" dirty="0">
                <a:latin typeface="Calibri"/>
                <a:cs typeface="Calibri"/>
              </a:rPr>
              <a:t>u</a:t>
            </a:r>
            <a:r>
              <a:rPr sz="2400" b="1" spc="25" dirty="0">
                <a:latin typeface="Calibri"/>
                <a:cs typeface="Calibri"/>
              </a:rPr>
              <a:t>s</a:t>
            </a:r>
            <a:r>
              <a:rPr sz="2400" b="1" spc="5" dirty="0">
                <a:latin typeface="Calibri"/>
                <a:cs typeface="Calibri"/>
              </a:rPr>
              <a:t>in</a:t>
            </a:r>
            <a:r>
              <a:rPr sz="2400" b="1" dirty="0">
                <a:latin typeface="Calibri"/>
                <a:cs typeface="Calibri"/>
              </a:rPr>
              <a:t>g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spc="5" dirty="0">
                <a:latin typeface="Calibri"/>
                <a:cs typeface="Calibri"/>
              </a:rPr>
              <a:t>lin</a:t>
            </a:r>
            <a:r>
              <a:rPr sz="2400" b="1" spc="-40" dirty="0">
                <a:latin typeface="Calibri"/>
                <a:cs typeface="Calibri"/>
              </a:rPr>
              <a:t>k</a:t>
            </a:r>
            <a:r>
              <a:rPr sz="2400" b="1" spc="-10" dirty="0">
                <a:latin typeface="Calibri"/>
                <a:cs typeface="Calibri"/>
              </a:rPr>
              <a:t>e</a:t>
            </a:r>
            <a:r>
              <a:rPr sz="2400" b="1" dirty="0">
                <a:latin typeface="Calibri"/>
                <a:cs typeface="Calibri"/>
              </a:rPr>
              <a:t>d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spc="5" dirty="0">
                <a:latin typeface="Calibri"/>
                <a:cs typeface="Calibri"/>
              </a:rPr>
              <a:t>li</a:t>
            </a:r>
            <a:r>
              <a:rPr sz="2400" b="1" spc="25" dirty="0">
                <a:latin typeface="Calibri"/>
                <a:cs typeface="Calibri"/>
              </a:rPr>
              <a:t>s</a:t>
            </a:r>
            <a:r>
              <a:rPr sz="2400" b="1" spc="-25" dirty="0">
                <a:latin typeface="Calibri"/>
                <a:cs typeface="Calibri"/>
              </a:rPr>
              <a:t>t</a:t>
            </a:r>
            <a:r>
              <a:rPr sz="2400" b="1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buFont typeface="Calibri"/>
              <a:buAutoNum type="arabicPeriod"/>
            </a:pPr>
            <a:endParaRPr sz="2400" dirty="0">
              <a:latin typeface="Calibri"/>
              <a:cs typeface="Calibri"/>
            </a:endParaRPr>
          </a:p>
          <a:p>
            <a:pPr marL="240665" indent="-228600">
              <a:lnSpc>
                <a:spcPct val="100000"/>
              </a:lnSpc>
              <a:buAutoNum type="arabicPeriod"/>
              <a:tabLst>
                <a:tab pos="241300" algn="l"/>
              </a:tabLst>
            </a:pPr>
            <a:r>
              <a:rPr sz="2400" b="1" spc="5" dirty="0">
                <a:latin typeface="Calibri"/>
                <a:cs typeface="Calibri"/>
              </a:rPr>
              <a:t>Analyze</a:t>
            </a:r>
            <a:r>
              <a:rPr sz="2400" b="1" spc="-12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the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time</a:t>
            </a:r>
            <a:r>
              <a:rPr sz="2400" b="1" spc="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complexity</a:t>
            </a:r>
            <a:r>
              <a:rPr sz="2400" b="1" spc="-1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5" dirty="0">
                <a:latin typeface="Calibri"/>
                <a:cs typeface="Calibri"/>
              </a:rPr>
              <a:t> </a:t>
            </a:r>
            <a:r>
              <a:rPr sz="2400" b="1" spc="10" dirty="0">
                <a:latin typeface="Calibri"/>
                <a:cs typeface="Calibri"/>
              </a:rPr>
              <a:t>push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and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pop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operation</a:t>
            </a:r>
            <a:r>
              <a:rPr sz="2400" b="1" spc="-9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on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stack </a:t>
            </a:r>
            <a:r>
              <a:rPr sz="2400" b="1" spc="5" dirty="0">
                <a:latin typeface="Calibri"/>
                <a:cs typeface="Calibri"/>
              </a:rPr>
              <a:t>using</a:t>
            </a:r>
            <a:r>
              <a:rPr sz="2400" b="1" spc="-140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linked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list.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990724" cy="600075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80"/>
              </a:lnSpc>
            </a:pPr>
            <a:r>
              <a:rPr spc="15" dirty="0"/>
              <a:t>C</a:t>
            </a:r>
            <a:r>
              <a:rPr spc="10" dirty="0"/>
              <a:t>R</a:t>
            </a:r>
            <a:r>
              <a:rPr spc="-20" dirty="0"/>
              <a:t>EATE</a:t>
            </a:r>
            <a:r>
              <a:rPr spc="15" dirty="0"/>
              <a:t>D</a:t>
            </a:r>
            <a:r>
              <a:rPr spc="-20" dirty="0"/>
              <a:t> </a:t>
            </a:r>
            <a:r>
              <a:rPr spc="10" dirty="0"/>
              <a:t>BY</a:t>
            </a:r>
            <a:r>
              <a:rPr spc="-60" dirty="0"/>
              <a:t> </a:t>
            </a:r>
            <a:r>
              <a:rPr spc="25" dirty="0"/>
              <a:t>K</a:t>
            </a:r>
            <a:r>
              <a:rPr spc="5" dirty="0"/>
              <a:t>.</a:t>
            </a:r>
            <a:r>
              <a:rPr spc="-20" dirty="0"/>
              <a:t> </a:t>
            </a:r>
            <a:r>
              <a:rPr spc="-5" dirty="0"/>
              <a:t>V</a:t>
            </a:r>
            <a:r>
              <a:rPr spc="20" dirty="0"/>
              <a:t>I</a:t>
            </a:r>
            <a:r>
              <a:rPr spc="15" dirty="0"/>
              <a:t>C</a:t>
            </a:r>
            <a:r>
              <a:rPr spc="-20" dirty="0"/>
              <a:t>T</a:t>
            </a:r>
            <a:r>
              <a:rPr spc="-10" dirty="0"/>
              <a:t>O</a:t>
            </a:r>
            <a:r>
              <a:rPr spc="10" dirty="0"/>
              <a:t>R</a:t>
            </a:r>
            <a:r>
              <a:rPr spc="-35" dirty="0"/>
              <a:t> </a:t>
            </a:r>
            <a:r>
              <a:rPr spc="15" dirty="0"/>
              <a:t>B</a:t>
            </a:r>
            <a:r>
              <a:rPr spc="-15" dirty="0"/>
              <a:t>A</a:t>
            </a:r>
            <a:r>
              <a:rPr spc="15" dirty="0"/>
              <a:t>BU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095500" y="0"/>
            <a:ext cx="7282180" cy="757555"/>
            <a:chOff x="2095500" y="0"/>
            <a:chExt cx="7282180" cy="7575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24075" y="57086"/>
              <a:ext cx="7234301" cy="53816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95500" y="0"/>
              <a:ext cx="7281926" cy="75717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162175" y="95250"/>
              <a:ext cx="7105650" cy="409575"/>
            </a:xfrm>
            <a:custGeom>
              <a:avLst/>
              <a:gdLst/>
              <a:ahLst/>
              <a:cxnLst/>
              <a:rect l="l" t="t" r="r" b="b"/>
              <a:pathLst>
                <a:path w="7105650" h="409575">
                  <a:moveTo>
                    <a:pt x="7037324" y="0"/>
                  </a:moveTo>
                  <a:lnTo>
                    <a:pt x="68325" y="0"/>
                  </a:lnTo>
                  <a:lnTo>
                    <a:pt x="41737" y="5371"/>
                  </a:lnTo>
                  <a:lnTo>
                    <a:pt x="20018" y="20018"/>
                  </a:lnTo>
                  <a:lnTo>
                    <a:pt x="5371" y="41737"/>
                  </a:lnTo>
                  <a:lnTo>
                    <a:pt x="0" y="68325"/>
                  </a:lnTo>
                  <a:lnTo>
                    <a:pt x="0" y="341249"/>
                  </a:lnTo>
                  <a:lnTo>
                    <a:pt x="5371" y="367837"/>
                  </a:lnTo>
                  <a:lnTo>
                    <a:pt x="20018" y="389556"/>
                  </a:lnTo>
                  <a:lnTo>
                    <a:pt x="41737" y="404203"/>
                  </a:lnTo>
                  <a:lnTo>
                    <a:pt x="68325" y="409575"/>
                  </a:lnTo>
                  <a:lnTo>
                    <a:pt x="7037324" y="409575"/>
                  </a:lnTo>
                  <a:lnTo>
                    <a:pt x="7063912" y="404203"/>
                  </a:lnTo>
                  <a:lnTo>
                    <a:pt x="7085631" y="389556"/>
                  </a:lnTo>
                  <a:lnTo>
                    <a:pt x="7100278" y="367837"/>
                  </a:lnTo>
                  <a:lnTo>
                    <a:pt x="7105650" y="341249"/>
                  </a:lnTo>
                  <a:lnTo>
                    <a:pt x="7105650" y="68325"/>
                  </a:lnTo>
                  <a:lnTo>
                    <a:pt x="7100278" y="41737"/>
                  </a:lnTo>
                  <a:lnTo>
                    <a:pt x="7085631" y="20018"/>
                  </a:lnTo>
                  <a:lnTo>
                    <a:pt x="7063912" y="5371"/>
                  </a:lnTo>
                  <a:lnTo>
                    <a:pt x="7037324" y="0"/>
                  </a:lnTo>
                  <a:close/>
                </a:path>
              </a:pathLst>
            </a:custGeom>
            <a:solidFill>
              <a:srgbClr val="B924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309876" y="85661"/>
            <a:ext cx="680656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" dirty="0"/>
              <a:t>REFERENCES</a:t>
            </a:r>
            <a:r>
              <a:rPr spc="-150" dirty="0"/>
              <a:t> </a:t>
            </a:r>
            <a:r>
              <a:rPr dirty="0"/>
              <a:t>FOR</a:t>
            </a:r>
            <a:r>
              <a:rPr spc="-50" dirty="0"/>
              <a:t> </a:t>
            </a:r>
            <a:r>
              <a:rPr spc="5" dirty="0"/>
              <a:t>FURTHER</a:t>
            </a:r>
            <a:r>
              <a:rPr spc="-125" dirty="0"/>
              <a:t> </a:t>
            </a:r>
            <a:r>
              <a:rPr dirty="0"/>
              <a:t>LEARNING</a:t>
            </a:r>
            <a:r>
              <a:rPr spc="-35" dirty="0"/>
              <a:t> </a:t>
            </a:r>
            <a:r>
              <a:rPr spc="-10" dirty="0"/>
              <a:t>OF</a:t>
            </a:r>
            <a:r>
              <a:rPr dirty="0"/>
              <a:t> </a:t>
            </a:r>
            <a:r>
              <a:rPr spc="5" dirty="0"/>
              <a:t>THE</a:t>
            </a:r>
            <a:r>
              <a:rPr spc="-65" dirty="0"/>
              <a:t> </a:t>
            </a:r>
            <a:r>
              <a:rPr spc="5" dirty="0"/>
              <a:t>SESSION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16255" y="941756"/>
            <a:ext cx="10265410" cy="4241165"/>
          </a:xfrm>
          <a:prstGeom prst="rect">
            <a:avLst/>
          </a:prstGeom>
        </p:spPr>
        <p:txBody>
          <a:bodyPr vert="horz" wrap="square" lIns="0" tIns="2241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65"/>
              </a:spcBef>
            </a:pPr>
            <a:r>
              <a:rPr sz="2400" b="1" spc="-25" dirty="0">
                <a:latin typeface="Calibri"/>
                <a:cs typeface="Calibri"/>
              </a:rPr>
              <a:t>Reference</a:t>
            </a:r>
            <a:r>
              <a:rPr sz="2400" b="1" spc="3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Books:</a:t>
            </a:r>
            <a:endParaRPr sz="24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1250"/>
              </a:spcBef>
              <a:buAutoNum type="arabicPeriod"/>
              <a:tabLst>
                <a:tab pos="355600" algn="l"/>
                <a:tab pos="356235" algn="l"/>
              </a:tabLst>
            </a:pPr>
            <a:r>
              <a:rPr sz="1800" spc="5" dirty="0">
                <a:latin typeface="Calibri"/>
                <a:cs typeface="Calibri"/>
              </a:rPr>
              <a:t>Mark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15" dirty="0">
                <a:latin typeface="Calibri"/>
                <a:cs typeface="Calibri"/>
              </a:rPr>
              <a:t>Allen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Weiss,</a:t>
            </a:r>
            <a:r>
              <a:rPr sz="1800" spc="50" dirty="0">
                <a:latin typeface="Calibri"/>
                <a:cs typeface="Calibri"/>
              </a:rPr>
              <a:t> </a:t>
            </a:r>
            <a:r>
              <a:rPr sz="1800" spc="10" dirty="0">
                <a:latin typeface="Calibri"/>
                <a:cs typeface="Calibri"/>
              </a:rPr>
              <a:t>Data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Structures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15" dirty="0">
                <a:latin typeface="Calibri"/>
                <a:cs typeface="Calibri"/>
              </a:rPr>
              <a:t>and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Algorithm</a:t>
            </a:r>
            <a:r>
              <a:rPr sz="1800" spc="-114" dirty="0">
                <a:latin typeface="Calibri"/>
                <a:cs typeface="Calibri"/>
              </a:rPr>
              <a:t> </a:t>
            </a:r>
            <a:r>
              <a:rPr sz="1800" spc="10" dirty="0">
                <a:latin typeface="Calibri"/>
                <a:cs typeface="Calibri"/>
              </a:rPr>
              <a:t>Analysis</a:t>
            </a:r>
            <a:r>
              <a:rPr sz="1800" spc="-130" dirty="0">
                <a:latin typeface="Calibri"/>
                <a:cs typeface="Calibri"/>
              </a:rPr>
              <a:t> </a:t>
            </a:r>
            <a:r>
              <a:rPr sz="1800" spc="15" dirty="0">
                <a:latin typeface="Calibri"/>
                <a:cs typeface="Calibri"/>
              </a:rPr>
              <a:t>in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C,</a:t>
            </a:r>
            <a:r>
              <a:rPr sz="1800" spc="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2010</a:t>
            </a:r>
            <a:r>
              <a:rPr sz="1800" spc="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,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Second </a:t>
            </a:r>
            <a:r>
              <a:rPr sz="1800" spc="15" dirty="0">
                <a:latin typeface="Calibri"/>
                <a:cs typeface="Calibri"/>
              </a:rPr>
              <a:t>Edition,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PearsonEducation.</a:t>
            </a:r>
            <a:endParaRPr sz="18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1065"/>
              </a:spcBef>
              <a:buAutoNum type="arabicPeriod"/>
              <a:tabLst>
                <a:tab pos="355600" algn="l"/>
                <a:tab pos="356235" algn="l"/>
              </a:tabLst>
            </a:pPr>
            <a:r>
              <a:rPr sz="1800" spc="-10" dirty="0">
                <a:latin typeface="Calibri"/>
                <a:cs typeface="Calibri"/>
              </a:rPr>
              <a:t>2.</a:t>
            </a:r>
            <a:r>
              <a:rPr sz="1800" spc="40" dirty="0">
                <a:latin typeface="Calibri"/>
                <a:cs typeface="Calibri"/>
              </a:rPr>
              <a:t> </a:t>
            </a:r>
            <a:r>
              <a:rPr sz="1800" spc="20" dirty="0">
                <a:latin typeface="Calibri"/>
                <a:cs typeface="Calibri"/>
              </a:rPr>
              <a:t>Ellis</a:t>
            </a:r>
            <a:r>
              <a:rPr sz="1800" spc="-13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Horowitz,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Fundamentals</a:t>
            </a:r>
            <a:r>
              <a:rPr sz="1800" spc="-210" dirty="0">
                <a:latin typeface="Calibri"/>
                <a:cs typeface="Calibri"/>
              </a:rPr>
              <a:t> </a:t>
            </a:r>
            <a:r>
              <a:rPr sz="1800" spc="10" dirty="0">
                <a:latin typeface="Calibri"/>
                <a:cs typeface="Calibri"/>
              </a:rPr>
              <a:t>of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10" dirty="0">
                <a:latin typeface="Calibri"/>
                <a:cs typeface="Calibri"/>
              </a:rPr>
              <a:t>Data</a:t>
            </a:r>
            <a:r>
              <a:rPr sz="1800" spc="-15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Structures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spc="15" dirty="0">
                <a:latin typeface="Calibri"/>
                <a:cs typeface="Calibri"/>
              </a:rPr>
              <a:t>in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C: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Second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15" dirty="0">
                <a:latin typeface="Calibri"/>
                <a:cs typeface="Calibri"/>
              </a:rPr>
              <a:t>Edition,</a:t>
            </a:r>
            <a:r>
              <a:rPr sz="1800" spc="-18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2015</a:t>
            </a:r>
            <a:endParaRPr sz="18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1070"/>
              </a:spcBef>
              <a:buAutoNum type="arabicPeriod"/>
              <a:tabLst>
                <a:tab pos="355600" algn="l"/>
                <a:tab pos="356235" algn="l"/>
              </a:tabLst>
            </a:pPr>
            <a:r>
              <a:rPr sz="1800" spc="-30" dirty="0">
                <a:latin typeface="Calibri"/>
                <a:cs typeface="Calibri"/>
              </a:rPr>
              <a:t>A.V.Aho,</a:t>
            </a:r>
            <a:r>
              <a:rPr sz="1800" spc="-105" dirty="0">
                <a:latin typeface="Calibri"/>
                <a:cs typeface="Calibri"/>
              </a:rPr>
              <a:t> </a:t>
            </a:r>
            <a:r>
              <a:rPr sz="1800" spc="10" dirty="0">
                <a:latin typeface="Calibri"/>
                <a:cs typeface="Calibri"/>
              </a:rPr>
              <a:t>J.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E.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Hopcroft,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15" dirty="0">
                <a:latin typeface="Calibri"/>
                <a:cs typeface="Calibri"/>
              </a:rPr>
              <a:t>and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spc="10" dirty="0">
                <a:latin typeface="Calibri"/>
                <a:cs typeface="Calibri"/>
              </a:rPr>
              <a:t>J.</a:t>
            </a:r>
            <a:r>
              <a:rPr sz="1800" spc="-30" dirty="0">
                <a:latin typeface="Calibri"/>
                <a:cs typeface="Calibri"/>
              </a:rPr>
              <a:t> D.</a:t>
            </a:r>
            <a:r>
              <a:rPr sz="1800" spc="40" dirty="0">
                <a:latin typeface="Calibri"/>
                <a:cs typeface="Calibri"/>
              </a:rPr>
              <a:t> </a:t>
            </a:r>
            <a:r>
              <a:rPr sz="1800" spc="10" dirty="0">
                <a:latin typeface="Calibri"/>
                <a:cs typeface="Calibri"/>
              </a:rPr>
              <a:t>Ullman,</a:t>
            </a:r>
            <a:r>
              <a:rPr sz="1800" spc="-100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“Data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Structures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10" dirty="0">
                <a:latin typeface="Calibri"/>
                <a:cs typeface="Calibri"/>
              </a:rPr>
              <a:t>And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Algorithms”,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Pearson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15" dirty="0">
                <a:latin typeface="Calibri"/>
                <a:cs typeface="Calibri"/>
              </a:rPr>
              <a:t>Education,</a:t>
            </a:r>
            <a:r>
              <a:rPr sz="1800" spc="-18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First</a:t>
            </a:r>
            <a:r>
              <a:rPr sz="1800" spc="-110" dirty="0">
                <a:latin typeface="Calibri"/>
                <a:cs typeface="Calibri"/>
              </a:rPr>
              <a:t> </a:t>
            </a:r>
            <a:r>
              <a:rPr sz="1800" spc="15" dirty="0">
                <a:latin typeface="Calibri"/>
                <a:cs typeface="Calibri"/>
              </a:rPr>
              <a:t>Edition</a:t>
            </a:r>
            <a:endParaRPr sz="18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145"/>
              </a:spcBef>
            </a:pPr>
            <a:r>
              <a:rPr sz="1800" dirty="0">
                <a:latin typeface="Calibri"/>
                <a:cs typeface="Calibri"/>
              </a:rPr>
              <a:t>Reprint2003.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b="1" spc="-5" dirty="0">
                <a:latin typeface="Calibri"/>
                <a:cs typeface="Calibri"/>
              </a:rPr>
              <a:t>Sites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and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30" dirty="0">
                <a:latin typeface="Calibri"/>
                <a:cs typeface="Calibri"/>
              </a:rPr>
              <a:t>Web</a:t>
            </a:r>
            <a:r>
              <a:rPr sz="2400" b="1" spc="20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links:</a:t>
            </a:r>
            <a:endParaRPr sz="240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1250"/>
              </a:spcBef>
              <a:buClr>
                <a:srgbClr val="000000"/>
              </a:buClr>
              <a:buAutoNum type="arabicPeriod"/>
              <a:tabLst>
                <a:tab pos="241935" algn="l"/>
              </a:tabLst>
            </a:pPr>
            <a:r>
              <a:rPr sz="1800" u="heavy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https://nptel.ac.in/courses/106102064</a:t>
            </a:r>
            <a:endParaRPr sz="1800">
              <a:latin typeface="Calibri"/>
              <a:cs typeface="Calibri"/>
            </a:endParaRPr>
          </a:p>
          <a:p>
            <a:pPr marL="240665" indent="-228600">
              <a:lnSpc>
                <a:spcPct val="100000"/>
              </a:lnSpc>
              <a:spcBef>
                <a:spcPts val="315"/>
              </a:spcBef>
              <a:buAutoNum type="arabicPeriod"/>
              <a:tabLst>
                <a:tab pos="241300" algn="l"/>
              </a:tabLst>
            </a:pPr>
            <a:r>
              <a:rPr sz="1800" u="heavy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https://in.udacity.com/course/intro-to-algorithms--cs215</a:t>
            </a:r>
            <a:endParaRPr sz="180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AutoNum type="arabicPeriod"/>
              <a:tabLst>
                <a:tab pos="241935" algn="l"/>
              </a:tabLst>
            </a:pPr>
            <a:r>
              <a:rPr sz="1800" u="heavy" spc="-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https://www.coursera.org/learn/data-structures?action=enroll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990724" cy="600075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80"/>
              </a:lnSpc>
            </a:pPr>
            <a:r>
              <a:rPr spc="15" dirty="0"/>
              <a:t>C</a:t>
            </a:r>
            <a:r>
              <a:rPr spc="10" dirty="0"/>
              <a:t>R</a:t>
            </a:r>
            <a:r>
              <a:rPr spc="-20" dirty="0"/>
              <a:t>EATE</a:t>
            </a:r>
            <a:r>
              <a:rPr spc="15" dirty="0"/>
              <a:t>D</a:t>
            </a:r>
            <a:r>
              <a:rPr spc="-20" dirty="0"/>
              <a:t> </a:t>
            </a:r>
            <a:r>
              <a:rPr spc="10" dirty="0"/>
              <a:t>BY</a:t>
            </a:r>
            <a:r>
              <a:rPr spc="-60" dirty="0"/>
              <a:t> </a:t>
            </a:r>
            <a:r>
              <a:rPr spc="25" dirty="0"/>
              <a:t>K</a:t>
            </a:r>
            <a:r>
              <a:rPr spc="5" dirty="0"/>
              <a:t>.</a:t>
            </a:r>
            <a:r>
              <a:rPr spc="-20" dirty="0"/>
              <a:t> </a:t>
            </a:r>
            <a:r>
              <a:rPr spc="-5" dirty="0"/>
              <a:t>V</a:t>
            </a:r>
            <a:r>
              <a:rPr spc="20" dirty="0"/>
              <a:t>I</a:t>
            </a:r>
            <a:r>
              <a:rPr spc="15" dirty="0"/>
              <a:t>C</a:t>
            </a:r>
            <a:r>
              <a:rPr spc="-20" dirty="0"/>
              <a:t>T</a:t>
            </a:r>
            <a:r>
              <a:rPr spc="-10" dirty="0"/>
              <a:t>O</a:t>
            </a:r>
            <a:r>
              <a:rPr spc="10" dirty="0"/>
              <a:t>R</a:t>
            </a:r>
            <a:r>
              <a:rPr spc="-35" dirty="0"/>
              <a:t> </a:t>
            </a:r>
            <a:r>
              <a:rPr spc="15" dirty="0"/>
              <a:t>B</a:t>
            </a:r>
            <a:r>
              <a:rPr spc="-15" dirty="0"/>
              <a:t>A</a:t>
            </a:r>
            <a:r>
              <a:rPr spc="15" dirty="0"/>
              <a:t>BU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950594">
              <a:lnSpc>
                <a:spcPct val="100000"/>
              </a:lnSpc>
              <a:spcBef>
                <a:spcPts val="130"/>
              </a:spcBef>
            </a:pPr>
            <a:r>
              <a:rPr spc="-95" dirty="0"/>
              <a:t>T</a:t>
            </a:r>
            <a:r>
              <a:rPr spc="-125" dirty="0"/>
              <a:t>H</a:t>
            </a:r>
            <a:r>
              <a:rPr spc="200" dirty="0"/>
              <a:t>A</a:t>
            </a:r>
            <a:r>
              <a:rPr spc="-70" dirty="0"/>
              <a:t>N</a:t>
            </a:r>
            <a:r>
              <a:rPr spc="20" dirty="0"/>
              <a:t>K</a:t>
            </a:r>
            <a:r>
              <a:rPr spc="-265" dirty="0"/>
              <a:t> </a:t>
            </a:r>
            <a:r>
              <a:rPr spc="45" dirty="0"/>
              <a:t>Y</a:t>
            </a:r>
            <a:r>
              <a:rPr spc="65" dirty="0"/>
              <a:t>O</a:t>
            </a:r>
            <a:r>
              <a:rPr spc="-90" dirty="0"/>
              <a:t>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54196" y="3775329"/>
            <a:ext cx="5415915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b="1" spc="-105" dirty="0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sz="3600" b="1" spc="105" dirty="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sz="3600" b="1" spc="31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3600" b="1" spc="380" dirty="0">
                <a:solidFill>
                  <a:srgbClr val="FFFFFF"/>
                </a:solidFill>
                <a:latin typeface="Tahoma"/>
                <a:cs typeface="Tahoma"/>
              </a:rPr>
              <a:t>m</a:t>
            </a:r>
            <a:r>
              <a:rPr sz="3600" b="1" spc="-3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600" b="1" spc="1180" dirty="0">
                <a:solidFill>
                  <a:srgbClr val="FFFFFF"/>
                </a:solidFill>
                <a:latin typeface="Trebuchet MS"/>
                <a:cs typeface="Trebuchet MS"/>
              </a:rPr>
              <a:t>–</a:t>
            </a:r>
            <a:r>
              <a:rPr sz="3600" b="1" spc="-2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b="1" spc="100" dirty="0">
                <a:solidFill>
                  <a:srgbClr val="FFFFFF"/>
                </a:solidFill>
                <a:latin typeface="Tahoma"/>
                <a:cs typeface="Tahoma"/>
              </a:rPr>
              <a:t>D</a:t>
            </a:r>
            <a:r>
              <a:rPr sz="3600" b="1" spc="10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3600" b="1" spc="-75" dirty="0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sz="3600" b="1" spc="29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3600" b="1" spc="-2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600" b="1" spc="-40" dirty="0">
                <a:solidFill>
                  <a:srgbClr val="FFFFFF"/>
                </a:solidFill>
                <a:latin typeface="Tahoma"/>
                <a:cs typeface="Tahoma"/>
              </a:rPr>
              <a:t>S</a:t>
            </a:r>
            <a:r>
              <a:rPr sz="3600" b="1" spc="5" dirty="0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sz="3600" b="1" spc="95" dirty="0">
                <a:solidFill>
                  <a:srgbClr val="FFFFFF"/>
                </a:solidFill>
                <a:latin typeface="Tahoma"/>
                <a:cs typeface="Tahoma"/>
              </a:rPr>
              <a:t>u</a:t>
            </a:r>
            <a:r>
              <a:rPr sz="3600" b="1" spc="140" dirty="0">
                <a:solidFill>
                  <a:srgbClr val="FFFFFF"/>
                </a:solidFill>
                <a:latin typeface="Tahoma"/>
                <a:cs typeface="Tahoma"/>
              </a:rPr>
              <a:t>c</a:t>
            </a:r>
            <a:r>
              <a:rPr sz="3600" b="1" spc="65" dirty="0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sz="3600" b="1" spc="95" dirty="0">
                <a:solidFill>
                  <a:srgbClr val="FFFFFF"/>
                </a:solidFill>
                <a:latin typeface="Tahoma"/>
                <a:cs typeface="Tahoma"/>
              </a:rPr>
              <a:t>u</a:t>
            </a:r>
            <a:r>
              <a:rPr sz="3600" b="1" spc="5" dirty="0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sz="3600" b="1" spc="105" dirty="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sz="3600" b="1" spc="155" dirty="0">
                <a:solidFill>
                  <a:srgbClr val="FFFFFF"/>
                </a:solidFill>
                <a:latin typeface="Tahoma"/>
                <a:cs typeface="Tahoma"/>
              </a:rPr>
              <a:t>s</a:t>
            </a:r>
            <a:endParaRPr sz="36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14975" y="2562225"/>
            <a:ext cx="3238500" cy="108585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80"/>
              </a:lnSpc>
            </a:pPr>
            <a:r>
              <a:rPr spc="15" dirty="0"/>
              <a:t>C</a:t>
            </a:r>
            <a:r>
              <a:rPr spc="10" dirty="0"/>
              <a:t>R</a:t>
            </a:r>
            <a:r>
              <a:rPr spc="-20" dirty="0"/>
              <a:t>EATE</a:t>
            </a:r>
            <a:r>
              <a:rPr spc="15" dirty="0"/>
              <a:t>D</a:t>
            </a:r>
            <a:r>
              <a:rPr spc="-20" dirty="0"/>
              <a:t> </a:t>
            </a:r>
            <a:r>
              <a:rPr spc="10" dirty="0"/>
              <a:t>BY</a:t>
            </a:r>
            <a:r>
              <a:rPr spc="-60" dirty="0"/>
              <a:t> </a:t>
            </a:r>
            <a:r>
              <a:rPr spc="25" dirty="0"/>
              <a:t>K</a:t>
            </a:r>
            <a:r>
              <a:rPr spc="5" dirty="0"/>
              <a:t>.</a:t>
            </a:r>
            <a:r>
              <a:rPr spc="-20" dirty="0"/>
              <a:t> </a:t>
            </a:r>
            <a:r>
              <a:rPr spc="-5" dirty="0"/>
              <a:t>V</a:t>
            </a:r>
            <a:r>
              <a:rPr spc="20" dirty="0"/>
              <a:t>I</a:t>
            </a:r>
            <a:r>
              <a:rPr spc="15" dirty="0"/>
              <a:t>C</a:t>
            </a:r>
            <a:r>
              <a:rPr spc="-20" dirty="0"/>
              <a:t>T</a:t>
            </a:r>
            <a:r>
              <a:rPr spc="-10" dirty="0"/>
              <a:t>O</a:t>
            </a:r>
            <a:r>
              <a:rPr spc="10" dirty="0"/>
              <a:t>R</a:t>
            </a:r>
            <a:r>
              <a:rPr spc="-35" dirty="0"/>
              <a:t> </a:t>
            </a:r>
            <a:r>
              <a:rPr spc="15" dirty="0"/>
              <a:t>B</a:t>
            </a:r>
            <a:r>
              <a:rPr spc="-15" dirty="0"/>
              <a:t>A</a:t>
            </a:r>
            <a:r>
              <a:rPr spc="15" dirty="0"/>
              <a:t>BU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177</TotalTime>
  <Words>1032</Words>
  <Application>Microsoft Office PowerPoint</Application>
  <PresentationFormat>Widescreen</PresentationFormat>
  <Paragraphs>112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Arial</vt:lpstr>
      <vt:lpstr>Arial MT</vt:lpstr>
      <vt:lpstr>Calibri</vt:lpstr>
      <vt:lpstr>Lucida Sans Unicode</vt:lpstr>
      <vt:lpstr>Tahoma</vt:lpstr>
      <vt:lpstr>Times New Roman</vt:lpstr>
      <vt:lpstr>Trebuchet MS</vt:lpstr>
      <vt:lpstr>Wingdings</vt:lpstr>
      <vt:lpstr>Office Theme</vt:lpstr>
      <vt:lpstr>Department of BES-I </vt:lpstr>
      <vt:lpstr>AIM OF THE SESSION</vt:lpstr>
      <vt:lpstr>Session -Introduction</vt:lpstr>
      <vt:lpstr>PowerPoint Presentation</vt:lpstr>
      <vt:lpstr>Operations on Stack</vt:lpstr>
      <vt:lpstr>PowerPoint Presentation</vt:lpstr>
      <vt:lpstr>PowerPoint Presentation</vt:lpstr>
      <vt:lpstr>PowerPoint Presentation</vt:lpstr>
      <vt:lpstr>PUSH OPERATION ON STACK</vt:lpstr>
      <vt:lpstr>PowerPoint Presentation</vt:lpstr>
      <vt:lpstr>POP OPERATION ON STACK</vt:lpstr>
      <vt:lpstr>Display Operation </vt:lpstr>
      <vt:lpstr>Time complexity</vt:lpstr>
      <vt:lpstr>SELF-ASSESSMENT QUESTIONS</vt:lpstr>
      <vt:lpstr>TERMINAL QUESTIONS</vt:lpstr>
      <vt:lpstr>REFERENCES FOR FURTHER LEARNING OF THE SESSION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Department of BES-I </dc:title>
  <cp:lastModifiedBy>syed karimun</cp:lastModifiedBy>
  <cp:revision>23</cp:revision>
  <dcterms:created xsi:type="dcterms:W3CDTF">2023-12-30T14:06:38Z</dcterms:created>
  <dcterms:modified xsi:type="dcterms:W3CDTF">2024-12-16T08:57:29Z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2023-12-29T00:00:00Z</vt:filetime>
  </property>
  <property fmtid="{D5CDD505-2E9C-101B-9397-08002B2CF9AE}" pid="3" name="LastSaved">
    <vt:filetime>2023-12-30T00:00:00Z</vt:filetime>
  </property>
</Properties>
</file>