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42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204" y="2485430"/>
            <a:ext cx="4887873" cy="325862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7724" y="1559362"/>
            <a:ext cx="7468553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650"/>
              </a:lnSpc>
              <a:buNone/>
            </a:pPr>
            <a:r>
              <a:rPr lang="en-US" sz="6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Software Interrupts in ARM Processors</a:t>
            </a:r>
            <a:endParaRPr lang="en-US" sz="6100" dirty="0"/>
          </a:p>
        </p:txBody>
      </p:sp>
      <p:sp>
        <p:nvSpPr>
          <p:cNvPr id="5" name="Text 1"/>
          <p:cNvSpPr/>
          <p:nvPr/>
        </p:nvSpPr>
        <p:spPr>
          <a:xfrm>
            <a:off x="837724" y="4832985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presentation will provide an overview of software interrupts in ARM processors, exploring their functionality, importance in embedded systems, and various applications.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027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4741" y="904240"/>
            <a:ext cx="7242453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Introduction to Interrupts</a:t>
            </a:r>
            <a:endParaRPr lang="en-US" sz="4150" dirty="0"/>
          </a:p>
        </p:txBody>
      </p:sp>
      <p:sp>
        <p:nvSpPr>
          <p:cNvPr id="5" name="Shape 1"/>
          <p:cNvSpPr/>
          <p:nvPr/>
        </p:nvSpPr>
        <p:spPr>
          <a:xfrm>
            <a:off x="794782" y="3367087"/>
            <a:ext cx="504468" cy="504468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985282" y="3507997"/>
            <a:ext cx="123468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1459288" y="3289517"/>
            <a:ext cx="2727008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Interrupt Definition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459288" y="4297442"/>
            <a:ext cx="3475553" cy="1434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interrupt is a signal that temporarily halts the main program execution to handle a specific event or request.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988956" y="3367087"/>
            <a:ext cx="504468" cy="504468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5142427" y="3461027"/>
            <a:ext cx="197525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5707577" y="3336486"/>
            <a:ext cx="3475553" cy="65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Importance in Embedded Systems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5493424" y="4206002"/>
            <a:ext cx="3475553" cy="1434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Interrupts are crucial in embedded systems, allowing for real-time responsiveness and efficient resource management.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445821" y="3336486"/>
            <a:ext cx="504468" cy="504468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9596554" y="3430426"/>
            <a:ext cx="202883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1"/>
          <p:cNvSpPr/>
          <p:nvPr/>
        </p:nvSpPr>
        <p:spPr>
          <a:xfrm>
            <a:off x="10169565" y="3289517"/>
            <a:ext cx="3475553" cy="65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Interrupt Handling Process</a:t>
            </a:r>
            <a:endParaRPr lang="en-US" sz="2050" dirty="0"/>
          </a:p>
        </p:txBody>
      </p:sp>
      <p:sp>
        <p:nvSpPr>
          <p:cNvPr id="16" name="Text 12"/>
          <p:cNvSpPr/>
          <p:nvPr/>
        </p:nvSpPr>
        <p:spPr>
          <a:xfrm>
            <a:off x="10169565" y="4118133"/>
            <a:ext cx="3475553" cy="1793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processor suspends the current program, saves its state, and jumps to a predefined interrupt service routine (ISR) to handle the interrupt.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F6B0DC-B028-65DB-591F-C45134183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" y="208344"/>
            <a:ext cx="14629662" cy="8021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94215"/>
            <a:ext cx="1165252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Types of Interrupts in ARM Processors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96521"/>
            <a:ext cx="312741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Hardware Interrupts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187785"/>
            <a:ext cx="39285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Triggered by external hardware devices or peripherals, such as timers, sensors, or communication interfaces.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596521"/>
            <a:ext cx="298858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Software Interrupts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187785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Initiated by the software, often used for system calls, exception handling, and task switching.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5965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Fault Interrupts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187785"/>
            <a:ext cx="39285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Generated by the processor itself when an exceptional condition occurs, like division by zero or illegal memory access.</a:t>
            </a:r>
            <a:endParaRPr lang="en-US" sz="1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11A322-32EE-21EC-7786-4F7C5745E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399" cy="8210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81" y="1638181"/>
            <a:ext cx="4953238" cy="49532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2922" y="831532"/>
            <a:ext cx="7650956" cy="125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Interrupt Controller in ARM Processors</a:t>
            </a:r>
            <a:endParaRPr lang="en-US" sz="3950" dirty="0"/>
          </a:p>
        </p:txBody>
      </p:sp>
      <p:sp>
        <p:nvSpPr>
          <p:cNvPr id="5" name="Shape 1"/>
          <p:cNvSpPr/>
          <p:nvPr/>
        </p:nvSpPr>
        <p:spPr>
          <a:xfrm>
            <a:off x="6232922" y="2405896"/>
            <a:ext cx="3718917" cy="2546271"/>
          </a:xfrm>
          <a:prstGeom prst="roundRect">
            <a:avLst>
              <a:gd name="adj" fmla="val 125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6446163" y="2619137"/>
            <a:ext cx="3292435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Centralized Management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6446163" y="3374469"/>
            <a:ext cx="3292435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interrupt controller in ARM processors provides a centralized point for managing and prioritizing various interrupt sources.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10165080" y="2405896"/>
            <a:ext cx="3718917" cy="2546271"/>
          </a:xfrm>
          <a:prstGeom prst="roundRect">
            <a:avLst>
              <a:gd name="adj" fmla="val 125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10378321" y="2619137"/>
            <a:ext cx="3005614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Interrupt Prioritization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0378321" y="3060740"/>
            <a:ext cx="3292435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controller can assign different priority levels to interrupts, ensuring critical events are handled first.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232922" y="5165408"/>
            <a:ext cx="3718917" cy="2232541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446163" y="5378648"/>
            <a:ext cx="2509361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Interrupt Masking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6446163" y="5820251"/>
            <a:ext cx="3292435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controller allows selective masking of interrupts, allowing the software to control which interrupts are enabled or disabled.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10165080" y="5165408"/>
            <a:ext cx="3718917" cy="2232541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10378321" y="5378648"/>
            <a:ext cx="2509361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Interrupt Routing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10378321" y="5820251"/>
            <a:ext cx="3292435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controller routes interrupts to the appropriate processor cores or exception handlers for efficient processing.</a:t>
            </a:r>
            <a:endParaRPr lang="en-US" sz="16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1CD0CA-7DF0-69CA-8DBB-0485C9803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75" y="-92597"/>
            <a:ext cx="14630399" cy="83221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86246" y="341828"/>
            <a:ext cx="13323817" cy="118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Interrupt Handling Process</a:t>
            </a:r>
            <a:endParaRPr lang="en-US" sz="3950" dirty="0"/>
          </a:p>
        </p:txBody>
      </p:sp>
      <p:sp>
        <p:nvSpPr>
          <p:cNvPr id="5" name="Shape 1"/>
          <p:cNvSpPr/>
          <p:nvPr/>
        </p:nvSpPr>
        <p:spPr>
          <a:xfrm>
            <a:off x="530240" y="1694973"/>
            <a:ext cx="30480" cy="5460087"/>
          </a:xfrm>
          <a:prstGeom prst="roundRect">
            <a:avLst>
              <a:gd name="adj" fmla="val 105761"/>
            </a:avLst>
          </a:prstGeom>
          <a:solidFill>
            <a:srgbClr val="4442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756756" y="2163127"/>
            <a:ext cx="752118" cy="30480"/>
          </a:xfrm>
          <a:prstGeom prst="roundRect">
            <a:avLst>
              <a:gd name="adj" fmla="val 105761"/>
            </a:avLst>
          </a:prstGeom>
          <a:solidFill>
            <a:srgbClr val="4442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303724" y="1936670"/>
            <a:ext cx="483513" cy="483513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486246" y="2026682"/>
            <a:ext cx="118348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350" dirty="0"/>
          </a:p>
        </p:txBody>
      </p:sp>
      <p:sp>
        <p:nvSpPr>
          <p:cNvPr id="9" name="Text 5"/>
          <p:cNvSpPr/>
          <p:nvPr/>
        </p:nvSpPr>
        <p:spPr>
          <a:xfrm>
            <a:off x="1622936" y="1620559"/>
            <a:ext cx="2562225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Interrupt Triggered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622936" y="2065496"/>
            <a:ext cx="6135529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interrupt signal is generated by a hardware device or software event.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756756" y="3940135"/>
            <a:ext cx="752118" cy="30480"/>
          </a:xfrm>
          <a:prstGeom prst="roundRect">
            <a:avLst>
              <a:gd name="adj" fmla="val 105761"/>
            </a:avLst>
          </a:prstGeom>
          <a:solidFill>
            <a:srgbClr val="4442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03724" y="3713678"/>
            <a:ext cx="483513" cy="483513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50766" y="3803689"/>
            <a:ext cx="189309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350" dirty="0"/>
          </a:p>
        </p:txBody>
      </p:sp>
      <p:sp>
        <p:nvSpPr>
          <p:cNvPr id="15" name="Text 11"/>
          <p:cNvSpPr/>
          <p:nvPr/>
        </p:nvSpPr>
        <p:spPr>
          <a:xfrm>
            <a:off x="1622936" y="3638802"/>
            <a:ext cx="6135529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interrupt controller prioritizes and routes the interrupt to the appropriate processor.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756756" y="5717143"/>
            <a:ext cx="752118" cy="30480"/>
          </a:xfrm>
          <a:prstGeom prst="roundRect">
            <a:avLst>
              <a:gd name="adj" fmla="val 105761"/>
            </a:avLst>
          </a:prstGeom>
          <a:solidFill>
            <a:srgbClr val="4442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03724" y="5490686"/>
            <a:ext cx="483513" cy="483513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48265" y="5580697"/>
            <a:ext cx="194429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350" dirty="0"/>
          </a:p>
        </p:txBody>
      </p:sp>
      <p:sp>
        <p:nvSpPr>
          <p:cNvPr id="19" name="Text 15"/>
          <p:cNvSpPr/>
          <p:nvPr/>
        </p:nvSpPr>
        <p:spPr>
          <a:xfrm>
            <a:off x="1622936" y="5174575"/>
            <a:ext cx="3431500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Interrupt Service Routine</a:t>
            </a:r>
            <a:endParaRPr lang="en-US" sz="1950" dirty="0"/>
          </a:p>
        </p:txBody>
      </p:sp>
      <p:sp>
        <p:nvSpPr>
          <p:cNvPr id="20" name="Text 16"/>
          <p:cNvSpPr/>
          <p:nvPr/>
        </p:nvSpPr>
        <p:spPr>
          <a:xfrm>
            <a:off x="1622936" y="5619511"/>
            <a:ext cx="6135529" cy="103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processor suspends the current program, saves its state, and executes the interrupt service routine (ISR) to handle the interrupt.</a:t>
            </a:r>
            <a:endParaRPr lang="en-US" sz="16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54CF1C-62CE-1280-5B41-C98DD9969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348"/>
            <a:ext cx="14630399" cy="8240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68781" y="331947"/>
            <a:ext cx="7697153" cy="1215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Interrupt Prioritization and Masking</a:t>
            </a:r>
            <a:endParaRPr lang="en-US" sz="38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272" y="1759152"/>
            <a:ext cx="516731" cy="51673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07272" y="2482576"/>
            <a:ext cx="2431971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Prioritization</a:t>
            </a:r>
            <a:endParaRPr lang="en-US" sz="1900" dirty="0"/>
          </a:p>
        </p:txBody>
      </p:sp>
      <p:sp>
        <p:nvSpPr>
          <p:cNvPr id="7" name="Text 2"/>
          <p:cNvSpPr/>
          <p:nvPr/>
        </p:nvSpPr>
        <p:spPr>
          <a:xfrm>
            <a:off x="1707272" y="2910486"/>
            <a:ext cx="3693557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Interrupts can be assigned different priority levels, ensuring critical events are handled first.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867" y="1759152"/>
            <a:ext cx="516731" cy="51673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710867" y="2482576"/>
            <a:ext cx="2431971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Masking</a:t>
            </a:r>
            <a:endParaRPr lang="en-US" sz="1900" dirty="0"/>
          </a:p>
        </p:txBody>
      </p:sp>
      <p:sp>
        <p:nvSpPr>
          <p:cNvPr id="10" name="Text 4"/>
          <p:cNvSpPr/>
          <p:nvPr/>
        </p:nvSpPr>
        <p:spPr>
          <a:xfrm>
            <a:off x="5710867" y="2910486"/>
            <a:ext cx="3693557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Interrupts can be selectively enabled or disabled, allowing the software to control which events trigger a response.</a:t>
            </a:r>
            <a:endParaRPr lang="en-US" sz="1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272" y="4522473"/>
            <a:ext cx="516731" cy="51673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07272" y="5245897"/>
            <a:ext cx="2431971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Nesting</a:t>
            </a:r>
            <a:endParaRPr lang="en-US" sz="1900" dirty="0"/>
          </a:p>
        </p:txBody>
      </p:sp>
      <p:sp>
        <p:nvSpPr>
          <p:cNvPr id="13" name="Text 6"/>
          <p:cNvSpPr/>
          <p:nvPr/>
        </p:nvSpPr>
        <p:spPr>
          <a:xfrm>
            <a:off x="1707272" y="5673808"/>
            <a:ext cx="3693557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Higher-priority interrupts can preempt lower-priority interrupts, ensuring timely handling of critical events.</a:t>
            </a:r>
            <a:endParaRPr lang="en-US" sz="16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0867" y="4522473"/>
            <a:ext cx="516731" cy="51673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710867" y="5245897"/>
            <a:ext cx="2453878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Context Switching</a:t>
            </a:r>
            <a:endParaRPr lang="en-US" sz="1900" dirty="0"/>
          </a:p>
        </p:txBody>
      </p:sp>
      <p:sp>
        <p:nvSpPr>
          <p:cNvPr id="16" name="Text 8"/>
          <p:cNvSpPr/>
          <p:nvPr/>
        </p:nvSpPr>
        <p:spPr>
          <a:xfrm>
            <a:off x="5710867" y="5673808"/>
            <a:ext cx="3693557" cy="1322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processor saves and restores the execution context when switching between the main program and interrupt service routines.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A6D79B-1A9A-1516-5218-28FD7B9596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1786"/>
            <a:ext cx="14630399" cy="8231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729496" y="573167"/>
            <a:ext cx="7685008" cy="122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Software Interrupts in ARM Processors</a:t>
            </a:r>
            <a:endParaRPr lang="en-US" sz="38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96" y="2111693"/>
            <a:ext cx="1042154" cy="184880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084308" y="2111693"/>
            <a:ext cx="3054851" cy="514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Calls</a:t>
            </a:r>
            <a:endParaRPr lang="en-US" sz="2800" dirty="0"/>
          </a:p>
        </p:txBody>
      </p:sp>
      <p:sp>
        <p:nvSpPr>
          <p:cNvPr id="7" name="Text 2"/>
          <p:cNvSpPr/>
          <p:nvPr/>
        </p:nvSpPr>
        <p:spPr>
          <a:xfrm>
            <a:off x="2084308" y="2751653"/>
            <a:ext cx="12175702" cy="100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Software interrupts are used to implement system calls, allowing user-mode applications to request services from the operating system kernel.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96" y="3960495"/>
            <a:ext cx="1042154" cy="184880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084308" y="4168854"/>
            <a:ext cx="2645212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Exception Handling</a:t>
            </a:r>
            <a:endParaRPr lang="en-US" sz="2800" dirty="0"/>
          </a:p>
        </p:txBody>
      </p:sp>
      <p:sp>
        <p:nvSpPr>
          <p:cNvPr id="10" name="Text 4"/>
          <p:cNvSpPr/>
          <p:nvPr/>
        </p:nvSpPr>
        <p:spPr>
          <a:xfrm>
            <a:off x="2084307" y="4600456"/>
            <a:ext cx="11978934" cy="100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Interrupts are triggered when exceptional conditions occur, such as division by zero or illegal memory access, enabling the processor to handle these events.</a:t>
            </a:r>
            <a:endParaRPr lang="en-US" sz="2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496" y="5809298"/>
            <a:ext cx="1042154" cy="184880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084308" y="6017657"/>
            <a:ext cx="2452211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Task Switching</a:t>
            </a:r>
            <a:endParaRPr lang="en-US" sz="2800" dirty="0"/>
          </a:p>
        </p:txBody>
      </p:sp>
      <p:sp>
        <p:nvSpPr>
          <p:cNvPr id="13" name="Text 6"/>
          <p:cNvSpPr/>
          <p:nvPr/>
        </p:nvSpPr>
        <p:spPr>
          <a:xfrm>
            <a:off x="2084307" y="6449258"/>
            <a:ext cx="11978933" cy="100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 real-time operating systems, software interrupts are used to facilitate efficient task switching between different threads or processes.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AE9057-E1CA-2A58-3B3E-15F3EDED7F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11191"/>
            <a:ext cx="1075146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Applications of Software Interrupts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213497"/>
            <a:ext cx="29973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Real-Time 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804761"/>
            <a:ext cx="392858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Software interrupts enable quick response to time-critical events, improving the overall responsiveness and performance of real-time embedded systems.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213497"/>
            <a:ext cx="392858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Operating System Kernels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156710"/>
            <a:ext cx="392858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Interrupts are essential for implementing system calls, exception handling, and task management within the kernel of an operating system.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2134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Device Drivers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3804761"/>
            <a:ext cx="3928586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Interrupt-driven device drivers allow efficient communication and data transfer between the processor and peripheral devices, reducing the overhead of polling-based approaches.</a:t>
            </a:r>
            <a:endParaRPr lang="en-US" sz="1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52ABE8-F99B-E447-377A-8858998CF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463039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830818" y="652820"/>
            <a:ext cx="5585936" cy="69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4350" dirty="0"/>
          </a:p>
        </p:txBody>
      </p:sp>
      <p:sp>
        <p:nvSpPr>
          <p:cNvPr id="5" name="Shape 1"/>
          <p:cNvSpPr/>
          <p:nvPr/>
        </p:nvSpPr>
        <p:spPr>
          <a:xfrm>
            <a:off x="2023011" y="1847968"/>
            <a:ext cx="534114" cy="534114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2224703" y="1947386"/>
            <a:ext cx="130731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2794417" y="1847968"/>
            <a:ext cx="2851190" cy="698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Versatile Interrupt Handling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2794416" y="2688550"/>
            <a:ext cx="4682829" cy="227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ARM processors provide a comprehensive interrupt handling mechanism that supports hardware, software, and fault interrupts.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8511732" y="1806595"/>
            <a:ext cx="534114" cy="534114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8674252" y="1906071"/>
            <a:ext cx="209074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9387674" y="1777078"/>
            <a:ext cx="2851190" cy="104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Efficient Real-Time Performance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9294471" y="2546151"/>
            <a:ext cx="4919240" cy="269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Interrupts are crucial for enabling real-time responsiveness and optimizing resource utilization in embedded systems.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4270224" y="5162553"/>
            <a:ext cx="534114" cy="534114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429887" y="5261970"/>
            <a:ext cx="214789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5041630" y="5162553"/>
            <a:ext cx="3885128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Widespread Applications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5041630" y="5654043"/>
            <a:ext cx="6710958" cy="1139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Software interrupts find applications in real-time systems, operating system kernels, and device drivers, among other domains.</a:t>
            </a: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06AF914-0967-8C63-597F-3517CD341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72"/>
            <a:ext cx="14639078" cy="80166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59556"/>
            <a:ext cx="5486400" cy="39103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24124" y="300870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6324124" y="4071699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presentation has provided an overview of software interrupts in ARM processors, covering their importance, functionality, and various applications. I hope you found the information helpful.</a:t>
            </a:r>
            <a:endParaRPr lang="en-US" sz="18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877C4-AC35-8D40-3574-B4B181634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661</Words>
  <Application>Microsoft Office PowerPoint</Application>
  <PresentationFormat>Custom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Arimo</vt:lpstr>
      <vt:lpstr>Syne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JINKA NAGA VENKATA JANEETH</cp:lastModifiedBy>
  <cp:revision>4</cp:revision>
  <dcterms:created xsi:type="dcterms:W3CDTF">2024-11-06T06:40:33Z</dcterms:created>
  <dcterms:modified xsi:type="dcterms:W3CDTF">2024-11-06T07:09:55Z</dcterms:modified>
</cp:coreProperties>
</file>