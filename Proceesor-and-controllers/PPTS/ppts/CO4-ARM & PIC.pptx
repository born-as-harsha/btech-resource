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14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49"/>
  </p:notesMasterIdLst>
  <p:handoutMasterIdLst>
    <p:handoutMasterId r:id="rId50"/>
  </p:handoutMasterIdLst>
  <p:sldIdLst>
    <p:sldId id="1329" r:id="rId2"/>
    <p:sldId id="1330" r:id="rId3"/>
    <p:sldId id="1391" r:id="rId4"/>
    <p:sldId id="1390" r:id="rId5"/>
    <p:sldId id="1389" r:id="rId6"/>
    <p:sldId id="1393" r:id="rId7"/>
    <p:sldId id="1394" r:id="rId8"/>
    <p:sldId id="1348" r:id="rId9"/>
    <p:sldId id="1339" r:id="rId10"/>
    <p:sldId id="1340" r:id="rId11"/>
    <p:sldId id="1341" r:id="rId12"/>
    <p:sldId id="1342" r:id="rId13"/>
    <p:sldId id="1395" r:id="rId14"/>
    <p:sldId id="1392" r:id="rId15"/>
    <p:sldId id="1332" r:id="rId16"/>
    <p:sldId id="1333" r:id="rId17"/>
    <p:sldId id="1335" r:id="rId18"/>
    <p:sldId id="1349" r:id="rId19"/>
    <p:sldId id="1338" r:id="rId20"/>
    <p:sldId id="1347" r:id="rId21"/>
    <p:sldId id="1343" r:id="rId22"/>
    <p:sldId id="1344" r:id="rId23"/>
    <p:sldId id="1345" r:id="rId24"/>
    <p:sldId id="1398" r:id="rId25"/>
    <p:sldId id="1397" r:id="rId26"/>
    <p:sldId id="1350" r:id="rId27"/>
    <p:sldId id="1399" r:id="rId28"/>
    <p:sldId id="1400" r:id="rId29"/>
    <p:sldId id="1351" r:id="rId30"/>
    <p:sldId id="1346" r:id="rId31"/>
    <p:sldId id="1354" r:id="rId32"/>
    <p:sldId id="1401" r:id="rId33"/>
    <p:sldId id="1402" r:id="rId34"/>
    <p:sldId id="453" r:id="rId35"/>
    <p:sldId id="298" r:id="rId36"/>
    <p:sldId id="273" r:id="rId37"/>
    <p:sldId id="257" r:id="rId38"/>
    <p:sldId id="272" r:id="rId39"/>
    <p:sldId id="1403" r:id="rId40"/>
    <p:sldId id="300" r:id="rId41"/>
    <p:sldId id="259" r:id="rId42"/>
    <p:sldId id="260" r:id="rId43"/>
    <p:sldId id="261" r:id="rId44"/>
    <p:sldId id="262" r:id="rId45"/>
    <p:sldId id="274" r:id="rId46"/>
    <p:sldId id="263" r:id="rId47"/>
    <p:sldId id="1405" r:id="rId4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CC00FF"/>
    <a:srgbClr val="2C2C78"/>
    <a:srgbClr val="CC99FF"/>
    <a:srgbClr val="FFFF66"/>
    <a:srgbClr val="FFFF00"/>
    <a:srgbClr val="0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5521E6-71A3-401A-8E67-C5C95ED96BCA}" v="4" dt="2025-11-13T16:29:57.2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1" autoAdjust="0"/>
    <p:restoredTop sz="94660" autoAdjust="0"/>
  </p:normalViewPr>
  <p:slideViewPr>
    <p:cSldViewPr>
      <p:cViewPr varScale="1">
        <p:scale>
          <a:sx n="101" d="100"/>
          <a:sy n="101" d="100"/>
        </p:scale>
        <p:origin x="92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Abhi" userId="f8e599a9041de5bd" providerId="LiveId" clId="{9D37986F-7FA2-4F02-BE92-E904027728D3}"/>
    <pc:docChg chg="undo custSel addSld delSld modSld sldOrd">
      <pc:chgData name="Harsha Abhi" userId="f8e599a9041de5bd" providerId="LiveId" clId="{9D37986F-7FA2-4F02-BE92-E904027728D3}" dt="2025-11-13T18:28:49.979" v="13"/>
      <pc:docMkLst>
        <pc:docMk/>
      </pc:docMkLst>
      <pc:sldChg chg="modSp">
        <pc:chgData name="Harsha Abhi" userId="f8e599a9041de5bd" providerId="LiveId" clId="{9D37986F-7FA2-4F02-BE92-E904027728D3}" dt="2025-11-13T10:49:53.606" v="1" actId="1076"/>
        <pc:sldMkLst>
          <pc:docMk/>
          <pc:sldMk cId="3772706293" sldId="1329"/>
        </pc:sldMkLst>
        <pc:picChg chg="mod">
          <ac:chgData name="Harsha Abhi" userId="f8e599a9041de5bd" providerId="LiveId" clId="{9D37986F-7FA2-4F02-BE92-E904027728D3}" dt="2025-11-13T10:49:53.606" v="1" actId="1076"/>
          <ac:picMkLst>
            <pc:docMk/>
            <pc:sldMk cId="3772706293" sldId="1329"/>
            <ac:picMk id="8" creationId="{00000000-0000-0000-0000-000000000000}"/>
          </ac:picMkLst>
        </pc:picChg>
      </pc:sldChg>
      <pc:sldChg chg="modSp">
        <pc:chgData name="Harsha Abhi" userId="f8e599a9041de5bd" providerId="LiveId" clId="{9D37986F-7FA2-4F02-BE92-E904027728D3}" dt="2025-11-13T16:29:57.291" v="11" actId="1035"/>
        <pc:sldMkLst>
          <pc:docMk/>
          <pc:sldMk cId="2711197527" sldId="1351"/>
        </pc:sldMkLst>
        <pc:picChg chg="mod">
          <ac:chgData name="Harsha Abhi" userId="f8e599a9041de5bd" providerId="LiveId" clId="{9D37986F-7FA2-4F02-BE92-E904027728D3}" dt="2025-11-13T16:29:57.291" v="11" actId="1035"/>
          <ac:picMkLst>
            <pc:docMk/>
            <pc:sldMk cId="2711197527" sldId="1351"/>
            <ac:picMk id="8" creationId="{00000000-0000-0000-0000-000000000000}"/>
          </ac:picMkLst>
        </pc:picChg>
      </pc:sldChg>
      <pc:sldChg chg="ord">
        <pc:chgData name="Harsha Abhi" userId="f8e599a9041de5bd" providerId="LiveId" clId="{9D37986F-7FA2-4F02-BE92-E904027728D3}" dt="2025-11-13T18:28:49.979" v="13"/>
        <pc:sldMkLst>
          <pc:docMk/>
          <pc:sldMk cId="1468440859" sldId="1392"/>
        </pc:sldMkLst>
      </pc:sldChg>
      <pc:sldChg chg="modSp mod">
        <pc:chgData name="Harsha Abhi" userId="f8e599a9041de5bd" providerId="LiveId" clId="{9D37986F-7FA2-4F02-BE92-E904027728D3}" dt="2025-11-13T11:13:10.919" v="7" actId="20577"/>
        <pc:sldMkLst>
          <pc:docMk/>
          <pc:sldMk cId="4078861947" sldId="1394"/>
        </pc:sldMkLst>
        <pc:graphicFrameChg chg="modGraphic">
          <ac:chgData name="Harsha Abhi" userId="f8e599a9041de5bd" providerId="LiveId" clId="{9D37986F-7FA2-4F02-BE92-E904027728D3}" dt="2025-11-13T11:13:10.919" v="7" actId="20577"/>
          <ac:graphicFrameMkLst>
            <pc:docMk/>
            <pc:sldMk cId="4078861947" sldId="1394"/>
            <ac:graphicFrameMk id="5" creationId="{F312BE97-D402-4A1D-87EE-8BC59A6F6DAB}"/>
          </ac:graphicFrameMkLst>
        </pc:graphicFrameChg>
      </pc:sldChg>
      <pc:sldChg chg="new del">
        <pc:chgData name="Harsha Abhi" userId="f8e599a9041de5bd" providerId="LiveId" clId="{9D37986F-7FA2-4F02-BE92-E904027728D3}" dt="2025-11-13T12:57:35.008" v="9" actId="680"/>
        <pc:sldMkLst>
          <pc:docMk/>
          <pc:sldMk cId="3010236078" sldId="140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9EFDD9-DA8E-433E-8842-E4399DA298C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</dgm:pt>
    <dgm:pt modelId="{B12FCB21-53BF-4DFF-A8B4-906A3F380846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ARM instruction set</a:t>
          </a:r>
        </a:p>
      </dgm:t>
    </dgm:pt>
    <dgm:pt modelId="{23EC0B7C-36A5-497F-A022-5838ACAD74EA}" type="parTrans" cxnId="{89618630-1C07-42D6-A699-C330C4012CAE}">
      <dgm:prSet/>
      <dgm:spPr/>
      <dgm:t>
        <a:bodyPr/>
        <a:lstStyle/>
        <a:p>
          <a:endParaRPr lang="en-IN"/>
        </a:p>
      </dgm:t>
    </dgm:pt>
    <dgm:pt modelId="{3E62A7C5-6287-43AF-97F6-7D4F52B128DD}" type="sibTrans" cxnId="{89618630-1C07-42D6-A699-C330C4012CAE}">
      <dgm:prSet/>
      <dgm:spPr/>
      <dgm:t>
        <a:bodyPr/>
        <a:lstStyle/>
        <a:p>
          <a:endParaRPr lang="en-IN"/>
        </a:p>
      </dgm:t>
    </dgm:pt>
    <dgm:pt modelId="{E4F78B41-EB01-4186-9A66-D61CB41D7DB0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Data processing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instructions</a:t>
          </a:r>
        </a:p>
      </dgm:t>
    </dgm:pt>
    <dgm:pt modelId="{E339E789-3E8C-4A26-9D71-619062AE3E83}" type="parTrans" cxnId="{094133D1-CCF9-4BEB-A460-29023CDD4321}">
      <dgm:prSet/>
      <dgm:spPr/>
      <dgm:t>
        <a:bodyPr/>
        <a:lstStyle/>
        <a:p>
          <a:endParaRPr lang="en-IN"/>
        </a:p>
      </dgm:t>
    </dgm:pt>
    <dgm:pt modelId="{054DF562-40AE-48CD-BB70-B62ADCFA9039}" type="sibTrans" cxnId="{094133D1-CCF9-4BEB-A460-29023CDD4321}">
      <dgm:prSet/>
      <dgm:spPr/>
      <dgm:t>
        <a:bodyPr/>
        <a:lstStyle/>
        <a:p>
          <a:endParaRPr lang="en-IN"/>
        </a:p>
      </dgm:t>
    </dgm:pt>
    <dgm:pt modelId="{9AE2D600-A0ED-4BFD-B12F-5F0A0604D6B5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Data transfer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instructions</a:t>
          </a:r>
        </a:p>
      </dgm:t>
    </dgm:pt>
    <dgm:pt modelId="{86323AB8-166D-4830-8A07-F41326971B5B}" type="parTrans" cxnId="{F8F9F1DE-3744-4D0A-BF27-949F4ABF10B0}">
      <dgm:prSet/>
      <dgm:spPr/>
      <dgm:t>
        <a:bodyPr/>
        <a:lstStyle/>
        <a:p>
          <a:endParaRPr lang="en-IN"/>
        </a:p>
      </dgm:t>
    </dgm:pt>
    <dgm:pt modelId="{A3D4634E-F923-4F64-835E-A7187365C47E}" type="sibTrans" cxnId="{F8F9F1DE-3744-4D0A-BF27-949F4ABF10B0}">
      <dgm:prSet/>
      <dgm:spPr/>
      <dgm:t>
        <a:bodyPr/>
        <a:lstStyle/>
        <a:p>
          <a:endParaRPr lang="en-IN"/>
        </a:p>
      </dgm:t>
    </dgm:pt>
    <dgm:pt modelId="{0497CC42-1C83-4485-AD80-8187068CC6FA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Block transfer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instructions</a:t>
          </a:r>
        </a:p>
      </dgm:t>
    </dgm:pt>
    <dgm:pt modelId="{2592CABB-38C6-4B5E-AE14-09991626AED0}" type="parTrans" cxnId="{66EE5E19-7A5E-4385-8F2E-7246992D3C07}">
      <dgm:prSet/>
      <dgm:spPr/>
      <dgm:t>
        <a:bodyPr/>
        <a:lstStyle/>
        <a:p>
          <a:endParaRPr lang="en-IN"/>
        </a:p>
      </dgm:t>
    </dgm:pt>
    <dgm:pt modelId="{45D874C0-96A1-42E6-AB49-2FD24044CC4E}" type="sibTrans" cxnId="{66EE5E19-7A5E-4385-8F2E-7246992D3C07}">
      <dgm:prSet/>
      <dgm:spPr/>
      <dgm:t>
        <a:bodyPr/>
        <a:lstStyle/>
        <a:p>
          <a:endParaRPr lang="en-IN"/>
        </a:p>
      </dgm:t>
    </dgm:pt>
    <dgm:pt modelId="{40409E6C-E2BD-4930-A153-816D6AA3222A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Branching instructions</a:t>
          </a:r>
        </a:p>
      </dgm:t>
    </dgm:pt>
    <dgm:pt modelId="{C72B7243-431C-4C42-B7D0-3B55F97F00CE}" type="parTrans" cxnId="{46502547-FCBE-42DE-9AA6-AFA302EE0690}">
      <dgm:prSet/>
      <dgm:spPr/>
      <dgm:t>
        <a:bodyPr/>
        <a:lstStyle/>
        <a:p>
          <a:endParaRPr lang="en-IN"/>
        </a:p>
      </dgm:t>
    </dgm:pt>
    <dgm:pt modelId="{F9B5CC56-073B-41F6-B558-231AF34FEB58}" type="sibTrans" cxnId="{46502547-FCBE-42DE-9AA6-AFA302EE0690}">
      <dgm:prSet/>
      <dgm:spPr/>
      <dgm:t>
        <a:bodyPr/>
        <a:lstStyle/>
        <a:p>
          <a:endParaRPr lang="en-IN"/>
        </a:p>
      </dgm:t>
    </dgm:pt>
    <dgm:pt modelId="{F79D8E35-44A7-4107-A114-6FD78D47CC2F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Multiply instructions</a:t>
          </a:r>
        </a:p>
      </dgm:t>
    </dgm:pt>
    <dgm:pt modelId="{3AC19F20-F34A-4023-A519-0C81E8516DBC}" type="parTrans" cxnId="{90E396DB-2CD9-4EC2-8879-04CB73084896}">
      <dgm:prSet/>
      <dgm:spPr/>
      <dgm:t>
        <a:bodyPr/>
        <a:lstStyle/>
        <a:p>
          <a:endParaRPr lang="en-IN"/>
        </a:p>
      </dgm:t>
    </dgm:pt>
    <dgm:pt modelId="{0B31CA8F-7F86-4F9E-A5E6-F14208CEE398}" type="sibTrans" cxnId="{90E396DB-2CD9-4EC2-8879-04CB73084896}">
      <dgm:prSet/>
      <dgm:spPr/>
      <dgm:t>
        <a:bodyPr/>
        <a:lstStyle/>
        <a:p>
          <a:endParaRPr lang="en-IN"/>
        </a:p>
      </dgm:t>
    </dgm:pt>
    <dgm:pt modelId="{98466C96-E6B9-4F12-BFFB-6F1423DC6E1C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Software interrupt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instructions</a:t>
          </a:r>
        </a:p>
      </dgm:t>
    </dgm:pt>
    <dgm:pt modelId="{78A981E8-9E8A-44BC-BAAF-027FE653E7A2}" type="parTrans" cxnId="{9ED94037-9F76-4B35-BC28-C37C19F6A755}">
      <dgm:prSet/>
      <dgm:spPr/>
      <dgm:t>
        <a:bodyPr/>
        <a:lstStyle/>
        <a:p>
          <a:endParaRPr lang="en-IN"/>
        </a:p>
      </dgm:t>
    </dgm:pt>
    <dgm:pt modelId="{C3DC3681-AAD5-442A-9C20-B34CA884D6A4}" type="sibTrans" cxnId="{9ED94037-9F76-4B35-BC28-C37C19F6A755}">
      <dgm:prSet/>
      <dgm:spPr/>
      <dgm:t>
        <a:bodyPr/>
        <a:lstStyle/>
        <a:p>
          <a:endParaRPr lang="en-IN"/>
        </a:p>
      </dgm:t>
    </dgm:pt>
    <dgm:pt modelId="{28B217E2-996B-48F3-8FFC-B9EBFE0A22CA}" type="pres">
      <dgm:prSet presAssocID="{AB9EFDD9-DA8E-433E-8842-E4399DA298C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F099940-FA60-4DBA-9614-3CBADC94CF84}" type="pres">
      <dgm:prSet presAssocID="{B12FCB21-53BF-4DFF-A8B4-906A3F380846}" presName="hierRoot1" presStyleCnt="0">
        <dgm:presLayoutVars>
          <dgm:hierBranch val="hang"/>
        </dgm:presLayoutVars>
      </dgm:prSet>
      <dgm:spPr/>
    </dgm:pt>
    <dgm:pt modelId="{EF710D3F-DABB-4372-9F60-BA61D8891CF1}" type="pres">
      <dgm:prSet presAssocID="{B12FCB21-53BF-4DFF-A8B4-906A3F380846}" presName="rootComposite1" presStyleCnt="0"/>
      <dgm:spPr/>
    </dgm:pt>
    <dgm:pt modelId="{6E7D1B71-C0FC-42F5-93C6-CC8D05489D1D}" type="pres">
      <dgm:prSet presAssocID="{B12FCB21-53BF-4DFF-A8B4-906A3F380846}" presName="rootText1" presStyleLbl="node0" presStyleIdx="0" presStyleCnt="1" custScaleX="115275">
        <dgm:presLayoutVars>
          <dgm:chPref val="3"/>
        </dgm:presLayoutVars>
      </dgm:prSet>
      <dgm:spPr/>
    </dgm:pt>
    <dgm:pt modelId="{5D5F8665-0071-4A07-B294-562CAD640D6E}" type="pres">
      <dgm:prSet presAssocID="{B12FCB21-53BF-4DFF-A8B4-906A3F380846}" presName="rootConnector1" presStyleLbl="node1" presStyleIdx="0" presStyleCnt="0"/>
      <dgm:spPr/>
    </dgm:pt>
    <dgm:pt modelId="{2502A78A-F061-4998-8B70-03562CECC38D}" type="pres">
      <dgm:prSet presAssocID="{B12FCB21-53BF-4DFF-A8B4-906A3F380846}" presName="hierChild2" presStyleCnt="0"/>
      <dgm:spPr/>
    </dgm:pt>
    <dgm:pt modelId="{C30A6AB5-CED7-474D-B170-5444A9810031}" type="pres">
      <dgm:prSet presAssocID="{E339E789-3E8C-4A26-9D71-619062AE3E83}" presName="Name48" presStyleLbl="parChTrans1D2" presStyleIdx="0" presStyleCnt="6"/>
      <dgm:spPr/>
    </dgm:pt>
    <dgm:pt modelId="{28539A53-E980-483C-8EA2-29FD44BDD124}" type="pres">
      <dgm:prSet presAssocID="{E4F78B41-EB01-4186-9A66-D61CB41D7DB0}" presName="hierRoot2" presStyleCnt="0">
        <dgm:presLayoutVars>
          <dgm:hierBranch/>
        </dgm:presLayoutVars>
      </dgm:prSet>
      <dgm:spPr/>
    </dgm:pt>
    <dgm:pt modelId="{4AE3B382-1432-462D-98FC-B8CEB3FC0BA7}" type="pres">
      <dgm:prSet presAssocID="{E4F78B41-EB01-4186-9A66-D61CB41D7DB0}" presName="rootComposite" presStyleCnt="0"/>
      <dgm:spPr/>
    </dgm:pt>
    <dgm:pt modelId="{9DF523DA-ACF5-4ACE-A636-1B134FBE80E9}" type="pres">
      <dgm:prSet presAssocID="{E4F78B41-EB01-4186-9A66-D61CB41D7DB0}" presName="rootText" presStyleLbl="node2" presStyleIdx="0" presStyleCnt="6">
        <dgm:presLayoutVars>
          <dgm:chPref val="3"/>
        </dgm:presLayoutVars>
      </dgm:prSet>
      <dgm:spPr/>
    </dgm:pt>
    <dgm:pt modelId="{75BC3AC0-72E2-4F07-B3E3-3E1867F87390}" type="pres">
      <dgm:prSet presAssocID="{E4F78B41-EB01-4186-9A66-D61CB41D7DB0}" presName="rootConnector" presStyleLbl="node2" presStyleIdx="0" presStyleCnt="6"/>
      <dgm:spPr/>
    </dgm:pt>
    <dgm:pt modelId="{28038207-731E-4293-819A-2659C9694AE2}" type="pres">
      <dgm:prSet presAssocID="{E4F78B41-EB01-4186-9A66-D61CB41D7DB0}" presName="hierChild4" presStyleCnt="0"/>
      <dgm:spPr/>
    </dgm:pt>
    <dgm:pt modelId="{6503B837-605D-477F-BA29-336991821C77}" type="pres">
      <dgm:prSet presAssocID="{E4F78B41-EB01-4186-9A66-D61CB41D7DB0}" presName="hierChild5" presStyleCnt="0"/>
      <dgm:spPr/>
    </dgm:pt>
    <dgm:pt modelId="{C99113CB-2C21-4E59-A11D-96318E43AA1B}" type="pres">
      <dgm:prSet presAssocID="{86323AB8-166D-4830-8A07-F41326971B5B}" presName="Name48" presStyleLbl="parChTrans1D2" presStyleIdx="1" presStyleCnt="6"/>
      <dgm:spPr/>
    </dgm:pt>
    <dgm:pt modelId="{13DF9365-A2E2-4937-9EF6-7949B9736B02}" type="pres">
      <dgm:prSet presAssocID="{9AE2D600-A0ED-4BFD-B12F-5F0A0604D6B5}" presName="hierRoot2" presStyleCnt="0">
        <dgm:presLayoutVars>
          <dgm:hierBranch/>
        </dgm:presLayoutVars>
      </dgm:prSet>
      <dgm:spPr/>
    </dgm:pt>
    <dgm:pt modelId="{A528A04C-3179-40C6-948A-C9D9EBA0B3F6}" type="pres">
      <dgm:prSet presAssocID="{9AE2D600-A0ED-4BFD-B12F-5F0A0604D6B5}" presName="rootComposite" presStyleCnt="0"/>
      <dgm:spPr/>
    </dgm:pt>
    <dgm:pt modelId="{BC889BFA-441B-44F9-9289-FC89F705C668}" type="pres">
      <dgm:prSet presAssocID="{9AE2D600-A0ED-4BFD-B12F-5F0A0604D6B5}" presName="rootText" presStyleLbl="node2" presStyleIdx="1" presStyleCnt="6">
        <dgm:presLayoutVars>
          <dgm:chPref val="3"/>
        </dgm:presLayoutVars>
      </dgm:prSet>
      <dgm:spPr/>
    </dgm:pt>
    <dgm:pt modelId="{9F839274-EE9F-496D-9EC1-1DF440BD078A}" type="pres">
      <dgm:prSet presAssocID="{9AE2D600-A0ED-4BFD-B12F-5F0A0604D6B5}" presName="rootConnector" presStyleLbl="node2" presStyleIdx="1" presStyleCnt="6"/>
      <dgm:spPr/>
    </dgm:pt>
    <dgm:pt modelId="{34785CDF-19D5-4F5A-B081-440C563BB83E}" type="pres">
      <dgm:prSet presAssocID="{9AE2D600-A0ED-4BFD-B12F-5F0A0604D6B5}" presName="hierChild4" presStyleCnt="0"/>
      <dgm:spPr/>
    </dgm:pt>
    <dgm:pt modelId="{49734ADF-5083-408B-B284-EB1E97C5ACE6}" type="pres">
      <dgm:prSet presAssocID="{9AE2D600-A0ED-4BFD-B12F-5F0A0604D6B5}" presName="hierChild5" presStyleCnt="0"/>
      <dgm:spPr/>
    </dgm:pt>
    <dgm:pt modelId="{6904C414-9D77-4A7E-B49B-CFB52C4779DF}" type="pres">
      <dgm:prSet presAssocID="{2592CABB-38C6-4B5E-AE14-09991626AED0}" presName="Name48" presStyleLbl="parChTrans1D2" presStyleIdx="2" presStyleCnt="6"/>
      <dgm:spPr/>
    </dgm:pt>
    <dgm:pt modelId="{0C203934-A3E1-4A33-8D82-9E51074A9214}" type="pres">
      <dgm:prSet presAssocID="{0497CC42-1C83-4485-AD80-8187068CC6FA}" presName="hierRoot2" presStyleCnt="0">
        <dgm:presLayoutVars>
          <dgm:hierBranch/>
        </dgm:presLayoutVars>
      </dgm:prSet>
      <dgm:spPr/>
    </dgm:pt>
    <dgm:pt modelId="{11A17D94-4875-457C-BDE4-74F535F68820}" type="pres">
      <dgm:prSet presAssocID="{0497CC42-1C83-4485-AD80-8187068CC6FA}" presName="rootComposite" presStyleCnt="0"/>
      <dgm:spPr/>
    </dgm:pt>
    <dgm:pt modelId="{8A2CCD22-C895-4B9E-B630-85C0CBC77BF7}" type="pres">
      <dgm:prSet presAssocID="{0497CC42-1C83-4485-AD80-8187068CC6FA}" presName="rootText" presStyleLbl="node2" presStyleIdx="2" presStyleCnt="6">
        <dgm:presLayoutVars>
          <dgm:chPref val="3"/>
        </dgm:presLayoutVars>
      </dgm:prSet>
      <dgm:spPr/>
    </dgm:pt>
    <dgm:pt modelId="{6D9A19B6-48EA-4437-9F3C-6EAF7537FFED}" type="pres">
      <dgm:prSet presAssocID="{0497CC42-1C83-4485-AD80-8187068CC6FA}" presName="rootConnector" presStyleLbl="node2" presStyleIdx="2" presStyleCnt="6"/>
      <dgm:spPr/>
    </dgm:pt>
    <dgm:pt modelId="{09421D0B-E5E9-4B5E-A10B-27F2AC47D7E6}" type="pres">
      <dgm:prSet presAssocID="{0497CC42-1C83-4485-AD80-8187068CC6FA}" presName="hierChild4" presStyleCnt="0"/>
      <dgm:spPr/>
    </dgm:pt>
    <dgm:pt modelId="{932E918E-2A84-4B9A-AE3B-6F9729CD297D}" type="pres">
      <dgm:prSet presAssocID="{0497CC42-1C83-4485-AD80-8187068CC6FA}" presName="hierChild5" presStyleCnt="0"/>
      <dgm:spPr/>
    </dgm:pt>
    <dgm:pt modelId="{CFD4F97D-F39D-40FA-8E74-CBBC052C1DAA}" type="pres">
      <dgm:prSet presAssocID="{C72B7243-431C-4C42-B7D0-3B55F97F00CE}" presName="Name48" presStyleLbl="parChTrans1D2" presStyleIdx="3" presStyleCnt="6"/>
      <dgm:spPr/>
    </dgm:pt>
    <dgm:pt modelId="{D82A13CB-19CB-4F84-BCED-E365F2010F8F}" type="pres">
      <dgm:prSet presAssocID="{40409E6C-E2BD-4930-A153-816D6AA3222A}" presName="hierRoot2" presStyleCnt="0">
        <dgm:presLayoutVars>
          <dgm:hierBranch/>
        </dgm:presLayoutVars>
      </dgm:prSet>
      <dgm:spPr/>
    </dgm:pt>
    <dgm:pt modelId="{B07288F0-6BFD-427C-AFCD-D295DF4C7AE0}" type="pres">
      <dgm:prSet presAssocID="{40409E6C-E2BD-4930-A153-816D6AA3222A}" presName="rootComposite" presStyleCnt="0"/>
      <dgm:spPr/>
    </dgm:pt>
    <dgm:pt modelId="{792111A0-7770-4267-A1B4-7C7B8C4BF89E}" type="pres">
      <dgm:prSet presAssocID="{40409E6C-E2BD-4930-A153-816D6AA3222A}" presName="rootText" presStyleLbl="node2" presStyleIdx="3" presStyleCnt="6">
        <dgm:presLayoutVars>
          <dgm:chPref val="3"/>
        </dgm:presLayoutVars>
      </dgm:prSet>
      <dgm:spPr/>
    </dgm:pt>
    <dgm:pt modelId="{BFFB09C4-0A1E-4163-B47E-C135D62075D9}" type="pres">
      <dgm:prSet presAssocID="{40409E6C-E2BD-4930-A153-816D6AA3222A}" presName="rootConnector" presStyleLbl="node2" presStyleIdx="3" presStyleCnt="6"/>
      <dgm:spPr/>
    </dgm:pt>
    <dgm:pt modelId="{530C1ECA-A44E-4B0C-8B95-DBF286B66F67}" type="pres">
      <dgm:prSet presAssocID="{40409E6C-E2BD-4930-A153-816D6AA3222A}" presName="hierChild4" presStyleCnt="0"/>
      <dgm:spPr/>
    </dgm:pt>
    <dgm:pt modelId="{67C2519C-8E3E-4957-97E3-7065E68937BD}" type="pres">
      <dgm:prSet presAssocID="{40409E6C-E2BD-4930-A153-816D6AA3222A}" presName="hierChild5" presStyleCnt="0"/>
      <dgm:spPr/>
    </dgm:pt>
    <dgm:pt modelId="{6EE91C3D-23A2-4AC5-8609-C9E61D01E86C}" type="pres">
      <dgm:prSet presAssocID="{3AC19F20-F34A-4023-A519-0C81E8516DBC}" presName="Name48" presStyleLbl="parChTrans1D2" presStyleIdx="4" presStyleCnt="6"/>
      <dgm:spPr/>
    </dgm:pt>
    <dgm:pt modelId="{070E52CA-3D08-40A4-8793-B42C6448201E}" type="pres">
      <dgm:prSet presAssocID="{F79D8E35-44A7-4107-A114-6FD78D47CC2F}" presName="hierRoot2" presStyleCnt="0">
        <dgm:presLayoutVars>
          <dgm:hierBranch/>
        </dgm:presLayoutVars>
      </dgm:prSet>
      <dgm:spPr/>
    </dgm:pt>
    <dgm:pt modelId="{BF45113C-6798-4624-BFDD-600A3B0B6E2E}" type="pres">
      <dgm:prSet presAssocID="{F79D8E35-44A7-4107-A114-6FD78D47CC2F}" presName="rootComposite" presStyleCnt="0"/>
      <dgm:spPr/>
    </dgm:pt>
    <dgm:pt modelId="{BC2F07A7-A4AD-4BE5-A259-804B5CC45C2E}" type="pres">
      <dgm:prSet presAssocID="{F79D8E35-44A7-4107-A114-6FD78D47CC2F}" presName="rootText" presStyleLbl="node2" presStyleIdx="4" presStyleCnt="6">
        <dgm:presLayoutVars>
          <dgm:chPref val="3"/>
        </dgm:presLayoutVars>
      </dgm:prSet>
      <dgm:spPr/>
    </dgm:pt>
    <dgm:pt modelId="{2D42151B-A62D-4F08-BA00-F63E28553413}" type="pres">
      <dgm:prSet presAssocID="{F79D8E35-44A7-4107-A114-6FD78D47CC2F}" presName="rootConnector" presStyleLbl="node2" presStyleIdx="4" presStyleCnt="6"/>
      <dgm:spPr/>
    </dgm:pt>
    <dgm:pt modelId="{D49D12EC-1FA2-43F4-AAFD-3277AEBA03C7}" type="pres">
      <dgm:prSet presAssocID="{F79D8E35-44A7-4107-A114-6FD78D47CC2F}" presName="hierChild4" presStyleCnt="0"/>
      <dgm:spPr/>
    </dgm:pt>
    <dgm:pt modelId="{0FD09F54-A6A7-4389-84E7-34E6869F710C}" type="pres">
      <dgm:prSet presAssocID="{F79D8E35-44A7-4107-A114-6FD78D47CC2F}" presName="hierChild5" presStyleCnt="0"/>
      <dgm:spPr/>
    </dgm:pt>
    <dgm:pt modelId="{F1F57DB0-2FBF-45CE-826E-F1E71344805D}" type="pres">
      <dgm:prSet presAssocID="{78A981E8-9E8A-44BC-BAAF-027FE653E7A2}" presName="Name48" presStyleLbl="parChTrans1D2" presStyleIdx="5" presStyleCnt="6"/>
      <dgm:spPr/>
    </dgm:pt>
    <dgm:pt modelId="{84932D80-68D7-45A6-A485-D499FB411DAE}" type="pres">
      <dgm:prSet presAssocID="{98466C96-E6B9-4F12-BFFB-6F1423DC6E1C}" presName="hierRoot2" presStyleCnt="0">
        <dgm:presLayoutVars>
          <dgm:hierBranch/>
        </dgm:presLayoutVars>
      </dgm:prSet>
      <dgm:spPr/>
    </dgm:pt>
    <dgm:pt modelId="{D15AC403-7AAC-4DF7-B735-8B0A0FBC40F5}" type="pres">
      <dgm:prSet presAssocID="{98466C96-E6B9-4F12-BFFB-6F1423DC6E1C}" presName="rootComposite" presStyleCnt="0"/>
      <dgm:spPr/>
    </dgm:pt>
    <dgm:pt modelId="{E3C67AE3-929C-4A98-8080-B2940D1AEA99}" type="pres">
      <dgm:prSet presAssocID="{98466C96-E6B9-4F12-BFFB-6F1423DC6E1C}" presName="rootText" presStyleLbl="node2" presStyleIdx="5" presStyleCnt="6">
        <dgm:presLayoutVars>
          <dgm:chPref val="3"/>
        </dgm:presLayoutVars>
      </dgm:prSet>
      <dgm:spPr/>
    </dgm:pt>
    <dgm:pt modelId="{19FB825D-F4B0-4CC2-8916-D7F0F2BC31E7}" type="pres">
      <dgm:prSet presAssocID="{98466C96-E6B9-4F12-BFFB-6F1423DC6E1C}" presName="rootConnector" presStyleLbl="node2" presStyleIdx="5" presStyleCnt="6"/>
      <dgm:spPr/>
    </dgm:pt>
    <dgm:pt modelId="{7996E42A-834C-413C-8FED-DA50CD4A5148}" type="pres">
      <dgm:prSet presAssocID="{98466C96-E6B9-4F12-BFFB-6F1423DC6E1C}" presName="hierChild4" presStyleCnt="0"/>
      <dgm:spPr/>
    </dgm:pt>
    <dgm:pt modelId="{AC8CA4A5-E884-4156-BABB-11A3768BD005}" type="pres">
      <dgm:prSet presAssocID="{98466C96-E6B9-4F12-BFFB-6F1423DC6E1C}" presName="hierChild5" presStyleCnt="0"/>
      <dgm:spPr/>
    </dgm:pt>
    <dgm:pt modelId="{CE259B63-5395-47D4-9072-1423BA98A6B7}" type="pres">
      <dgm:prSet presAssocID="{B12FCB21-53BF-4DFF-A8B4-906A3F380846}" presName="hierChild3" presStyleCnt="0"/>
      <dgm:spPr/>
    </dgm:pt>
  </dgm:ptLst>
  <dgm:cxnLst>
    <dgm:cxn modelId="{179DF602-671F-48CA-BB92-535E1D9E821E}" type="presOf" srcId="{E4F78B41-EB01-4186-9A66-D61CB41D7DB0}" destId="{9DF523DA-ACF5-4ACE-A636-1B134FBE80E9}" srcOrd="0" destOrd="0" presId="urn:microsoft.com/office/officeart/2005/8/layout/orgChart1"/>
    <dgm:cxn modelId="{84E9A30D-549E-4D5C-88A0-D3CCF418ED78}" type="presOf" srcId="{86323AB8-166D-4830-8A07-F41326971B5B}" destId="{C99113CB-2C21-4E59-A11D-96318E43AA1B}" srcOrd="0" destOrd="0" presId="urn:microsoft.com/office/officeart/2005/8/layout/orgChart1"/>
    <dgm:cxn modelId="{66EE5E19-7A5E-4385-8F2E-7246992D3C07}" srcId="{B12FCB21-53BF-4DFF-A8B4-906A3F380846}" destId="{0497CC42-1C83-4485-AD80-8187068CC6FA}" srcOrd="2" destOrd="0" parTransId="{2592CABB-38C6-4B5E-AE14-09991626AED0}" sibTransId="{45D874C0-96A1-42E6-AB49-2FD24044CC4E}"/>
    <dgm:cxn modelId="{6928BC19-49BB-4E93-8183-FE8922C136D6}" type="presOf" srcId="{40409E6C-E2BD-4930-A153-816D6AA3222A}" destId="{792111A0-7770-4267-A1B4-7C7B8C4BF89E}" srcOrd="0" destOrd="0" presId="urn:microsoft.com/office/officeart/2005/8/layout/orgChart1"/>
    <dgm:cxn modelId="{B64ED01C-CCFF-4EFE-98C3-E242BB54C04E}" type="presOf" srcId="{3AC19F20-F34A-4023-A519-0C81E8516DBC}" destId="{6EE91C3D-23A2-4AC5-8609-C9E61D01E86C}" srcOrd="0" destOrd="0" presId="urn:microsoft.com/office/officeart/2005/8/layout/orgChart1"/>
    <dgm:cxn modelId="{95323122-3A4D-4569-BB3B-686D276C803A}" type="presOf" srcId="{78A981E8-9E8A-44BC-BAAF-027FE653E7A2}" destId="{F1F57DB0-2FBF-45CE-826E-F1E71344805D}" srcOrd="0" destOrd="0" presId="urn:microsoft.com/office/officeart/2005/8/layout/orgChart1"/>
    <dgm:cxn modelId="{7D9A8E25-BBC7-4089-8749-9BA8127A5448}" type="presOf" srcId="{40409E6C-E2BD-4930-A153-816D6AA3222A}" destId="{BFFB09C4-0A1E-4163-B47E-C135D62075D9}" srcOrd="1" destOrd="0" presId="urn:microsoft.com/office/officeart/2005/8/layout/orgChart1"/>
    <dgm:cxn modelId="{89618630-1C07-42D6-A699-C330C4012CAE}" srcId="{AB9EFDD9-DA8E-433E-8842-E4399DA298CF}" destId="{B12FCB21-53BF-4DFF-A8B4-906A3F380846}" srcOrd="0" destOrd="0" parTransId="{23EC0B7C-36A5-497F-A022-5838ACAD74EA}" sibTransId="{3E62A7C5-6287-43AF-97F6-7D4F52B128DD}"/>
    <dgm:cxn modelId="{9ED94037-9F76-4B35-BC28-C37C19F6A755}" srcId="{B12FCB21-53BF-4DFF-A8B4-906A3F380846}" destId="{98466C96-E6B9-4F12-BFFB-6F1423DC6E1C}" srcOrd="5" destOrd="0" parTransId="{78A981E8-9E8A-44BC-BAAF-027FE653E7A2}" sibTransId="{C3DC3681-AAD5-442A-9C20-B34CA884D6A4}"/>
    <dgm:cxn modelId="{722FCD46-01B8-4457-929B-B802F87DF5C3}" type="presOf" srcId="{0497CC42-1C83-4485-AD80-8187068CC6FA}" destId="{6D9A19B6-48EA-4437-9F3C-6EAF7537FFED}" srcOrd="1" destOrd="0" presId="urn:microsoft.com/office/officeart/2005/8/layout/orgChart1"/>
    <dgm:cxn modelId="{46502547-FCBE-42DE-9AA6-AFA302EE0690}" srcId="{B12FCB21-53BF-4DFF-A8B4-906A3F380846}" destId="{40409E6C-E2BD-4930-A153-816D6AA3222A}" srcOrd="3" destOrd="0" parTransId="{C72B7243-431C-4C42-B7D0-3B55F97F00CE}" sibTransId="{F9B5CC56-073B-41F6-B558-231AF34FEB58}"/>
    <dgm:cxn modelId="{924B8549-D067-4C6D-855F-D3D314D22352}" type="presOf" srcId="{B12FCB21-53BF-4DFF-A8B4-906A3F380846}" destId="{6E7D1B71-C0FC-42F5-93C6-CC8D05489D1D}" srcOrd="0" destOrd="0" presId="urn:microsoft.com/office/officeart/2005/8/layout/orgChart1"/>
    <dgm:cxn modelId="{5AAE116A-8DF1-471F-9867-E2C75BF1F18E}" type="presOf" srcId="{E4F78B41-EB01-4186-9A66-D61CB41D7DB0}" destId="{75BC3AC0-72E2-4F07-B3E3-3E1867F87390}" srcOrd="1" destOrd="0" presId="urn:microsoft.com/office/officeart/2005/8/layout/orgChart1"/>
    <dgm:cxn modelId="{02298B55-1B60-4BEB-8343-A372C9F97C2C}" type="presOf" srcId="{9AE2D600-A0ED-4BFD-B12F-5F0A0604D6B5}" destId="{BC889BFA-441B-44F9-9289-FC89F705C668}" srcOrd="0" destOrd="0" presId="urn:microsoft.com/office/officeart/2005/8/layout/orgChart1"/>
    <dgm:cxn modelId="{D6317D76-E01A-43BA-B650-FF84FF406E02}" type="presOf" srcId="{F79D8E35-44A7-4107-A114-6FD78D47CC2F}" destId="{2D42151B-A62D-4F08-BA00-F63E28553413}" srcOrd="1" destOrd="0" presId="urn:microsoft.com/office/officeart/2005/8/layout/orgChart1"/>
    <dgm:cxn modelId="{5D202658-AD50-4D1A-9F26-F709D1DC62A8}" type="presOf" srcId="{2592CABB-38C6-4B5E-AE14-09991626AED0}" destId="{6904C414-9D77-4A7E-B49B-CFB52C4779DF}" srcOrd="0" destOrd="0" presId="urn:microsoft.com/office/officeart/2005/8/layout/orgChart1"/>
    <dgm:cxn modelId="{94CD9579-75DD-4292-8A42-535FC7F29AD0}" type="presOf" srcId="{98466C96-E6B9-4F12-BFFB-6F1423DC6E1C}" destId="{E3C67AE3-929C-4A98-8080-B2940D1AEA99}" srcOrd="0" destOrd="0" presId="urn:microsoft.com/office/officeart/2005/8/layout/orgChart1"/>
    <dgm:cxn modelId="{4FCB4F7D-E204-4F16-8606-A6B9CFC42E4C}" type="presOf" srcId="{98466C96-E6B9-4F12-BFFB-6F1423DC6E1C}" destId="{19FB825D-F4B0-4CC2-8916-D7F0F2BC31E7}" srcOrd="1" destOrd="0" presId="urn:microsoft.com/office/officeart/2005/8/layout/orgChart1"/>
    <dgm:cxn modelId="{3258927E-E0F7-4E15-8630-A3BF338C1A4C}" type="presOf" srcId="{C72B7243-431C-4C42-B7D0-3B55F97F00CE}" destId="{CFD4F97D-F39D-40FA-8E74-CBBC052C1DAA}" srcOrd="0" destOrd="0" presId="urn:microsoft.com/office/officeart/2005/8/layout/orgChart1"/>
    <dgm:cxn modelId="{75ACC68E-EA63-4BC4-A833-9A0285B9C817}" type="presOf" srcId="{B12FCB21-53BF-4DFF-A8B4-906A3F380846}" destId="{5D5F8665-0071-4A07-B294-562CAD640D6E}" srcOrd="1" destOrd="0" presId="urn:microsoft.com/office/officeart/2005/8/layout/orgChart1"/>
    <dgm:cxn modelId="{001CC093-5443-4394-A6CD-2BF829325899}" type="presOf" srcId="{F79D8E35-44A7-4107-A114-6FD78D47CC2F}" destId="{BC2F07A7-A4AD-4BE5-A259-804B5CC45C2E}" srcOrd="0" destOrd="0" presId="urn:microsoft.com/office/officeart/2005/8/layout/orgChart1"/>
    <dgm:cxn modelId="{C5F0669E-A4BE-48B1-9162-7AEAB7C31060}" type="presOf" srcId="{E339E789-3E8C-4A26-9D71-619062AE3E83}" destId="{C30A6AB5-CED7-474D-B170-5444A9810031}" srcOrd="0" destOrd="0" presId="urn:microsoft.com/office/officeart/2005/8/layout/orgChart1"/>
    <dgm:cxn modelId="{41304FA7-DBDE-4704-934F-62D01F7F42FD}" type="presOf" srcId="{0497CC42-1C83-4485-AD80-8187068CC6FA}" destId="{8A2CCD22-C895-4B9E-B630-85C0CBC77BF7}" srcOrd="0" destOrd="0" presId="urn:microsoft.com/office/officeart/2005/8/layout/orgChart1"/>
    <dgm:cxn modelId="{9DF88EBC-4679-4B10-8F8A-1D5C7640CD0B}" type="presOf" srcId="{9AE2D600-A0ED-4BFD-B12F-5F0A0604D6B5}" destId="{9F839274-EE9F-496D-9EC1-1DF440BD078A}" srcOrd="1" destOrd="0" presId="urn:microsoft.com/office/officeart/2005/8/layout/orgChart1"/>
    <dgm:cxn modelId="{094133D1-CCF9-4BEB-A460-29023CDD4321}" srcId="{B12FCB21-53BF-4DFF-A8B4-906A3F380846}" destId="{E4F78B41-EB01-4186-9A66-D61CB41D7DB0}" srcOrd="0" destOrd="0" parTransId="{E339E789-3E8C-4A26-9D71-619062AE3E83}" sibTransId="{054DF562-40AE-48CD-BB70-B62ADCFA9039}"/>
    <dgm:cxn modelId="{90E396DB-2CD9-4EC2-8879-04CB73084896}" srcId="{B12FCB21-53BF-4DFF-A8B4-906A3F380846}" destId="{F79D8E35-44A7-4107-A114-6FD78D47CC2F}" srcOrd="4" destOrd="0" parTransId="{3AC19F20-F34A-4023-A519-0C81E8516DBC}" sibTransId="{0B31CA8F-7F86-4F9E-A5E6-F14208CEE398}"/>
    <dgm:cxn modelId="{F8F9F1DE-3744-4D0A-BF27-949F4ABF10B0}" srcId="{B12FCB21-53BF-4DFF-A8B4-906A3F380846}" destId="{9AE2D600-A0ED-4BFD-B12F-5F0A0604D6B5}" srcOrd="1" destOrd="0" parTransId="{86323AB8-166D-4830-8A07-F41326971B5B}" sibTransId="{A3D4634E-F923-4F64-835E-A7187365C47E}"/>
    <dgm:cxn modelId="{5509E7ED-F067-47B7-B354-2EFAB9153FB7}" type="presOf" srcId="{AB9EFDD9-DA8E-433E-8842-E4399DA298CF}" destId="{28B217E2-996B-48F3-8FFC-B9EBFE0A22CA}" srcOrd="0" destOrd="0" presId="urn:microsoft.com/office/officeart/2005/8/layout/orgChart1"/>
    <dgm:cxn modelId="{9FAF2118-0B2C-4233-896A-19CE543F9CD0}" type="presParOf" srcId="{28B217E2-996B-48F3-8FFC-B9EBFE0A22CA}" destId="{FF099940-FA60-4DBA-9614-3CBADC94CF84}" srcOrd="0" destOrd="0" presId="urn:microsoft.com/office/officeart/2005/8/layout/orgChart1"/>
    <dgm:cxn modelId="{37B80445-E93E-49F1-B87B-9BC5D1DE9E68}" type="presParOf" srcId="{FF099940-FA60-4DBA-9614-3CBADC94CF84}" destId="{EF710D3F-DABB-4372-9F60-BA61D8891CF1}" srcOrd="0" destOrd="0" presId="urn:microsoft.com/office/officeart/2005/8/layout/orgChart1"/>
    <dgm:cxn modelId="{127699E2-8D02-4633-B5B2-937FF3D0C3F4}" type="presParOf" srcId="{EF710D3F-DABB-4372-9F60-BA61D8891CF1}" destId="{6E7D1B71-C0FC-42F5-93C6-CC8D05489D1D}" srcOrd="0" destOrd="0" presId="urn:microsoft.com/office/officeart/2005/8/layout/orgChart1"/>
    <dgm:cxn modelId="{941BC5C1-E900-4E98-9CFD-B36C4373D2A3}" type="presParOf" srcId="{EF710D3F-DABB-4372-9F60-BA61D8891CF1}" destId="{5D5F8665-0071-4A07-B294-562CAD640D6E}" srcOrd="1" destOrd="0" presId="urn:microsoft.com/office/officeart/2005/8/layout/orgChart1"/>
    <dgm:cxn modelId="{2DB17176-A9A8-4033-AC57-216F31009314}" type="presParOf" srcId="{FF099940-FA60-4DBA-9614-3CBADC94CF84}" destId="{2502A78A-F061-4998-8B70-03562CECC38D}" srcOrd="1" destOrd="0" presId="urn:microsoft.com/office/officeart/2005/8/layout/orgChart1"/>
    <dgm:cxn modelId="{6A6906A3-91C7-4F83-8257-817BAA30BFAB}" type="presParOf" srcId="{2502A78A-F061-4998-8B70-03562CECC38D}" destId="{C30A6AB5-CED7-474D-B170-5444A9810031}" srcOrd="0" destOrd="0" presId="urn:microsoft.com/office/officeart/2005/8/layout/orgChart1"/>
    <dgm:cxn modelId="{BA78D04B-6B3A-4E24-9D53-A1C309FDB20D}" type="presParOf" srcId="{2502A78A-F061-4998-8B70-03562CECC38D}" destId="{28539A53-E980-483C-8EA2-29FD44BDD124}" srcOrd="1" destOrd="0" presId="urn:microsoft.com/office/officeart/2005/8/layout/orgChart1"/>
    <dgm:cxn modelId="{693BDDB8-CB81-4AFA-9B77-A232503D53E2}" type="presParOf" srcId="{28539A53-E980-483C-8EA2-29FD44BDD124}" destId="{4AE3B382-1432-462D-98FC-B8CEB3FC0BA7}" srcOrd="0" destOrd="0" presId="urn:microsoft.com/office/officeart/2005/8/layout/orgChart1"/>
    <dgm:cxn modelId="{6DD08D46-4A3D-4596-BF11-A6997A9FEE14}" type="presParOf" srcId="{4AE3B382-1432-462D-98FC-B8CEB3FC0BA7}" destId="{9DF523DA-ACF5-4ACE-A636-1B134FBE80E9}" srcOrd="0" destOrd="0" presId="urn:microsoft.com/office/officeart/2005/8/layout/orgChart1"/>
    <dgm:cxn modelId="{D3F5EE86-6A36-4D9B-B502-D97EB38434CF}" type="presParOf" srcId="{4AE3B382-1432-462D-98FC-B8CEB3FC0BA7}" destId="{75BC3AC0-72E2-4F07-B3E3-3E1867F87390}" srcOrd="1" destOrd="0" presId="urn:microsoft.com/office/officeart/2005/8/layout/orgChart1"/>
    <dgm:cxn modelId="{5114DFD0-D2E4-4353-B394-8546934151EC}" type="presParOf" srcId="{28539A53-E980-483C-8EA2-29FD44BDD124}" destId="{28038207-731E-4293-819A-2659C9694AE2}" srcOrd="1" destOrd="0" presId="urn:microsoft.com/office/officeart/2005/8/layout/orgChart1"/>
    <dgm:cxn modelId="{88FCB87F-3C0B-4863-A0B0-DD17D4E520C2}" type="presParOf" srcId="{28539A53-E980-483C-8EA2-29FD44BDD124}" destId="{6503B837-605D-477F-BA29-336991821C77}" srcOrd="2" destOrd="0" presId="urn:microsoft.com/office/officeart/2005/8/layout/orgChart1"/>
    <dgm:cxn modelId="{509BFF14-36DF-470B-9CB6-11819F791918}" type="presParOf" srcId="{2502A78A-F061-4998-8B70-03562CECC38D}" destId="{C99113CB-2C21-4E59-A11D-96318E43AA1B}" srcOrd="2" destOrd="0" presId="urn:microsoft.com/office/officeart/2005/8/layout/orgChart1"/>
    <dgm:cxn modelId="{A966D5F2-9D9D-409B-956C-B2DD72C506C5}" type="presParOf" srcId="{2502A78A-F061-4998-8B70-03562CECC38D}" destId="{13DF9365-A2E2-4937-9EF6-7949B9736B02}" srcOrd="3" destOrd="0" presId="urn:microsoft.com/office/officeart/2005/8/layout/orgChart1"/>
    <dgm:cxn modelId="{5D757276-D41F-4B49-A3A8-5828B9B436B2}" type="presParOf" srcId="{13DF9365-A2E2-4937-9EF6-7949B9736B02}" destId="{A528A04C-3179-40C6-948A-C9D9EBA0B3F6}" srcOrd="0" destOrd="0" presId="urn:microsoft.com/office/officeart/2005/8/layout/orgChart1"/>
    <dgm:cxn modelId="{65EECE27-061A-402C-BAC4-F649E769C40E}" type="presParOf" srcId="{A528A04C-3179-40C6-948A-C9D9EBA0B3F6}" destId="{BC889BFA-441B-44F9-9289-FC89F705C668}" srcOrd="0" destOrd="0" presId="urn:microsoft.com/office/officeart/2005/8/layout/orgChart1"/>
    <dgm:cxn modelId="{52FC52E7-EA0C-4D50-AF92-285901E3F655}" type="presParOf" srcId="{A528A04C-3179-40C6-948A-C9D9EBA0B3F6}" destId="{9F839274-EE9F-496D-9EC1-1DF440BD078A}" srcOrd="1" destOrd="0" presId="urn:microsoft.com/office/officeart/2005/8/layout/orgChart1"/>
    <dgm:cxn modelId="{B5773CC8-61AC-4D31-8426-EE86317597A4}" type="presParOf" srcId="{13DF9365-A2E2-4937-9EF6-7949B9736B02}" destId="{34785CDF-19D5-4F5A-B081-440C563BB83E}" srcOrd="1" destOrd="0" presId="urn:microsoft.com/office/officeart/2005/8/layout/orgChart1"/>
    <dgm:cxn modelId="{E37B79FB-04EF-4253-9791-08B859BCF29A}" type="presParOf" srcId="{13DF9365-A2E2-4937-9EF6-7949B9736B02}" destId="{49734ADF-5083-408B-B284-EB1E97C5ACE6}" srcOrd="2" destOrd="0" presId="urn:microsoft.com/office/officeart/2005/8/layout/orgChart1"/>
    <dgm:cxn modelId="{728AD634-DBC6-408C-844B-E58B998CFF22}" type="presParOf" srcId="{2502A78A-F061-4998-8B70-03562CECC38D}" destId="{6904C414-9D77-4A7E-B49B-CFB52C4779DF}" srcOrd="4" destOrd="0" presId="urn:microsoft.com/office/officeart/2005/8/layout/orgChart1"/>
    <dgm:cxn modelId="{4821D784-39F5-4917-B2DC-72DF1778698D}" type="presParOf" srcId="{2502A78A-F061-4998-8B70-03562CECC38D}" destId="{0C203934-A3E1-4A33-8D82-9E51074A9214}" srcOrd="5" destOrd="0" presId="urn:microsoft.com/office/officeart/2005/8/layout/orgChart1"/>
    <dgm:cxn modelId="{971623A4-2430-4DC5-BE57-5D5E6DE89405}" type="presParOf" srcId="{0C203934-A3E1-4A33-8D82-9E51074A9214}" destId="{11A17D94-4875-457C-BDE4-74F535F68820}" srcOrd="0" destOrd="0" presId="urn:microsoft.com/office/officeart/2005/8/layout/orgChart1"/>
    <dgm:cxn modelId="{E0110732-50BB-4C64-9720-5E64D7872E74}" type="presParOf" srcId="{11A17D94-4875-457C-BDE4-74F535F68820}" destId="{8A2CCD22-C895-4B9E-B630-85C0CBC77BF7}" srcOrd="0" destOrd="0" presId="urn:microsoft.com/office/officeart/2005/8/layout/orgChart1"/>
    <dgm:cxn modelId="{7A8A977E-231D-49FB-9D42-DB4F74CED810}" type="presParOf" srcId="{11A17D94-4875-457C-BDE4-74F535F68820}" destId="{6D9A19B6-48EA-4437-9F3C-6EAF7537FFED}" srcOrd="1" destOrd="0" presId="urn:microsoft.com/office/officeart/2005/8/layout/orgChart1"/>
    <dgm:cxn modelId="{1AA27AAE-BEBB-4BD2-8E87-D154A1958556}" type="presParOf" srcId="{0C203934-A3E1-4A33-8D82-9E51074A9214}" destId="{09421D0B-E5E9-4B5E-A10B-27F2AC47D7E6}" srcOrd="1" destOrd="0" presId="urn:microsoft.com/office/officeart/2005/8/layout/orgChart1"/>
    <dgm:cxn modelId="{A4D760BF-BDE4-417A-8A6B-9C10C6724C15}" type="presParOf" srcId="{0C203934-A3E1-4A33-8D82-9E51074A9214}" destId="{932E918E-2A84-4B9A-AE3B-6F9729CD297D}" srcOrd="2" destOrd="0" presId="urn:microsoft.com/office/officeart/2005/8/layout/orgChart1"/>
    <dgm:cxn modelId="{103DF3FC-4445-4AFB-8E5F-E5261AC4691D}" type="presParOf" srcId="{2502A78A-F061-4998-8B70-03562CECC38D}" destId="{CFD4F97D-F39D-40FA-8E74-CBBC052C1DAA}" srcOrd="6" destOrd="0" presId="urn:microsoft.com/office/officeart/2005/8/layout/orgChart1"/>
    <dgm:cxn modelId="{7C1C994E-195D-451B-9E25-21A5929EEA1D}" type="presParOf" srcId="{2502A78A-F061-4998-8B70-03562CECC38D}" destId="{D82A13CB-19CB-4F84-BCED-E365F2010F8F}" srcOrd="7" destOrd="0" presId="urn:microsoft.com/office/officeart/2005/8/layout/orgChart1"/>
    <dgm:cxn modelId="{ACC377CD-0A8E-46D4-8956-34A05DE5A6D1}" type="presParOf" srcId="{D82A13CB-19CB-4F84-BCED-E365F2010F8F}" destId="{B07288F0-6BFD-427C-AFCD-D295DF4C7AE0}" srcOrd="0" destOrd="0" presId="urn:microsoft.com/office/officeart/2005/8/layout/orgChart1"/>
    <dgm:cxn modelId="{B4F1B2BC-9C64-4FF1-9D3B-C3A604F21FCF}" type="presParOf" srcId="{B07288F0-6BFD-427C-AFCD-D295DF4C7AE0}" destId="{792111A0-7770-4267-A1B4-7C7B8C4BF89E}" srcOrd="0" destOrd="0" presId="urn:microsoft.com/office/officeart/2005/8/layout/orgChart1"/>
    <dgm:cxn modelId="{7C925E5E-1023-49D4-939B-DEE831C6E9A7}" type="presParOf" srcId="{B07288F0-6BFD-427C-AFCD-D295DF4C7AE0}" destId="{BFFB09C4-0A1E-4163-B47E-C135D62075D9}" srcOrd="1" destOrd="0" presId="urn:microsoft.com/office/officeart/2005/8/layout/orgChart1"/>
    <dgm:cxn modelId="{F5EDA234-78E3-43B5-B4AC-AF91966AFB3B}" type="presParOf" srcId="{D82A13CB-19CB-4F84-BCED-E365F2010F8F}" destId="{530C1ECA-A44E-4B0C-8B95-DBF286B66F67}" srcOrd="1" destOrd="0" presId="urn:microsoft.com/office/officeart/2005/8/layout/orgChart1"/>
    <dgm:cxn modelId="{BE8766B4-4F47-40C0-8CEE-9157252BCB62}" type="presParOf" srcId="{D82A13CB-19CB-4F84-BCED-E365F2010F8F}" destId="{67C2519C-8E3E-4957-97E3-7065E68937BD}" srcOrd="2" destOrd="0" presId="urn:microsoft.com/office/officeart/2005/8/layout/orgChart1"/>
    <dgm:cxn modelId="{0AAEDB68-D54D-40C2-BCCC-166FAF018611}" type="presParOf" srcId="{2502A78A-F061-4998-8B70-03562CECC38D}" destId="{6EE91C3D-23A2-4AC5-8609-C9E61D01E86C}" srcOrd="8" destOrd="0" presId="urn:microsoft.com/office/officeart/2005/8/layout/orgChart1"/>
    <dgm:cxn modelId="{AF3A279A-DDBF-40C0-BA56-8D37F80C4B01}" type="presParOf" srcId="{2502A78A-F061-4998-8B70-03562CECC38D}" destId="{070E52CA-3D08-40A4-8793-B42C6448201E}" srcOrd="9" destOrd="0" presId="urn:microsoft.com/office/officeart/2005/8/layout/orgChart1"/>
    <dgm:cxn modelId="{56B0144D-67FE-469F-9DCB-D81DF054EC3B}" type="presParOf" srcId="{070E52CA-3D08-40A4-8793-B42C6448201E}" destId="{BF45113C-6798-4624-BFDD-600A3B0B6E2E}" srcOrd="0" destOrd="0" presId="urn:microsoft.com/office/officeart/2005/8/layout/orgChart1"/>
    <dgm:cxn modelId="{20EEF76A-14D3-4923-B537-63654E572734}" type="presParOf" srcId="{BF45113C-6798-4624-BFDD-600A3B0B6E2E}" destId="{BC2F07A7-A4AD-4BE5-A259-804B5CC45C2E}" srcOrd="0" destOrd="0" presId="urn:microsoft.com/office/officeart/2005/8/layout/orgChart1"/>
    <dgm:cxn modelId="{825F011F-DF9A-43F4-A916-C1B78D2042CE}" type="presParOf" srcId="{BF45113C-6798-4624-BFDD-600A3B0B6E2E}" destId="{2D42151B-A62D-4F08-BA00-F63E28553413}" srcOrd="1" destOrd="0" presId="urn:microsoft.com/office/officeart/2005/8/layout/orgChart1"/>
    <dgm:cxn modelId="{B04A5264-5690-4B9D-AD6B-B6C549DB4D5C}" type="presParOf" srcId="{070E52CA-3D08-40A4-8793-B42C6448201E}" destId="{D49D12EC-1FA2-43F4-AAFD-3277AEBA03C7}" srcOrd="1" destOrd="0" presId="urn:microsoft.com/office/officeart/2005/8/layout/orgChart1"/>
    <dgm:cxn modelId="{5D254EA1-5012-400C-B982-C96191D45CB2}" type="presParOf" srcId="{070E52CA-3D08-40A4-8793-B42C6448201E}" destId="{0FD09F54-A6A7-4389-84E7-34E6869F710C}" srcOrd="2" destOrd="0" presId="urn:microsoft.com/office/officeart/2005/8/layout/orgChart1"/>
    <dgm:cxn modelId="{D0FA1D69-53EA-44F3-9846-D6BD8658A5A7}" type="presParOf" srcId="{2502A78A-F061-4998-8B70-03562CECC38D}" destId="{F1F57DB0-2FBF-45CE-826E-F1E71344805D}" srcOrd="10" destOrd="0" presId="urn:microsoft.com/office/officeart/2005/8/layout/orgChart1"/>
    <dgm:cxn modelId="{856C4B0B-578D-4673-ABD6-1B22FB87BE99}" type="presParOf" srcId="{2502A78A-F061-4998-8B70-03562CECC38D}" destId="{84932D80-68D7-45A6-A485-D499FB411DAE}" srcOrd="11" destOrd="0" presId="urn:microsoft.com/office/officeart/2005/8/layout/orgChart1"/>
    <dgm:cxn modelId="{74D2CD3C-6191-4D2D-8AE5-47EE0DF34225}" type="presParOf" srcId="{84932D80-68D7-45A6-A485-D499FB411DAE}" destId="{D15AC403-7AAC-4DF7-B735-8B0A0FBC40F5}" srcOrd="0" destOrd="0" presId="urn:microsoft.com/office/officeart/2005/8/layout/orgChart1"/>
    <dgm:cxn modelId="{4F35DCAB-0517-4963-AC0E-C650AF4C94B6}" type="presParOf" srcId="{D15AC403-7AAC-4DF7-B735-8B0A0FBC40F5}" destId="{E3C67AE3-929C-4A98-8080-B2940D1AEA99}" srcOrd="0" destOrd="0" presId="urn:microsoft.com/office/officeart/2005/8/layout/orgChart1"/>
    <dgm:cxn modelId="{05820DB9-23A8-4CAD-8FEC-CABC831C9CC5}" type="presParOf" srcId="{D15AC403-7AAC-4DF7-B735-8B0A0FBC40F5}" destId="{19FB825D-F4B0-4CC2-8916-D7F0F2BC31E7}" srcOrd="1" destOrd="0" presId="urn:microsoft.com/office/officeart/2005/8/layout/orgChart1"/>
    <dgm:cxn modelId="{28853030-2C2F-4101-A337-36F3EF264469}" type="presParOf" srcId="{84932D80-68D7-45A6-A485-D499FB411DAE}" destId="{7996E42A-834C-413C-8FED-DA50CD4A5148}" srcOrd="1" destOrd="0" presId="urn:microsoft.com/office/officeart/2005/8/layout/orgChart1"/>
    <dgm:cxn modelId="{DFC06393-EC1E-4F96-B0E1-108289E132FC}" type="presParOf" srcId="{84932D80-68D7-45A6-A485-D499FB411DAE}" destId="{AC8CA4A5-E884-4156-BABB-11A3768BD005}" srcOrd="2" destOrd="0" presId="urn:microsoft.com/office/officeart/2005/8/layout/orgChart1"/>
    <dgm:cxn modelId="{F2775396-E95E-410C-971B-426FB7D563A4}" type="presParOf" srcId="{FF099940-FA60-4DBA-9614-3CBADC94CF84}" destId="{CE259B63-5395-47D4-9072-1423BA98A6B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57DB0-2FBF-45CE-826E-F1E71344805D}">
      <dsp:nvSpPr>
        <dsp:cNvPr id="0" name=""/>
        <dsp:cNvSpPr/>
      </dsp:nvSpPr>
      <dsp:spPr>
        <a:xfrm>
          <a:off x="4033044" y="872016"/>
          <a:ext cx="182476" cy="3267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7198"/>
              </a:lnTo>
              <a:lnTo>
                <a:pt x="182476" y="32671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91C3D-23A2-4AC5-8609-C9E61D01E86C}">
      <dsp:nvSpPr>
        <dsp:cNvPr id="0" name=""/>
        <dsp:cNvSpPr/>
      </dsp:nvSpPr>
      <dsp:spPr>
        <a:xfrm>
          <a:off x="3850567" y="872016"/>
          <a:ext cx="182476" cy="3267198"/>
        </a:xfrm>
        <a:custGeom>
          <a:avLst/>
          <a:gdLst/>
          <a:ahLst/>
          <a:cxnLst/>
          <a:rect l="0" t="0" r="0" b="0"/>
          <a:pathLst>
            <a:path>
              <a:moveTo>
                <a:pt x="182476" y="0"/>
              </a:moveTo>
              <a:lnTo>
                <a:pt x="182476" y="3267198"/>
              </a:lnTo>
              <a:lnTo>
                <a:pt x="0" y="32671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D4F97D-F39D-40FA-8E74-CBBC052C1DAA}">
      <dsp:nvSpPr>
        <dsp:cNvPr id="0" name=""/>
        <dsp:cNvSpPr/>
      </dsp:nvSpPr>
      <dsp:spPr>
        <a:xfrm>
          <a:off x="4033044" y="872016"/>
          <a:ext cx="182476" cy="20333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3309"/>
              </a:lnTo>
              <a:lnTo>
                <a:pt x="182476" y="20333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4C414-9D77-4A7E-B49B-CFB52C4779DF}">
      <dsp:nvSpPr>
        <dsp:cNvPr id="0" name=""/>
        <dsp:cNvSpPr/>
      </dsp:nvSpPr>
      <dsp:spPr>
        <a:xfrm>
          <a:off x="3850567" y="872016"/>
          <a:ext cx="182476" cy="2033309"/>
        </a:xfrm>
        <a:custGeom>
          <a:avLst/>
          <a:gdLst/>
          <a:ahLst/>
          <a:cxnLst/>
          <a:rect l="0" t="0" r="0" b="0"/>
          <a:pathLst>
            <a:path>
              <a:moveTo>
                <a:pt x="182476" y="0"/>
              </a:moveTo>
              <a:lnTo>
                <a:pt x="182476" y="2033309"/>
              </a:lnTo>
              <a:lnTo>
                <a:pt x="0" y="20333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9113CB-2C21-4E59-A11D-96318E43AA1B}">
      <dsp:nvSpPr>
        <dsp:cNvPr id="0" name=""/>
        <dsp:cNvSpPr/>
      </dsp:nvSpPr>
      <dsp:spPr>
        <a:xfrm>
          <a:off x="4033044" y="872016"/>
          <a:ext cx="182476" cy="7994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9421"/>
              </a:lnTo>
              <a:lnTo>
                <a:pt x="182476" y="7994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0A6AB5-CED7-474D-B170-5444A9810031}">
      <dsp:nvSpPr>
        <dsp:cNvPr id="0" name=""/>
        <dsp:cNvSpPr/>
      </dsp:nvSpPr>
      <dsp:spPr>
        <a:xfrm>
          <a:off x="3850567" y="872016"/>
          <a:ext cx="182476" cy="799421"/>
        </a:xfrm>
        <a:custGeom>
          <a:avLst/>
          <a:gdLst/>
          <a:ahLst/>
          <a:cxnLst/>
          <a:rect l="0" t="0" r="0" b="0"/>
          <a:pathLst>
            <a:path>
              <a:moveTo>
                <a:pt x="182476" y="0"/>
              </a:moveTo>
              <a:lnTo>
                <a:pt x="182476" y="799421"/>
              </a:lnTo>
              <a:lnTo>
                <a:pt x="0" y="7994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7D1B71-C0FC-42F5-93C6-CC8D05489D1D}">
      <dsp:nvSpPr>
        <dsp:cNvPr id="0" name=""/>
        <dsp:cNvSpPr/>
      </dsp:nvSpPr>
      <dsp:spPr>
        <a:xfrm>
          <a:off x="3031378" y="3080"/>
          <a:ext cx="2003331" cy="868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ARM instruction set</a:t>
          </a:r>
        </a:p>
      </dsp:txBody>
      <dsp:txXfrm>
        <a:off x="3031378" y="3080"/>
        <a:ext cx="2003331" cy="868935"/>
      </dsp:txXfrm>
    </dsp:sp>
    <dsp:sp modelId="{9DF523DA-ACF5-4ACE-A636-1B134FBE80E9}">
      <dsp:nvSpPr>
        <dsp:cNvPr id="0" name=""/>
        <dsp:cNvSpPr/>
      </dsp:nvSpPr>
      <dsp:spPr>
        <a:xfrm>
          <a:off x="2112695" y="1236969"/>
          <a:ext cx="1737871" cy="868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Data processing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instructions</a:t>
          </a:r>
        </a:p>
      </dsp:txBody>
      <dsp:txXfrm>
        <a:off x="2112695" y="1236969"/>
        <a:ext cx="1737871" cy="868935"/>
      </dsp:txXfrm>
    </dsp:sp>
    <dsp:sp modelId="{BC889BFA-441B-44F9-9289-FC89F705C668}">
      <dsp:nvSpPr>
        <dsp:cNvPr id="0" name=""/>
        <dsp:cNvSpPr/>
      </dsp:nvSpPr>
      <dsp:spPr>
        <a:xfrm>
          <a:off x="4215520" y="1236969"/>
          <a:ext cx="1737871" cy="868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Data transfer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instructions</a:t>
          </a:r>
        </a:p>
      </dsp:txBody>
      <dsp:txXfrm>
        <a:off x="4215520" y="1236969"/>
        <a:ext cx="1737871" cy="868935"/>
      </dsp:txXfrm>
    </dsp:sp>
    <dsp:sp modelId="{8A2CCD22-C895-4B9E-B630-85C0CBC77BF7}">
      <dsp:nvSpPr>
        <dsp:cNvPr id="0" name=""/>
        <dsp:cNvSpPr/>
      </dsp:nvSpPr>
      <dsp:spPr>
        <a:xfrm>
          <a:off x="2112695" y="2470858"/>
          <a:ext cx="1737871" cy="868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Block transfer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instructions</a:t>
          </a:r>
        </a:p>
      </dsp:txBody>
      <dsp:txXfrm>
        <a:off x="2112695" y="2470858"/>
        <a:ext cx="1737871" cy="868935"/>
      </dsp:txXfrm>
    </dsp:sp>
    <dsp:sp modelId="{792111A0-7770-4267-A1B4-7C7B8C4BF89E}">
      <dsp:nvSpPr>
        <dsp:cNvPr id="0" name=""/>
        <dsp:cNvSpPr/>
      </dsp:nvSpPr>
      <dsp:spPr>
        <a:xfrm>
          <a:off x="4215520" y="2470858"/>
          <a:ext cx="1737871" cy="868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Branching instructions</a:t>
          </a:r>
        </a:p>
      </dsp:txBody>
      <dsp:txXfrm>
        <a:off x="4215520" y="2470858"/>
        <a:ext cx="1737871" cy="868935"/>
      </dsp:txXfrm>
    </dsp:sp>
    <dsp:sp modelId="{BC2F07A7-A4AD-4BE5-A259-804B5CC45C2E}">
      <dsp:nvSpPr>
        <dsp:cNvPr id="0" name=""/>
        <dsp:cNvSpPr/>
      </dsp:nvSpPr>
      <dsp:spPr>
        <a:xfrm>
          <a:off x="2112695" y="3704746"/>
          <a:ext cx="1737871" cy="868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Multiply instructions</a:t>
          </a:r>
        </a:p>
      </dsp:txBody>
      <dsp:txXfrm>
        <a:off x="2112695" y="3704746"/>
        <a:ext cx="1737871" cy="868935"/>
      </dsp:txXfrm>
    </dsp:sp>
    <dsp:sp modelId="{E3C67AE3-929C-4A98-8080-B2940D1AEA99}">
      <dsp:nvSpPr>
        <dsp:cNvPr id="0" name=""/>
        <dsp:cNvSpPr/>
      </dsp:nvSpPr>
      <dsp:spPr>
        <a:xfrm>
          <a:off x="4215520" y="3704746"/>
          <a:ext cx="1737871" cy="8689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Software interrupt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instructions</a:t>
          </a:r>
        </a:p>
      </dsp:txBody>
      <dsp:txXfrm>
        <a:off x="4215520" y="3704746"/>
        <a:ext cx="1737871" cy="868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AEB13-5431-433B-A6D3-ACE8F904CC6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5E40-5BB1-4A73-BFAA-CA8CC66D1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11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FFC21A9-7A7A-41E5-B06F-08A08A897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234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06B4A-E5B6-4071-B556-A68B1E6D79B3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FC505-2800-4F7C-9BA0-95A9F87DF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7180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F2CD-8F62-4878-BC1D-5A95AD5C9369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BE227-8F40-419F-9427-D506C86A5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22282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170BA-5236-45E4-B12B-AC51FC999858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96E74-87FE-408C-A241-BB0D6B9D9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52249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0C74E5-D63A-4256-81C2-1A1CB5E46BE7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BEFD2-B18E-4C1F-A15E-2C51B4734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9838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3B867-151F-45DE-970C-7FCC0B3ED1A6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BBE16-5AE8-43FE-931B-7F4E26EBFC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45769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56507-EABE-4AB6-AE0D-F2463D419B06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BAFA8-B723-44FA-AFD8-491DDAE102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57090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02911-C031-4978-BAD4-757EF1BAAE3F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22074-2EE5-42E2-9DCC-4A65092B20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93498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DA2BD-0284-4FC3-9095-746F9E5001D6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6A429-1D88-403C-9D43-4DC5E0904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8704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64089-4B90-49F5-81D8-4D18B8329D98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51CAC-28A6-4AF9-B71E-A0AFB461AF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28703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E9644-2A49-4F6B-968E-594AAC00B2AD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CE79D-E249-4B7D-A10F-ED9E41963C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9777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AC3CE-88EB-4B5C-8E26-7122063592F6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2529C-9C93-487F-AB0B-DA2DB2F76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68643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90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3350"/>
            <a:ext cx="8229600" cy="2190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Authors : Nemanja Perovic, nemanjaizbg@yahoo.com Prof. Dr. Veljko Milutinovic, vm@galeb.etf.bg.ac.yu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44D94-B451-4802-B4E3-4941066B78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8664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2" y="5"/>
            <a:ext cx="4100513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01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A66A6E5-E4D8-4CA2-84CD-81B4C7CF9DF7}" type="datetime2">
              <a:rPr lang="en-US" smtClean="0"/>
              <a:t>Thursday, November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K.V.PRASHANTH M.Sc.,M.Tech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804C0F-9B08-436F-8BC1-D360A1EAA8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</p:sldLayoutIdLst>
  <p:transition>
    <p:random/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edgefx.in/wp-content/uploads/2014/08/8-22-2014-5-05-37-PM.jpg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Advanced RISC Machine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First RISC microprocessor  for commercial use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Market-leader for low-power and cost-sensitive embedded applications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What is ARM?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140968"/>
            <a:ext cx="4866704" cy="3169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2706293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Developed at Acorn Computers Limited, of Cambridge, England , between 1983 and 1985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Problems with CISC: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Slower memory parts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Clock cycles per instruction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Used in: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1800" dirty="0">
                <a:cs typeface="Times New Roman" panose="02020603050405020304" pitchFamily="18" charset="0"/>
              </a:rPr>
              <a:t>Handheld devices 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1800" dirty="0">
                <a:cs typeface="Times New Roman" panose="02020603050405020304" pitchFamily="18" charset="0"/>
              </a:rPr>
              <a:t>High end applications involving complex computation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1800" dirty="0">
                <a:cs typeface="Times New Roman" panose="02020603050405020304" pitchFamily="18" charset="0"/>
              </a:rPr>
              <a:t>Robotics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1800" dirty="0">
                <a:cs typeface="Times New Roman" panose="02020603050405020304" pitchFamily="18" charset="0"/>
              </a:rPr>
              <a:t>Automation system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1800" dirty="0">
                <a:cs typeface="Times New Roman" panose="02020603050405020304" pitchFamily="18" charset="0"/>
              </a:rPr>
              <a:t>Consumer electronics</a:t>
            </a: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The History of ARM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628800"/>
            <a:ext cx="4392489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9980443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2E3B2-5A58-4AF2-B46E-4D4854E5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-apple-system"/>
              </a:rPr>
              <a:t>Fundamentals of ARM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70C9D-B6BA-4699-BCFC-CCBD790E9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Load/store architecture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 orthogonal instruction set.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Mostly single-cycle execution.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Enhanced power-saving design.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64 and 32-bit execution states for scalable high performance.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Hardware virtualization support.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532458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EF5F-9314-44C7-8F85-54F87569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-apple-system"/>
              </a:rPr>
              <a:t>Features of ARM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FEF7A-3CF7-407B-AC31-652CE4DDB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High performance, low power, small in size (ideal for embedded sys)     </a:t>
            </a:r>
          </a:p>
          <a:p>
            <a:r>
              <a:rPr lang="en-IN" sz="2400" dirty="0"/>
              <a:t>Large Register File, Small instruction set, Load-Store instructions</a:t>
            </a:r>
          </a:p>
          <a:p>
            <a:r>
              <a:rPr lang="en-IN" sz="2400" dirty="0"/>
              <a:t>Fixed length instructions, Conditional execution of instructions</a:t>
            </a:r>
          </a:p>
          <a:p>
            <a:r>
              <a:rPr lang="en-IN" sz="2400" dirty="0"/>
              <a:t>High code density, most instructions executable in single cycle</a:t>
            </a:r>
          </a:p>
          <a:p>
            <a:r>
              <a:rPr lang="en-IN" sz="2400" dirty="0"/>
              <a:t>32-bit in-line barrel shifter, built-in circuit for hardware debugging</a:t>
            </a:r>
          </a:p>
          <a:p>
            <a:r>
              <a:rPr lang="en-IN" sz="2400" dirty="0"/>
              <a:t>DSP enhanced instructions, </a:t>
            </a:r>
            <a:r>
              <a:rPr lang="en-IN" sz="2400" dirty="0" err="1"/>
              <a:t>Jazelle</a:t>
            </a:r>
            <a:r>
              <a:rPr lang="en-IN" sz="2400" dirty="0"/>
              <a:t> (Java byte code extn. 3rd state)</a:t>
            </a:r>
          </a:p>
        </p:txBody>
      </p:sp>
    </p:spTree>
    <p:extLst>
      <p:ext uri="{BB962C8B-B14F-4D97-AF65-F5344CB8AC3E}">
        <p14:creationId xmlns:p14="http://schemas.microsoft.com/office/powerpoint/2010/main" val="2526926301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F002-C56F-492A-9CA8-FBA3B6358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-apple-system"/>
              </a:rPr>
              <a:t>ARM Nomenclature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8356F5-51C3-4C04-A35F-A43B25832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2649156"/>
              </p:ext>
            </p:extLst>
          </p:nvPr>
        </p:nvGraphicFramePr>
        <p:xfrm>
          <a:off x="539552" y="1340768"/>
          <a:ext cx="8147248" cy="4278000"/>
        </p:xfrm>
        <a:graphic>
          <a:graphicData uri="http://schemas.openxmlformats.org/drawingml/2006/table">
            <a:tbl>
              <a:tblPr/>
              <a:tblGrid>
                <a:gridCol w="735122">
                  <a:extLst>
                    <a:ext uri="{9D8B030D-6E8A-4147-A177-3AD203B41FA5}">
                      <a16:colId xmlns:a16="http://schemas.microsoft.com/office/drawing/2014/main" val="675887046"/>
                    </a:ext>
                  </a:extLst>
                </a:gridCol>
                <a:gridCol w="7412126">
                  <a:extLst>
                    <a:ext uri="{9D8B030D-6E8A-4147-A177-3AD203B41FA5}">
                      <a16:colId xmlns:a16="http://schemas.microsoft.com/office/drawing/2014/main" val="4093299951"/>
                    </a:ext>
                  </a:extLst>
                </a:gridCol>
              </a:tblGrid>
              <a:tr h="125428">
                <a:tc gridSpan="2"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effectLst/>
                        </a:rPr>
                        <a:t>A R M {x}{ y}{ z} T D M I E J F S (Example: ARM7-TDMI-S)</a:t>
                      </a:r>
                    </a:p>
                    <a:p>
                      <a:pPr algn="l"/>
                      <a:endParaRPr lang="pt-BR" sz="1500" dirty="0">
                        <a:effectLst/>
                      </a:endParaRP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66527"/>
                  </a:ext>
                </a:extLst>
              </a:tr>
              <a:tr h="254680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ARM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Advanced RISC Machine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72928"/>
                  </a:ext>
                </a:extLst>
              </a:tr>
              <a:tr h="123616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x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Series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319531"/>
                  </a:ext>
                </a:extLst>
              </a:tr>
              <a:tr h="375180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y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MMU ( No. of Memory Management units present)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53377"/>
                  </a:ext>
                </a:extLst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z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Cache Memory ( in terms of KB)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079878"/>
                  </a:ext>
                </a:extLst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T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Thumb instructions Support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335222"/>
                  </a:ext>
                </a:extLst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D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Debugger ( Debugging via JTAG interface)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16618"/>
                  </a:ext>
                </a:extLst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M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Multiplier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893739"/>
                  </a:ext>
                </a:extLst>
              </a:tr>
              <a:tr h="282396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I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In-Circuit Emulator (ICE) macrocell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34263"/>
                  </a:ext>
                </a:extLst>
              </a:tr>
              <a:tr h="273644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E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Enhanced Instructions for DSP related applications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39399"/>
                  </a:ext>
                </a:extLst>
              </a:tr>
              <a:tr h="343464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J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effectLst/>
                        </a:rPr>
                        <a:t>Jazelle instructions support for JAVA Codes execution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73691"/>
                  </a:ext>
                </a:extLst>
              </a:tr>
              <a:tr h="282020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F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Floating-point unit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543949"/>
                  </a:ext>
                </a:extLst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S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Synthesizable version</a:t>
                      </a:r>
                    </a:p>
                  </a:txBody>
                  <a:tcPr marL="74196" marR="74196" marT="37098" marB="3709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9001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43393717-70B2-4EE3-BF02-2946A416D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5621320"/>
            <a:ext cx="86409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73A3C"/>
                </a:solidFill>
                <a:effectLst/>
                <a:latin typeface="-apple-system"/>
              </a:rPr>
              <a:t>Eg.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-apple-system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-apple-system"/>
              </a:rPr>
              <a:t>ARM7TDMI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-apple-system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-apple-system"/>
              </a:rPr>
              <a:t>      ARM926EJ-S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-apple-system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-apple-system"/>
              </a:rPr>
              <a:t>      ARM1136J(F)-S 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405872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E145-99C5-473A-9301-4BC6F2FF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IN" sz="3600" dirty="0"/>
              <a:t>ARM &amp; RISC DESIGN PHILOSOPHY</a:t>
            </a:r>
          </a:p>
        </p:txBody>
      </p:sp>
      <p:pic>
        <p:nvPicPr>
          <p:cNvPr id="6" name="Content Placeholder 5" descr="Graphical user interface, diagram&#10;&#10;Description automatically generated with medium confidence">
            <a:extLst>
              <a:ext uri="{FF2B5EF4-FFF2-40B4-BE49-F238E27FC236}">
                <a16:creationId xmlns:a16="http://schemas.microsoft.com/office/drawing/2014/main" id="{69349510-7E47-4EDF-B5AB-5E42B8371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382259"/>
            <a:ext cx="5688632" cy="174710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60322C-70E0-4164-A3E7-0AD1E6D8BBA9}"/>
              </a:ext>
            </a:extLst>
          </p:cNvPr>
          <p:cNvSpPr txBox="1"/>
          <p:nvPr/>
        </p:nvSpPr>
        <p:spPr>
          <a:xfrm>
            <a:off x="390364" y="768236"/>
            <a:ext cx="8646132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solidFill>
                <a:srgbClr val="373A3C"/>
              </a:solidFill>
              <a:latin typeface="-apple-system"/>
            </a:endParaRPr>
          </a:p>
          <a:p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RISC Processors: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is a design philosophy aimed at delivering simple but powerful instruction set that executes within a single cycle at high clock speed.</a:t>
            </a:r>
          </a:p>
          <a:p>
            <a:endParaRPr lang="en-US" b="0" i="0" dirty="0">
              <a:solidFill>
                <a:srgbClr val="373A3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CISC and RISC differ in complexities of their instruction sets where CISC is more complex than RISC.</a:t>
            </a:r>
          </a:p>
          <a:p>
            <a:endParaRPr lang="en-US" b="0" i="0" dirty="0">
              <a:solidFill>
                <a:srgbClr val="373A3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smaller instruction set allows a designer to implement a hardwired control unit which runs at a higher clock rate than its equivalent micro sequenced control unit.</a:t>
            </a:r>
          </a:p>
        </p:txBody>
      </p:sp>
    </p:spTree>
    <p:extLst>
      <p:ext uri="{BB962C8B-B14F-4D97-AF65-F5344CB8AC3E}">
        <p14:creationId xmlns:p14="http://schemas.microsoft.com/office/powerpoint/2010/main" val="2052824980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12BE97-D402-4A1D-87EE-8BC59A6F6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695933"/>
              </p:ext>
            </p:extLst>
          </p:nvPr>
        </p:nvGraphicFramePr>
        <p:xfrm>
          <a:off x="323528" y="308640"/>
          <a:ext cx="8519914" cy="6515040"/>
        </p:xfrm>
        <a:graphic>
          <a:graphicData uri="http://schemas.openxmlformats.org/drawingml/2006/table">
            <a:tbl>
              <a:tblPr/>
              <a:tblGrid>
                <a:gridCol w="4248472">
                  <a:extLst>
                    <a:ext uri="{9D8B030D-6E8A-4147-A177-3AD203B41FA5}">
                      <a16:colId xmlns:a16="http://schemas.microsoft.com/office/drawing/2014/main" val="314826576"/>
                    </a:ext>
                  </a:extLst>
                </a:gridCol>
                <a:gridCol w="4271442">
                  <a:extLst>
                    <a:ext uri="{9D8B030D-6E8A-4147-A177-3AD203B41FA5}">
                      <a16:colId xmlns:a16="http://schemas.microsoft.com/office/drawing/2014/main" val="1470388575"/>
                    </a:ext>
                  </a:extLst>
                </a:gridCol>
              </a:tblGrid>
              <a:tr h="30251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effectLst/>
                        </a:rPr>
                        <a:t>RISC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effectLst/>
                        </a:rPr>
                        <a:t>CISC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34028"/>
                  </a:ext>
                </a:extLst>
              </a:tr>
              <a:tr h="548638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Simple instruction taking one cycle.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  <a:p>
                      <a:r>
                        <a:rPr lang="en-US" sz="1800" dirty="0">
                          <a:effectLst/>
                        </a:rPr>
                        <a:t>Complex instruction may take one or more clock cycles.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00905"/>
                  </a:ext>
                </a:extLst>
              </a:tr>
              <a:tr h="302518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Large register file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Few registers to store data.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649458"/>
                  </a:ext>
                </a:extLst>
              </a:tr>
              <a:tr h="302518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Fewer instructions to access memory.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More instructions to access memory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275476"/>
                  </a:ext>
                </a:extLst>
              </a:tr>
              <a:tr h="302518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Few addressing modes.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More addressing modes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27068"/>
                  </a:ext>
                </a:extLst>
              </a:tr>
              <a:tr h="794757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Instruction Decoder is simple. Hardwired logic is used for the decoder.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The instruction decoder is complex. A decoder using ROM which consists microcode.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418167"/>
                  </a:ext>
                </a:extLst>
              </a:tr>
              <a:tr h="794757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Supports pipelining. </a:t>
                      </a:r>
                    </a:p>
                    <a:p>
                      <a:r>
                        <a:rPr lang="en-US" sz="1800" dirty="0">
                          <a:effectLst/>
                        </a:rPr>
                        <a:t>i.e. overlapping of fetch, decode, execute takes place.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Does not support pipelining.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764616"/>
                  </a:ext>
                </a:extLst>
              </a:tr>
              <a:tr h="302518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Fixed instruction size.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Variable instruction size.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858426"/>
                  </a:ext>
                </a:extLst>
              </a:tr>
              <a:tr h="548638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Core takes less chip area so more space for cache, MMU.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More chip area is taken by core CPU.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55686"/>
                  </a:ext>
                </a:extLst>
              </a:tr>
              <a:tr h="548638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Complexity in software. Compiler design is difficult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Complexity in Hardware.  Emphasis is on hardware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70352"/>
                  </a:ext>
                </a:extLst>
              </a:tr>
              <a:tr h="319969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Higher clock rates. So faster.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Lower clock rates. So, comparatively slower.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913041"/>
                  </a:ext>
                </a:extLst>
              </a:tr>
              <a:tr h="548638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Cache memory is present.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Cache memory is absent or unified cache is present</a:t>
                      </a:r>
                    </a:p>
                  </a:txBody>
                  <a:tcPr marL="62861" marR="62861" marT="31430" marB="31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23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861947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5"/>
          <p:cNvSpPr txBox="1">
            <a:spLocks noRot="1" noChangeArrowheads="1"/>
          </p:cNvSpPr>
          <p:nvPr/>
        </p:nvSpPr>
        <p:spPr bwMode="auto">
          <a:xfrm>
            <a:off x="251520" y="116632"/>
            <a:ext cx="86407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RISC Philosophy (Four major Rules)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27F44E0-873D-44D5-A075-4D9E431D60A7}"/>
              </a:ext>
            </a:extLst>
          </p:cNvPr>
          <p:cNvSpPr txBox="1"/>
          <p:nvPr/>
        </p:nvSpPr>
        <p:spPr>
          <a:xfrm>
            <a:off x="827485" y="908720"/>
            <a:ext cx="806479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  <a:latin typeface="-apple-system"/>
              </a:rPr>
              <a:t>Instructions:</a:t>
            </a: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Less no of instruction classes to provide simple operations that can execute in a single cycle, each instruction is a fixed length to allow the pipeline to fetch future instructions before decoding the current instruction. (Unlike CISC)</a:t>
            </a:r>
          </a:p>
          <a:p>
            <a:pPr marL="457200" indent="-457200" algn="just">
              <a:buAutoNum type="arabicPeriod"/>
            </a:pPr>
            <a:endParaRPr lang="en-US" b="0" i="0" dirty="0">
              <a:solidFill>
                <a:srgbClr val="373A3C"/>
              </a:solidFill>
              <a:effectLst/>
              <a:latin typeface="-apple-system"/>
            </a:endParaRPr>
          </a:p>
          <a:p>
            <a:pPr marL="457200" indent="-457200" algn="just"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  <a:latin typeface="-apple-system"/>
              </a:rPr>
              <a:t>Pipelines:</a:t>
            </a: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The processing of instructions is broken down into smaller units that can be executed in parallel by pipelines, instructions can be decoded in one pipeline stage.</a:t>
            </a:r>
          </a:p>
          <a:p>
            <a:pPr marL="457200" indent="-457200" algn="just">
              <a:buAutoNum type="arabicPeriod"/>
            </a:pPr>
            <a:endParaRPr lang="en-I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457200" indent="-457200" algn="just"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  <a:latin typeface="-apple-system"/>
              </a:rPr>
              <a:t>Registers:</a:t>
            </a: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RISC machines have a large general-purpose register set &amp; any register can contain either data or an address.</a:t>
            </a:r>
          </a:p>
          <a:p>
            <a:pPr marL="457200" indent="-457200" algn="just">
              <a:buAutoNum type="arabicPeriod"/>
            </a:pPr>
            <a:endParaRPr lang="en-I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457200" indent="-457200" algn="just"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  <a:latin typeface="-apple-system"/>
              </a:rPr>
              <a:t>Load-Store Architecture: </a:t>
            </a:r>
            <a:r>
              <a:rPr lang="en-US" dirty="0">
                <a:solidFill>
                  <a:srgbClr val="373A3C"/>
                </a:solidFill>
                <a:latin typeface="-apple-system"/>
              </a:rPr>
              <a:t>P</a:t>
            </a: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rocessor operates on data held in registers. Separate load and store instructions: transfer data between the register bank and external memory. Because memory accesses are costly.</a:t>
            </a:r>
          </a:p>
        </p:txBody>
      </p:sp>
    </p:spTree>
    <p:extLst>
      <p:ext uri="{BB962C8B-B14F-4D97-AF65-F5344CB8AC3E}">
        <p14:creationId xmlns:p14="http://schemas.microsoft.com/office/powerpoint/2010/main" val="242994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Increases speed – most instructions executed in single cycle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Versions: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3-stage (ARM7TDMI and earlier)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5-stage (ARMS, ARM9TDMI)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6-stage (ARM10TDMI)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Pipeline Organization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228143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80232"/>
            <a:ext cx="8229600" cy="1440656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en-US" sz="2400" dirty="0"/>
              <a:t>3-stage pipeline: Fetch – Decode - Execute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en-US" sz="2400" dirty="0"/>
              <a:t>Three-cycle latency, one instruction per cycle throughput</a:t>
            </a:r>
          </a:p>
        </p:txBody>
      </p:sp>
      <p:sp>
        <p:nvSpPr>
          <p:cNvPr id="60464" name="Text Box 48"/>
          <p:cNvSpPr txBox="1">
            <a:spLocks noChangeArrowheads="1"/>
          </p:cNvSpPr>
          <p:nvPr/>
        </p:nvSpPr>
        <p:spPr bwMode="auto">
          <a:xfrm>
            <a:off x="8027988" y="5675313"/>
            <a:ext cx="704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cycle</a:t>
            </a:r>
          </a:p>
        </p:txBody>
      </p:sp>
      <p:sp>
        <p:nvSpPr>
          <p:cNvPr id="60434" name="Rectangle 18"/>
          <p:cNvSpPr>
            <a:spLocks noChangeArrowheads="1"/>
          </p:cNvSpPr>
          <p:nvPr/>
        </p:nvSpPr>
        <p:spPr bwMode="auto">
          <a:xfrm>
            <a:off x="1365250" y="4049713"/>
            <a:ext cx="1249363" cy="4064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Fetch</a:t>
            </a:r>
          </a:p>
        </p:txBody>
      </p:sp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2611438" y="4049713"/>
            <a:ext cx="1290637" cy="406400"/>
          </a:xfrm>
          <a:prstGeom prst="rect">
            <a:avLst/>
          </a:prstGeom>
          <a:solidFill>
            <a:srgbClr val="CC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Decode</a:t>
            </a:r>
          </a:p>
        </p:txBody>
      </p:sp>
      <p:sp>
        <p:nvSpPr>
          <p:cNvPr id="60436" name="Rectangle 20"/>
          <p:cNvSpPr>
            <a:spLocks noChangeArrowheads="1"/>
          </p:cNvSpPr>
          <p:nvPr/>
        </p:nvSpPr>
        <p:spPr bwMode="auto">
          <a:xfrm>
            <a:off x="3849688" y="4049713"/>
            <a:ext cx="1290637" cy="4064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Execute</a:t>
            </a:r>
          </a:p>
        </p:txBody>
      </p:sp>
      <p:sp>
        <p:nvSpPr>
          <p:cNvPr id="60450" name="Rectangle 34"/>
          <p:cNvSpPr>
            <a:spLocks noChangeArrowheads="1"/>
          </p:cNvSpPr>
          <p:nvPr/>
        </p:nvSpPr>
        <p:spPr bwMode="auto">
          <a:xfrm>
            <a:off x="2608263" y="4733925"/>
            <a:ext cx="1270000" cy="4064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Fetch</a:t>
            </a:r>
          </a:p>
        </p:txBody>
      </p:sp>
      <p:sp>
        <p:nvSpPr>
          <p:cNvPr id="60451" name="Rectangle 35"/>
          <p:cNvSpPr>
            <a:spLocks noChangeArrowheads="1"/>
          </p:cNvSpPr>
          <p:nvPr/>
        </p:nvSpPr>
        <p:spPr bwMode="auto">
          <a:xfrm>
            <a:off x="3873500" y="4733925"/>
            <a:ext cx="1271588" cy="406400"/>
          </a:xfrm>
          <a:prstGeom prst="rect">
            <a:avLst/>
          </a:prstGeom>
          <a:solidFill>
            <a:srgbClr val="CC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Decode</a:t>
            </a: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5140325" y="4733925"/>
            <a:ext cx="1271588" cy="4064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Execute</a:t>
            </a:r>
          </a:p>
        </p:txBody>
      </p:sp>
      <p:sp>
        <p:nvSpPr>
          <p:cNvPr id="60454" name="Rectangle 38"/>
          <p:cNvSpPr>
            <a:spLocks noChangeArrowheads="1"/>
          </p:cNvSpPr>
          <p:nvPr/>
        </p:nvSpPr>
        <p:spPr bwMode="auto">
          <a:xfrm>
            <a:off x="3849688" y="5360988"/>
            <a:ext cx="1293812" cy="4064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Fetch</a:t>
            </a:r>
          </a:p>
        </p:txBody>
      </p:sp>
      <p:sp>
        <p:nvSpPr>
          <p:cNvPr id="60455" name="Rectangle 39"/>
          <p:cNvSpPr>
            <a:spLocks noChangeArrowheads="1"/>
          </p:cNvSpPr>
          <p:nvPr/>
        </p:nvSpPr>
        <p:spPr bwMode="auto">
          <a:xfrm>
            <a:off x="5135563" y="5360988"/>
            <a:ext cx="1265237" cy="406400"/>
          </a:xfrm>
          <a:prstGeom prst="rect">
            <a:avLst/>
          </a:prstGeom>
          <a:solidFill>
            <a:srgbClr val="CC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Decode</a:t>
            </a:r>
          </a:p>
        </p:txBody>
      </p:sp>
      <p:sp>
        <p:nvSpPr>
          <p:cNvPr id="60456" name="Rectangle 40"/>
          <p:cNvSpPr>
            <a:spLocks noChangeArrowheads="1"/>
          </p:cNvSpPr>
          <p:nvPr/>
        </p:nvSpPr>
        <p:spPr bwMode="auto">
          <a:xfrm>
            <a:off x="6394450" y="5368925"/>
            <a:ext cx="1249363" cy="4064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charset="0"/>
              </a:rPr>
              <a:t>Execute</a:t>
            </a:r>
          </a:p>
        </p:txBody>
      </p:sp>
      <p:sp>
        <p:nvSpPr>
          <p:cNvPr id="60458" name="Line 42"/>
          <p:cNvSpPr>
            <a:spLocks noChangeShapeType="1"/>
          </p:cNvSpPr>
          <p:nvPr/>
        </p:nvSpPr>
        <p:spPr bwMode="auto">
          <a:xfrm flipV="1">
            <a:off x="942975" y="3197225"/>
            <a:ext cx="0" cy="31115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60462" name="Line 46"/>
          <p:cNvSpPr>
            <a:spLocks noChangeShapeType="1"/>
          </p:cNvSpPr>
          <p:nvPr/>
        </p:nvSpPr>
        <p:spPr bwMode="auto">
          <a:xfrm>
            <a:off x="942975" y="6308725"/>
            <a:ext cx="7661275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60463" name="Text Box 47"/>
          <p:cNvSpPr txBox="1">
            <a:spLocks noChangeArrowheads="1"/>
          </p:cNvSpPr>
          <p:nvPr/>
        </p:nvSpPr>
        <p:spPr bwMode="auto">
          <a:xfrm>
            <a:off x="452438" y="3278188"/>
            <a:ext cx="288925" cy="311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instruction</a:t>
            </a:r>
          </a:p>
        </p:txBody>
      </p:sp>
      <p:sp>
        <p:nvSpPr>
          <p:cNvPr id="60465" name="Line 49"/>
          <p:cNvSpPr>
            <a:spLocks noChangeShapeType="1"/>
          </p:cNvSpPr>
          <p:nvPr/>
        </p:nvSpPr>
        <p:spPr bwMode="auto">
          <a:xfrm>
            <a:off x="2608263" y="3465513"/>
            <a:ext cx="4762" cy="3074987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60468" name="Line 52"/>
          <p:cNvSpPr>
            <a:spLocks noChangeShapeType="1"/>
          </p:cNvSpPr>
          <p:nvPr/>
        </p:nvSpPr>
        <p:spPr bwMode="auto">
          <a:xfrm flipH="1">
            <a:off x="3822700" y="3475038"/>
            <a:ext cx="36513" cy="3065462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60470" name="Line 54"/>
          <p:cNvSpPr>
            <a:spLocks noChangeShapeType="1"/>
          </p:cNvSpPr>
          <p:nvPr/>
        </p:nvSpPr>
        <p:spPr bwMode="auto">
          <a:xfrm>
            <a:off x="5126038" y="3475038"/>
            <a:ext cx="22225" cy="3122612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60471" name="Line 55"/>
          <p:cNvSpPr>
            <a:spLocks noChangeShapeType="1"/>
          </p:cNvSpPr>
          <p:nvPr/>
        </p:nvSpPr>
        <p:spPr bwMode="auto">
          <a:xfrm>
            <a:off x="6408738" y="3482975"/>
            <a:ext cx="6350" cy="3114675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60472" name="Line 56"/>
          <p:cNvSpPr>
            <a:spLocks noChangeShapeType="1"/>
          </p:cNvSpPr>
          <p:nvPr/>
        </p:nvSpPr>
        <p:spPr bwMode="auto">
          <a:xfrm>
            <a:off x="1346200" y="3486150"/>
            <a:ext cx="0" cy="3054350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60473" name="Text Box 57"/>
          <p:cNvSpPr txBox="1">
            <a:spLocks noChangeArrowheads="1"/>
          </p:cNvSpPr>
          <p:nvPr/>
        </p:nvSpPr>
        <p:spPr bwMode="auto">
          <a:xfrm>
            <a:off x="1806575" y="6308725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t</a:t>
            </a:r>
          </a:p>
        </p:txBody>
      </p:sp>
      <p:sp>
        <p:nvSpPr>
          <p:cNvPr id="60474" name="Text Box 58"/>
          <p:cNvSpPr txBox="1">
            <a:spLocks noChangeArrowheads="1"/>
          </p:cNvSpPr>
          <p:nvPr/>
        </p:nvSpPr>
        <p:spPr bwMode="auto">
          <a:xfrm>
            <a:off x="3009900" y="6308725"/>
            <a:ext cx="50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t+1</a:t>
            </a:r>
          </a:p>
        </p:txBody>
      </p:sp>
      <p:sp>
        <p:nvSpPr>
          <p:cNvPr id="60475" name="Text Box 59"/>
          <p:cNvSpPr txBox="1">
            <a:spLocks noChangeArrowheads="1"/>
          </p:cNvSpPr>
          <p:nvPr/>
        </p:nvSpPr>
        <p:spPr bwMode="auto">
          <a:xfrm>
            <a:off x="4173538" y="6308725"/>
            <a:ext cx="50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t+2</a:t>
            </a:r>
          </a:p>
        </p:txBody>
      </p:sp>
      <p:sp>
        <p:nvSpPr>
          <p:cNvPr id="60476" name="Text Box 60"/>
          <p:cNvSpPr txBox="1">
            <a:spLocks noChangeArrowheads="1"/>
          </p:cNvSpPr>
          <p:nvPr/>
        </p:nvSpPr>
        <p:spPr bwMode="auto">
          <a:xfrm>
            <a:off x="5386388" y="6308725"/>
            <a:ext cx="50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t+3</a:t>
            </a:r>
          </a:p>
        </p:txBody>
      </p:sp>
      <p:sp>
        <p:nvSpPr>
          <p:cNvPr id="60477" name="Text Box 61"/>
          <p:cNvSpPr txBox="1">
            <a:spLocks noChangeArrowheads="1"/>
          </p:cNvSpPr>
          <p:nvPr/>
        </p:nvSpPr>
        <p:spPr bwMode="auto">
          <a:xfrm>
            <a:off x="6761163" y="6308725"/>
            <a:ext cx="508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t+4</a:t>
            </a:r>
          </a:p>
        </p:txBody>
      </p:sp>
      <p:sp>
        <p:nvSpPr>
          <p:cNvPr id="60481" name="Text Box 65"/>
          <p:cNvSpPr txBox="1">
            <a:spLocks noChangeArrowheads="1"/>
          </p:cNvSpPr>
          <p:nvPr/>
        </p:nvSpPr>
        <p:spPr bwMode="auto">
          <a:xfrm>
            <a:off x="1025525" y="3989388"/>
            <a:ext cx="234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Arial" charset="0"/>
              </a:rPr>
              <a:t>i</a:t>
            </a:r>
            <a:endParaRPr lang="en-US" altLang="en-US" sz="1800" dirty="0">
              <a:latin typeface="Arial" charset="0"/>
            </a:endParaRPr>
          </a:p>
        </p:txBody>
      </p:sp>
      <p:sp>
        <p:nvSpPr>
          <p:cNvPr id="60482" name="Text Box 66"/>
          <p:cNvSpPr txBox="1">
            <a:spLocks noChangeArrowheads="1"/>
          </p:cNvSpPr>
          <p:nvPr/>
        </p:nvSpPr>
        <p:spPr bwMode="auto">
          <a:xfrm>
            <a:off x="2006600" y="4776788"/>
            <a:ext cx="495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i+1</a:t>
            </a:r>
          </a:p>
        </p:txBody>
      </p:sp>
      <p:sp>
        <p:nvSpPr>
          <p:cNvPr id="60483" name="Text Box 67"/>
          <p:cNvSpPr txBox="1">
            <a:spLocks noChangeArrowheads="1"/>
          </p:cNvSpPr>
          <p:nvPr/>
        </p:nvSpPr>
        <p:spPr bwMode="auto">
          <a:xfrm>
            <a:off x="3044825" y="5410200"/>
            <a:ext cx="49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i+2</a:t>
            </a:r>
          </a:p>
        </p:txBody>
      </p:sp>
      <p:sp>
        <p:nvSpPr>
          <p:cNvPr id="31" name="Rectangle 5"/>
          <p:cNvSpPr txBox="1">
            <a:spLocks noRot="1" noChangeArrowheads="1"/>
          </p:cNvSpPr>
          <p:nvPr/>
        </p:nvSpPr>
        <p:spPr bwMode="auto">
          <a:xfrm>
            <a:off x="251520" y="116632"/>
            <a:ext cx="86407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4000" b="1">
                <a:solidFill>
                  <a:srgbClr val="FF0000"/>
                </a:solidFill>
              </a:rPr>
              <a:t>Pipeline Organization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0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0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4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5" presetID="4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0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0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0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0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0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4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0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0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0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0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64" grpId="0"/>
      <p:bldP spid="60434" grpId="0" animBg="1"/>
      <p:bldP spid="60435" grpId="0" animBg="1"/>
      <p:bldP spid="60436" grpId="0" animBg="1"/>
      <p:bldP spid="60450" grpId="0" animBg="1"/>
      <p:bldP spid="60451" grpId="0" animBg="1"/>
      <p:bldP spid="60452" grpId="0" animBg="1"/>
      <p:bldP spid="60454" grpId="0" animBg="1"/>
      <p:bldP spid="60455" grpId="0" animBg="1"/>
      <p:bldP spid="60456" grpId="0" animBg="1"/>
      <p:bldP spid="60458" grpId="0" animBg="1"/>
      <p:bldP spid="60462" grpId="0" animBg="1"/>
      <p:bldP spid="60463" grpId="0"/>
      <p:bldP spid="60465" grpId="0" animBg="1"/>
      <p:bldP spid="60468" grpId="0" animBg="1"/>
      <p:bldP spid="60470" grpId="0" animBg="1"/>
      <p:bldP spid="60471" grpId="0" animBg="1"/>
      <p:bldP spid="60472" grpId="0" animBg="1"/>
      <p:bldP spid="60473" grpId="0"/>
      <p:bldP spid="60474" grpId="0"/>
      <p:bldP spid="60475" grpId="0"/>
      <p:bldP spid="60476" grpId="0"/>
      <p:bldP spid="60477" grpId="0"/>
      <p:bldP spid="60481" grpId="0"/>
      <p:bldP spid="60482" grpId="0"/>
      <p:bldP spid="604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6713" y="1585913"/>
            <a:ext cx="5127625" cy="45339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3200" b="1" u="sng" dirty="0"/>
              <a:t>5-stage pipeline: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Reduces work per cycle =</a:t>
            </a:r>
            <a:r>
              <a:rPr lang="en-US" altLang="en-US" sz="2400" dirty="0">
                <a:sym typeface="Symbol" pitchFamily="18" charset="2"/>
              </a:rPr>
              <a:t>&gt;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itchFamily="18" charset="2"/>
              </a:rPr>
              <a:t>allows higher clock frequency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Symbol" pitchFamily="18" charset="2"/>
              </a:rPr>
              <a:t>Separates data and instruction memory =&gt;</a:t>
            </a:r>
            <a:r>
              <a:rPr lang="en-US" altLang="en-US" sz="2400" dirty="0"/>
              <a:t> reduction of CPI          (average number of clock Cycles Per Instruction)</a:t>
            </a:r>
          </a:p>
        </p:txBody>
      </p:sp>
      <p:sp>
        <p:nvSpPr>
          <p:cNvPr id="66571" name="Rectangle 11"/>
          <p:cNvSpPr>
            <a:spLocks noGrp="1" noChangeArrowheads="1"/>
          </p:cNvSpPr>
          <p:nvPr>
            <p:ph sz="half" idx="2"/>
          </p:nvPr>
        </p:nvSpPr>
        <p:spPr>
          <a:xfrm>
            <a:off x="5105400" y="1585913"/>
            <a:ext cx="4038600" cy="4533900"/>
          </a:xfrm>
        </p:spPr>
        <p:txBody>
          <a:bodyPr/>
          <a:lstStyle/>
          <a:p>
            <a:pPr eaLnBrk="1" hangingPunct="1"/>
            <a:r>
              <a:rPr lang="en-US" altLang="en-US" dirty="0"/>
              <a:t>Stages:</a:t>
            </a: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6988175" y="5200650"/>
            <a:ext cx="1727200" cy="576263"/>
          </a:xfrm>
          <a:prstGeom prst="rect">
            <a:avLst/>
          </a:prstGeom>
          <a:solidFill>
            <a:schemeClr val="bg1"/>
          </a:solidFill>
          <a:ln w="9525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FF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Write-back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6584950" y="4508500"/>
            <a:ext cx="1727200" cy="576263"/>
          </a:xfrm>
          <a:prstGeom prst="rect">
            <a:avLst/>
          </a:prstGeom>
          <a:solidFill>
            <a:schemeClr val="bg1"/>
          </a:solidFill>
          <a:ln w="9525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Buffer/data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6297613" y="3817938"/>
            <a:ext cx="1727200" cy="576262"/>
          </a:xfrm>
          <a:prstGeom prst="rect">
            <a:avLst/>
          </a:prstGeom>
          <a:solidFill>
            <a:schemeClr val="bg1"/>
          </a:solidFill>
          <a:ln w="9525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Execute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5951538" y="3127375"/>
            <a:ext cx="1728787" cy="576263"/>
          </a:xfrm>
          <a:prstGeom prst="rect">
            <a:avLst/>
          </a:prstGeom>
          <a:solidFill>
            <a:schemeClr val="bg1"/>
          </a:solidFill>
          <a:ln w="9525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r>
              <a:rPr lang="en-US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Decode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5778500" y="2435225"/>
            <a:ext cx="1727200" cy="576263"/>
          </a:xfrm>
          <a:prstGeom prst="rect">
            <a:avLst/>
          </a:prstGeom>
          <a:solidFill>
            <a:schemeClr val="bg1"/>
          </a:solidFill>
          <a:ln w="9525" algn="ctr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r>
              <a:rPr lang="en-US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Fetch</a:t>
            </a:r>
          </a:p>
        </p:txBody>
      </p:sp>
      <p:sp>
        <p:nvSpPr>
          <p:cNvPr id="10" name="Rectangle 5"/>
          <p:cNvSpPr txBox="1">
            <a:spLocks noRot="1" noChangeArrowheads="1"/>
          </p:cNvSpPr>
          <p:nvPr/>
        </p:nvSpPr>
        <p:spPr bwMode="auto">
          <a:xfrm>
            <a:off x="251520" y="116632"/>
            <a:ext cx="86407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Pipeline Organization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96022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1" grpId="0" build="p"/>
      <p:bldP spid="66568" grpId="0" animBg="1"/>
      <p:bldP spid="66567" grpId="0" animBg="1"/>
      <p:bldP spid="66566" grpId="0" animBg="1"/>
      <p:bldP spid="66565" grpId="0" animBg="1"/>
      <p:bldP spid="665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Pipeline Organization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20" y="1643183"/>
            <a:ext cx="4577421" cy="80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66" y="3083358"/>
            <a:ext cx="7225786" cy="748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89" y="4843342"/>
            <a:ext cx="8561693" cy="774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7060341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24E8-A0B5-44B6-A7EC-0F53E7397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45" y="0"/>
            <a:ext cx="8229600" cy="548680"/>
          </a:xfrm>
        </p:spPr>
        <p:txBody>
          <a:bodyPr/>
          <a:lstStyle/>
          <a:p>
            <a:pPr algn="l"/>
            <a:r>
              <a:rPr lang="en-IN" dirty="0"/>
              <a:t>ARM7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3C9C-258E-4D9D-9390-F8A01D027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976664"/>
          </a:xfrm>
        </p:spPr>
        <p:txBody>
          <a:bodyPr/>
          <a:lstStyle/>
          <a:p>
            <a:pPr marL="0" indent="0" algn="l">
              <a:buNone/>
            </a:pPr>
            <a:endParaRPr lang="en-US" sz="1600" dirty="0">
              <a:solidFill>
                <a:srgbClr val="373A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ARM instructions are 32-bit long &amp; stored word aligned.</a:t>
            </a:r>
          </a:p>
          <a:p>
            <a:pPr algn="l">
              <a:buFont typeface="+mj-lt"/>
              <a:buAutoNum type="arabicPeriod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ARM processor like all RISC processors is a Load Store architecture, Von-Neuman Architecture (same program + data memory).</a:t>
            </a:r>
          </a:p>
          <a:p>
            <a:pPr algn="l">
              <a:buFont typeface="+mj-lt"/>
              <a:buAutoNum type="arabicPeriod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ARM has two special instructions types for transferring data in &amp; data out of processor.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Load Instruction = Copy data from memory to registers in the core.</a:t>
            </a:r>
          </a:p>
          <a:p>
            <a:pPr marL="914400" lvl="2" indent="0" algn="l">
              <a:buNone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(Registers in the processor core &lt;----Memory)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Store Instruction = Copy data from registers to memory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(Registers in processor core ----&gt; Memory)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solidFill>
                  <a:srgbClr val="373A3C"/>
                </a:solidFill>
                <a:effectLst/>
                <a:latin typeface="-apple-system"/>
              </a:rPr>
              <a:t>There are no data processing instructions that are directly manipulate data in memory (Hence Data processing is carried out only in registers).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solidFill>
                  <a:srgbClr val="373A3C"/>
                </a:solidFill>
                <a:effectLst/>
                <a:latin typeface="-apple-system"/>
              </a:rPr>
              <a:t>ARM core is a 32-bit bit processor most instructions treat the registers ad holding signed or unsigned 32-bit value.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solidFill>
                  <a:srgbClr val="373A3C"/>
                </a:solidFill>
                <a:effectLst/>
                <a:latin typeface="-apple-system"/>
              </a:rPr>
              <a:t>Data Types</a:t>
            </a:r>
          </a:p>
          <a:p>
            <a:pPr marL="0" indent="0" algn="l">
              <a:buNone/>
            </a:pPr>
            <a:r>
              <a:rPr lang="en-US" sz="2000" b="0" i="0" dirty="0">
                <a:solidFill>
                  <a:srgbClr val="373A3C"/>
                </a:solidFill>
                <a:effectLst/>
                <a:latin typeface="-apple-system"/>
              </a:rPr>
              <a:t>Word – 32-bit, Halfword – 16-bit, Byte – 8-bit</a:t>
            </a:r>
          </a:p>
        </p:txBody>
      </p:sp>
    </p:spTree>
    <p:extLst>
      <p:ext uri="{BB962C8B-B14F-4D97-AF65-F5344CB8AC3E}">
        <p14:creationId xmlns:p14="http://schemas.microsoft.com/office/powerpoint/2010/main" val="3171500182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A01E-0458-406C-82BB-872DF2CB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ARM7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750F4-92C4-41DF-80F9-ED97E938A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3 stage Pipelin</a:t>
            </a:r>
            <a:r>
              <a:rPr lang="en-US" sz="2800" dirty="0">
                <a:solidFill>
                  <a:srgbClr val="373A3C"/>
                </a:solidFill>
                <a:latin typeface="-apple-system"/>
              </a:rPr>
              <a:t>e </a:t>
            </a: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(Fetch, Decode, Execute)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Operating frequency: 80 MHz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Power </a:t>
            </a:r>
            <a:r>
              <a:rPr lang="en-US" sz="28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Consumption</a:t>
            </a: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: 0.06  </a:t>
            </a:r>
            <a:r>
              <a:rPr lang="en-US" sz="2800" b="0" i="0" dirty="0" err="1">
                <a:solidFill>
                  <a:srgbClr val="373A3C"/>
                </a:solidFill>
                <a:effectLst/>
                <a:latin typeface="-apple-system"/>
              </a:rPr>
              <a:t>mW</a:t>
            </a: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/</a:t>
            </a:r>
            <a:r>
              <a:rPr lang="en-US" sz="2800" b="0" i="0" dirty="0" err="1">
                <a:solidFill>
                  <a:srgbClr val="373A3C"/>
                </a:solidFill>
                <a:effectLst/>
                <a:latin typeface="-apple-system"/>
              </a:rPr>
              <a:t>MHz.</a:t>
            </a:r>
            <a:endParaRPr lang="en-US" sz="2800" dirty="0">
              <a:solidFill>
                <a:srgbClr val="373A3C"/>
              </a:solidFill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MIPS is 0.97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73A3C"/>
                </a:solidFill>
                <a:latin typeface="-apple-system"/>
              </a:rPr>
              <a:t>Available in </a:t>
            </a: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Von-Neumann Architecture.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73A3C"/>
                </a:solidFill>
                <a:latin typeface="-apple-system"/>
              </a:rPr>
              <a:t>Supports both 16- &amp; 32-bit instruction set. </a:t>
            </a:r>
            <a:endParaRPr lang="en-US" sz="2800" b="0" i="0" dirty="0">
              <a:solidFill>
                <a:srgbClr val="373A3C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2800" b="0" i="0" dirty="0">
                <a:solidFill>
                  <a:srgbClr val="373A3C"/>
                </a:solidFill>
                <a:effectLst/>
                <a:latin typeface="-apple-system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440859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Typical RISC architecture: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Large uniform register file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Load/store architecture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Simple addressing modes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Uniform and fixed-length instruction fields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Enhancements: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Each instruction controls the ALU and shifter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Auto-increment and auto-decrement addressing modes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Multiple Load/Store</a:t>
            </a:r>
          </a:p>
          <a:p>
            <a:pPr lvl="2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/>
              <a:t>Conditional execution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ARM Architecture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871439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marL="274320" indent="-27432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400" dirty="0"/>
              <a:t>Current low-end ARM core for applications like digital mobile phones</a:t>
            </a:r>
          </a:p>
          <a:p>
            <a:pPr marL="274320" indent="-27432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400" dirty="0"/>
              <a:t>TDMI</a:t>
            </a:r>
          </a:p>
          <a:p>
            <a:pPr marL="548640" lvl="1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000" b="1" dirty="0">
                <a:solidFill>
                  <a:srgbClr val="009900"/>
                </a:solidFill>
              </a:rPr>
              <a:t>T</a:t>
            </a:r>
            <a:r>
              <a:rPr lang="en-US" altLang="zh-TW" sz="2000" dirty="0"/>
              <a:t>: Thumb, 16-bit instruction set</a:t>
            </a:r>
          </a:p>
          <a:p>
            <a:pPr marL="548640" lvl="1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000" b="1" dirty="0">
                <a:solidFill>
                  <a:srgbClr val="009900"/>
                </a:solidFill>
              </a:rPr>
              <a:t>D</a:t>
            </a:r>
            <a:r>
              <a:rPr lang="en-US" altLang="zh-TW" sz="2000" dirty="0"/>
              <a:t>: on-chip Debug support, enabling the processor to halt in response to a debug request</a:t>
            </a:r>
          </a:p>
          <a:p>
            <a:pPr marL="548640" lvl="1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000" b="1" dirty="0">
                <a:solidFill>
                  <a:srgbClr val="009900"/>
                </a:solidFill>
              </a:rPr>
              <a:t>M</a:t>
            </a:r>
            <a:r>
              <a:rPr lang="en-US" altLang="zh-TW" sz="2000" dirty="0"/>
              <a:t>: enhanced Multiplier, yield a full 64-bit result, high performance </a:t>
            </a:r>
          </a:p>
          <a:p>
            <a:pPr marL="548640" lvl="1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000" b="1" dirty="0">
                <a:solidFill>
                  <a:srgbClr val="009900"/>
                </a:solidFill>
              </a:rPr>
              <a:t>I</a:t>
            </a:r>
            <a:r>
              <a:rPr lang="en-US" altLang="zh-TW" sz="2000" dirty="0"/>
              <a:t>: Embedded ICE hardware</a:t>
            </a:r>
          </a:p>
          <a:p>
            <a:pPr marL="274320" indent="-27432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400" dirty="0"/>
              <a:t>Von Neumann architecture</a:t>
            </a:r>
          </a:p>
          <a:p>
            <a:pPr marL="274320" indent="-27432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400" dirty="0"/>
              <a:t>3-stage pipeline</a:t>
            </a:r>
          </a:p>
          <a:p>
            <a:pPr marL="274320" indent="-27432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 pitchFamily="18" charset="2"/>
              <a:buNone/>
              <a:defRPr/>
            </a:pPr>
            <a:endParaRPr lang="en-US" altLang="zh-TW" sz="2400" dirty="0"/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en-US" sz="2400" dirty="0"/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ARM Architecture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481916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IN" altLang="en-US" sz="4000" b="1" dirty="0">
                <a:solidFill>
                  <a:srgbClr val="FF0000"/>
                </a:solidFill>
              </a:rPr>
              <a:t>ARM architecture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7545" y="908720"/>
            <a:ext cx="8424738" cy="54726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548289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Date Flow Model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476698"/>
            <a:ext cx="4181385" cy="5408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FEC052-366B-46D2-A281-E443D96F32F1}"/>
              </a:ext>
            </a:extLst>
          </p:cNvPr>
          <p:cNvSpPr txBox="1"/>
          <p:nvPr/>
        </p:nvSpPr>
        <p:spPr>
          <a:xfrm>
            <a:off x="251520" y="836712"/>
            <a:ext cx="87849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When an instruction is decoded inside the ARM core and how a particular instruction is executed by interacting with the internal registers file and then send result out of the registers.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30586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The ARM is a 32-bit architecture.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When used in relation to the ARM: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b="1" dirty="0"/>
              <a:t>Byte</a:t>
            </a:r>
            <a:r>
              <a:rPr lang="en-US" altLang="en-US" sz="2400" dirty="0"/>
              <a:t> means 8 bits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b="1" dirty="0"/>
              <a:t>Half word</a:t>
            </a:r>
            <a:r>
              <a:rPr lang="en-US" altLang="en-US" sz="2400" dirty="0"/>
              <a:t> means 16 bits (two bytes)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b="1" dirty="0"/>
              <a:t>Word</a:t>
            </a:r>
            <a:r>
              <a:rPr lang="en-US" altLang="en-US" sz="2400" dirty="0"/>
              <a:t> means 32 bits (four bytes)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Most ARM’s implement two instruction sets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32-bit ARM Instruction Set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16-bit Thumb Instruction Set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400" dirty="0"/>
              <a:t>Jazelle cores can also execute Java byte code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endParaRPr lang="en-IN" altLang="en-US" sz="2400" dirty="0"/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Data Sizes and Instruction Sets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21185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405" y="764704"/>
            <a:ext cx="8929091" cy="5688632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31 general-purpose 32-bit registers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Others speed up the exception process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16 Data registers (R0-R15) &amp; one status register  (CPSR)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R0 to  R13 are </a:t>
            </a:r>
            <a:r>
              <a:rPr lang="en-US" sz="180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orthogonal general-purpose register.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Orthogonal means, any instruction that you can apply to </a:t>
            </a:r>
            <a:r>
              <a:rPr lang="en-US" sz="1800" b="0" i="0" dirty="0" err="1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r>
              <a:rPr lang="en-US" sz="18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can equally be applied to any of the other register.</a:t>
            </a:r>
          </a:p>
          <a:p>
            <a:pPr marL="457200" lvl="1" indent="0" algn="l">
              <a:buNone/>
            </a:pPr>
            <a:r>
              <a:rPr lang="en-US" sz="1800" b="0" i="0" dirty="0" err="1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sz="18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 	ADD </a:t>
            </a:r>
            <a:r>
              <a:rPr lang="en-US" sz="1800" b="0" i="0" dirty="0" err="1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r>
              <a:rPr lang="en-US" sz="18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r1, r2</a:t>
            </a:r>
          </a:p>
          <a:p>
            <a:pPr marL="457200" lvl="1" indent="0" algn="l">
              <a:buNone/>
            </a:pPr>
            <a:r>
              <a:rPr lang="en-US" sz="18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	ADD r5, r6, r7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R13 (stack pointer) and stores the top of the stack in the current processor mode.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R14(LR) Link Register where the core puts the return address on executing a subroutine.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R15(PC) Program counter stores the address of next instruction to be executed.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ARM state all ARM instruction  are 32-bits wide.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Thumb state all instructions are 16-bit wide.</a:t>
            </a: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576064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ARM</a:t>
            </a:r>
            <a:r>
              <a:rPr lang="en-US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Registers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024421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Seven operating modes: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/>
              <a:t>User (Non-Privileged): Only allows read access to the control field in CPSR 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/>
              <a:t>Privileged: Allow full read and write access of CPSR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en-US" sz="2000" dirty="0"/>
              <a:t>System (version 4 and above)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en-US" sz="2000" dirty="0"/>
              <a:t>FIQ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en-US" sz="2000" dirty="0"/>
              <a:t>IRQ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en-US" sz="2000" dirty="0"/>
              <a:t>Abort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en-US" sz="2000" dirty="0"/>
              <a:t>Undefined 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en-US" sz="2000" dirty="0"/>
              <a:t>Supervisor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endParaRPr lang="en-US" altLang="en-US" sz="2800" i="1" dirty="0"/>
          </a:p>
          <a:p>
            <a:pPr lvl="1" eaLnBrk="1" hangingPunct="1">
              <a:buFont typeface="Wingdings" pitchFamily="2" charset="2"/>
              <a:buNone/>
            </a:pPr>
            <a:endParaRPr lang="en-US" altLang="en-US" sz="2400" dirty="0"/>
          </a:p>
          <a:p>
            <a:pPr algn="just" eaLnBrk="1" hangingPunct="1">
              <a:lnSpc>
                <a:spcPct val="150000"/>
              </a:lnSpc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Operating Modes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8" name="Group 71"/>
          <p:cNvGrpSpPr>
            <a:grpSpLocks/>
          </p:cNvGrpSpPr>
          <p:nvPr/>
        </p:nvGrpSpPr>
        <p:grpSpPr bwMode="auto">
          <a:xfrm>
            <a:off x="2483768" y="3212976"/>
            <a:ext cx="4038600" cy="2209800"/>
            <a:chOff x="1824" y="2352"/>
            <a:chExt cx="2544" cy="1392"/>
          </a:xfrm>
        </p:grpSpPr>
        <p:sp>
          <p:nvSpPr>
            <p:cNvPr id="10" name="AutoShape 67"/>
            <p:cNvSpPr>
              <a:spLocks/>
            </p:cNvSpPr>
            <p:nvPr/>
          </p:nvSpPr>
          <p:spPr bwMode="auto">
            <a:xfrm>
              <a:off x="1824" y="2352"/>
              <a:ext cx="288" cy="1392"/>
            </a:xfrm>
            <a:prstGeom prst="rightBrace">
              <a:avLst>
                <a:gd name="adj1" fmla="val 40278"/>
                <a:gd name="adj2" fmla="val 50000"/>
              </a:avLst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IN" altLang="en-US" sz="1800">
                <a:latin typeface="Arial" charset="0"/>
              </a:endParaRPr>
            </a:p>
          </p:txBody>
        </p:sp>
        <p:sp>
          <p:nvSpPr>
            <p:cNvPr id="11" name="Text Box 68"/>
            <p:cNvSpPr txBox="1">
              <a:spLocks noChangeArrowheads="1"/>
            </p:cNvSpPr>
            <p:nvPr/>
          </p:nvSpPr>
          <p:spPr bwMode="auto">
            <a:xfrm>
              <a:off x="2304" y="2880"/>
              <a:ext cx="20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2" name="Rectangle 69"/>
            <p:cNvSpPr>
              <a:spLocks noChangeArrowheads="1"/>
            </p:cNvSpPr>
            <p:nvPr/>
          </p:nvSpPr>
          <p:spPr bwMode="auto">
            <a:xfrm>
              <a:off x="2160" y="2880"/>
              <a:ext cx="2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en-US" altLang="en-US" sz="2400" b="1" i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exception modes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664749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Operating Modes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algn="ctr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sz="2400" u="sng" dirty="0"/>
              <a:t>User mode</a:t>
            </a:r>
            <a:endParaRPr lang="en-US" altLang="en-US" sz="2400" dirty="0"/>
          </a:p>
          <a:p>
            <a:pPr lvl="1" eaLnBrk="1" hangingPunct="1">
              <a:spcBef>
                <a:spcPct val="80000"/>
              </a:spcBef>
            </a:pPr>
            <a:r>
              <a:rPr lang="en-US" altLang="en-US" sz="2400" dirty="0"/>
              <a:t>Normal program execution mode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/>
              <a:t>System resources unavailable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/>
              <a:t>Mode changed 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en-US" sz="2400" dirty="0"/>
              <a:t>	by exception only</a:t>
            </a:r>
          </a:p>
        </p:txBody>
      </p:sp>
      <p:sp>
        <p:nvSpPr>
          <p:cNvPr id="14" name="Rectangle 4"/>
          <p:cNvSpPr txBox="1">
            <a:spLocks noChangeArrowheads="1"/>
          </p:cNvSpPr>
          <p:nvPr/>
        </p:nvSpPr>
        <p:spPr>
          <a:xfrm>
            <a:off x="4648200" y="1600200"/>
            <a:ext cx="4302125" cy="45339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80000"/>
              </a:spcBef>
              <a:buFont typeface="Wingdings" pitchFamily="2" charset="2"/>
              <a:buNone/>
            </a:pPr>
            <a:r>
              <a:rPr lang="en-US" altLang="en-US" sz="2400" u="sng" dirty="0"/>
              <a:t>Exception mode</a:t>
            </a:r>
            <a:endParaRPr lang="en-US" altLang="en-US" sz="2400" dirty="0"/>
          </a:p>
          <a:p>
            <a:pPr lvl="1" eaLnBrk="1" hangingPunct="1">
              <a:spcBef>
                <a:spcPct val="80000"/>
              </a:spcBef>
            </a:pPr>
            <a:r>
              <a:rPr lang="en-US" altLang="en-US" sz="2400" dirty="0"/>
              <a:t>Entered 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en-US" sz="2400" dirty="0"/>
              <a:t>	upon exception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/>
              <a:t>Full access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en-US" sz="2400" dirty="0"/>
              <a:t>	to system resources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/>
              <a:t>Mode changed freely</a:t>
            </a:r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69360224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en-US" altLang="en-US" sz="2400" dirty="0"/>
              <a:t>The ARM has seven basic operating modes: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/>
            </a:pPr>
            <a:r>
              <a:rPr lang="en-US" altLang="en-US" sz="2400" b="1" dirty="0"/>
              <a:t>User</a:t>
            </a:r>
            <a:r>
              <a:rPr lang="en-US" altLang="en-US" sz="2400" dirty="0"/>
              <a:t> : unprivileged mode under which most tasks run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/>
            </a:pPr>
            <a:r>
              <a:rPr lang="en-US" altLang="en-US" sz="2400" b="1" dirty="0"/>
              <a:t>FIQ</a:t>
            </a:r>
            <a:r>
              <a:rPr lang="en-US" altLang="en-US" sz="2400" dirty="0"/>
              <a:t> : entered when a high priority (fast) interrupt is raised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/>
            </a:pPr>
            <a:r>
              <a:rPr lang="en-US" altLang="en-US" sz="2400" b="1" dirty="0"/>
              <a:t>IRQ</a:t>
            </a:r>
            <a:r>
              <a:rPr lang="en-US" altLang="en-US" sz="2400" dirty="0"/>
              <a:t> : entered when a low priority (normal) interrupt is raised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/>
            </a:pPr>
            <a:r>
              <a:rPr lang="en-US" altLang="en-US" sz="2400" b="1" dirty="0"/>
              <a:t>Supervisor</a:t>
            </a:r>
            <a:r>
              <a:rPr lang="en-US" altLang="en-US" sz="2400" dirty="0"/>
              <a:t> : entered on reset and when a Software Interrupt instruction is executed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/>
            </a:pPr>
            <a:r>
              <a:rPr lang="en-US" altLang="en-US" sz="2400" b="1" dirty="0"/>
              <a:t>Abort</a:t>
            </a:r>
            <a:r>
              <a:rPr lang="en-US" altLang="en-US" sz="2400" dirty="0"/>
              <a:t> : used to handle memory access violations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/>
            </a:pPr>
            <a:r>
              <a:rPr lang="en-US" altLang="en-US" sz="2400" b="1" dirty="0" err="1"/>
              <a:t>Undef</a:t>
            </a:r>
            <a:r>
              <a:rPr lang="en-US" altLang="en-US" sz="2400" dirty="0"/>
              <a:t> : used to handle undefined instructions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–"/>
              <a:defRPr/>
            </a:pPr>
            <a:r>
              <a:rPr lang="en-US" altLang="en-US" sz="2400" b="1" dirty="0"/>
              <a:t>System</a:t>
            </a:r>
            <a:r>
              <a:rPr lang="en-US" altLang="en-US" sz="2400" dirty="0"/>
              <a:t> : privileged mode using the same registers as user mode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IN" sz="2400" dirty="0"/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Processor Modes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356269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71" name="Group 307"/>
          <p:cNvGrpSpPr>
            <a:grpSpLocks/>
          </p:cNvGrpSpPr>
          <p:nvPr/>
        </p:nvGrpSpPr>
        <p:grpSpPr bwMode="auto">
          <a:xfrm>
            <a:off x="279400" y="1435100"/>
            <a:ext cx="1708150" cy="4814888"/>
            <a:chOff x="176" y="904"/>
            <a:chExt cx="1076" cy="3033"/>
          </a:xfrm>
        </p:grpSpPr>
        <p:sp>
          <p:nvSpPr>
            <p:cNvPr id="28777" name="Rectangle 5"/>
            <p:cNvSpPr>
              <a:spLocks noChangeArrowheads="1"/>
            </p:cNvSpPr>
            <p:nvPr/>
          </p:nvSpPr>
          <p:spPr bwMode="auto">
            <a:xfrm>
              <a:off x="360" y="112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R0</a:t>
              </a:r>
            </a:p>
          </p:txBody>
        </p:sp>
        <p:sp>
          <p:nvSpPr>
            <p:cNvPr id="28778" name="Rectangle 6"/>
            <p:cNvSpPr>
              <a:spLocks noChangeArrowheads="1"/>
            </p:cNvSpPr>
            <p:nvPr/>
          </p:nvSpPr>
          <p:spPr bwMode="auto">
            <a:xfrm>
              <a:off x="360" y="129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</a:t>
              </a:r>
            </a:p>
          </p:txBody>
        </p:sp>
        <p:sp>
          <p:nvSpPr>
            <p:cNvPr id="28779" name="Rectangle 9"/>
            <p:cNvSpPr>
              <a:spLocks noChangeArrowheads="1"/>
            </p:cNvSpPr>
            <p:nvPr/>
          </p:nvSpPr>
          <p:spPr bwMode="auto">
            <a:xfrm>
              <a:off x="360" y="145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R2</a:t>
              </a:r>
            </a:p>
          </p:txBody>
        </p:sp>
        <p:sp>
          <p:nvSpPr>
            <p:cNvPr id="28780" name="Rectangle 10"/>
            <p:cNvSpPr>
              <a:spLocks noChangeArrowheads="1"/>
            </p:cNvSpPr>
            <p:nvPr/>
          </p:nvSpPr>
          <p:spPr bwMode="auto">
            <a:xfrm>
              <a:off x="360" y="161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R3</a:t>
              </a:r>
            </a:p>
          </p:txBody>
        </p:sp>
        <p:sp>
          <p:nvSpPr>
            <p:cNvPr id="28781" name="Rectangle 14"/>
            <p:cNvSpPr>
              <a:spLocks noChangeArrowheads="1"/>
            </p:cNvSpPr>
            <p:nvPr/>
          </p:nvSpPr>
          <p:spPr bwMode="auto">
            <a:xfrm>
              <a:off x="360" y="1775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R4</a:t>
              </a:r>
            </a:p>
          </p:txBody>
        </p:sp>
        <p:sp>
          <p:nvSpPr>
            <p:cNvPr id="28782" name="Rectangle 15"/>
            <p:cNvSpPr>
              <a:spLocks noChangeArrowheads="1"/>
            </p:cNvSpPr>
            <p:nvPr/>
          </p:nvSpPr>
          <p:spPr bwMode="auto">
            <a:xfrm>
              <a:off x="360" y="1936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R5</a:t>
              </a:r>
            </a:p>
          </p:txBody>
        </p:sp>
        <p:sp>
          <p:nvSpPr>
            <p:cNvPr id="28783" name="Rectangle 17"/>
            <p:cNvSpPr>
              <a:spLocks noChangeArrowheads="1"/>
            </p:cNvSpPr>
            <p:nvPr/>
          </p:nvSpPr>
          <p:spPr bwMode="auto">
            <a:xfrm>
              <a:off x="360" y="209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R6</a:t>
              </a:r>
            </a:p>
          </p:txBody>
        </p:sp>
        <p:sp>
          <p:nvSpPr>
            <p:cNvPr id="28784" name="Rectangle 18"/>
            <p:cNvSpPr>
              <a:spLocks noChangeArrowheads="1"/>
            </p:cNvSpPr>
            <p:nvPr/>
          </p:nvSpPr>
          <p:spPr bwMode="auto">
            <a:xfrm>
              <a:off x="360" y="226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R7</a:t>
              </a:r>
            </a:p>
          </p:txBody>
        </p:sp>
        <p:sp>
          <p:nvSpPr>
            <p:cNvPr id="28785" name="Rectangle 21"/>
            <p:cNvSpPr>
              <a:spLocks noChangeArrowheads="1"/>
            </p:cNvSpPr>
            <p:nvPr/>
          </p:nvSpPr>
          <p:spPr bwMode="auto">
            <a:xfrm>
              <a:off x="360" y="242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R8</a:t>
              </a:r>
            </a:p>
          </p:txBody>
        </p:sp>
        <p:sp>
          <p:nvSpPr>
            <p:cNvPr id="28786" name="Rectangle 22"/>
            <p:cNvSpPr>
              <a:spLocks noChangeArrowheads="1"/>
            </p:cNvSpPr>
            <p:nvPr/>
          </p:nvSpPr>
          <p:spPr bwMode="auto">
            <a:xfrm>
              <a:off x="360" y="258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R9</a:t>
              </a:r>
            </a:p>
          </p:txBody>
        </p:sp>
        <p:sp>
          <p:nvSpPr>
            <p:cNvPr id="28787" name="Rectangle 24"/>
            <p:cNvSpPr>
              <a:spLocks noChangeArrowheads="1"/>
            </p:cNvSpPr>
            <p:nvPr/>
          </p:nvSpPr>
          <p:spPr bwMode="auto">
            <a:xfrm>
              <a:off x="360" y="2745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R10</a:t>
              </a:r>
            </a:p>
          </p:txBody>
        </p:sp>
        <p:sp>
          <p:nvSpPr>
            <p:cNvPr id="28788" name="Rectangle 25"/>
            <p:cNvSpPr>
              <a:spLocks noChangeArrowheads="1"/>
            </p:cNvSpPr>
            <p:nvPr/>
          </p:nvSpPr>
          <p:spPr bwMode="auto">
            <a:xfrm>
              <a:off x="360" y="2907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R11</a:t>
              </a:r>
            </a:p>
          </p:txBody>
        </p:sp>
        <p:sp>
          <p:nvSpPr>
            <p:cNvPr id="28789" name="Rectangle 28"/>
            <p:cNvSpPr>
              <a:spLocks noChangeArrowheads="1"/>
            </p:cNvSpPr>
            <p:nvPr/>
          </p:nvSpPr>
          <p:spPr bwMode="auto">
            <a:xfrm>
              <a:off x="360" y="306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R12</a:t>
              </a:r>
            </a:p>
          </p:txBody>
        </p:sp>
        <p:sp>
          <p:nvSpPr>
            <p:cNvPr id="28790" name="Rectangle 29"/>
            <p:cNvSpPr>
              <a:spLocks noChangeArrowheads="1"/>
            </p:cNvSpPr>
            <p:nvPr/>
          </p:nvSpPr>
          <p:spPr bwMode="auto">
            <a:xfrm>
              <a:off x="360" y="3230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R13</a:t>
              </a:r>
            </a:p>
          </p:txBody>
        </p:sp>
        <p:sp>
          <p:nvSpPr>
            <p:cNvPr id="28791" name="Rectangle 31"/>
            <p:cNvSpPr>
              <a:spLocks noChangeArrowheads="1"/>
            </p:cNvSpPr>
            <p:nvPr/>
          </p:nvSpPr>
          <p:spPr bwMode="auto">
            <a:xfrm>
              <a:off x="360" y="3392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R14</a:t>
              </a:r>
            </a:p>
          </p:txBody>
        </p:sp>
        <p:sp>
          <p:nvSpPr>
            <p:cNvPr id="28792" name="Rectangle 32"/>
            <p:cNvSpPr>
              <a:spLocks noChangeArrowheads="1"/>
            </p:cNvSpPr>
            <p:nvPr/>
          </p:nvSpPr>
          <p:spPr bwMode="auto">
            <a:xfrm>
              <a:off x="360" y="355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R15 (PC)</a:t>
              </a:r>
            </a:p>
          </p:txBody>
        </p:sp>
        <p:sp>
          <p:nvSpPr>
            <p:cNvPr id="28793" name="Rectangle 193"/>
            <p:cNvSpPr>
              <a:spLocks noChangeArrowheads="1"/>
            </p:cNvSpPr>
            <p:nvPr/>
          </p:nvSpPr>
          <p:spPr bwMode="auto">
            <a:xfrm>
              <a:off x="360" y="3776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CPSR</a:t>
              </a:r>
            </a:p>
          </p:txBody>
        </p:sp>
        <p:sp>
          <p:nvSpPr>
            <p:cNvPr id="28794" name="Text Box 297"/>
            <p:cNvSpPr txBox="1">
              <a:spLocks noChangeArrowheads="1"/>
            </p:cNvSpPr>
            <p:nvPr/>
          </p:nvSpPr>
          <p:spPr bwMode="auto">
            <a:xfrm>
              <a:off x="176" y="904"/>
              <a:ext cx="10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System &amp; User</a:t>
              </a:r>
            </a:p>
          </p:txBody>
        </p:sp>
      </p:grpSp>
      <p:grpSp>
        <p:nvGrpSpPr>
          <p:cNvPr id="37172" name="Group 308"/>
          <p:cNvGrpSpPr>
            <a:grpSpLocks/>
          </p:cNvGrpSpPr>
          <p:nvPr/>
        </p:nvGrpSpPr>
        <p:grpSpPr bwMode="auto">
          <a:xfrm>
            <a:off x="1943100" y="1435100"/>
            <a:ext cx="1123950" cy="5070475"/>
            <a:chOff x="1224" y="904"/>
            <a:chExt cx="708" cy="3194"/>
          </a:xfrm>
        </p:grpSpPr>
        <p:sp>
          <p:nvSpPr>
            <p:cNvPr id="28758" name="Rectangle 198"/>
            <p:cNvSpPr>
              <a:spLocks noChangeArrowheads="1"/>
            </p:cNvSpPr>
            <p:nvPr/>
          </p:nvSpPr>
          <p:spPr bwMode="auto">
            <a:xfrm>
              <a:off x="1224" y="112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R0</a:t>
              </a:r>
            </a:p>
          </p:txBody>
        </p:sp>
        <p:sp>
          <p:nvSpPr>
            <p:cNvPr id="28759" name="Rectangle 199"/>
            <p:cNvSpPr>
              <a:spLocks noChangeArrowheads="1"/>
            </p:cNvSpPr>
            <p:nvPr/>
          </p:nvSpPr>
          <p:spPr bwMode="auto">
            <a:xfrm>
              <a:off x="1224" y="129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</a:t>
              </a:r>
            </a:p>
          </p:txBody>
        </p:sp>
        <p:sp>
          <p:nvSpPr>
            <p:cNvPr id="28760" name="Rectangle 200"/>
            <p:cNvSpPr>
              <a:spLocks noChangeArrowheads="1"/>
            </p:cNvSpPr>
            <p:nvPr/>
          </p:nvSpPr>
          <p:spPr bwMode="auto">
            <a:xfrm>
              <a:off x="1224" y="145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R2</a:t>
              </a:r>
            </a:p>
          </p:txBody>
        </p:sp>
        <p:sp>
          <p:nvSpPr>
            <p:cNvPr id="28761" name="Rectangle 201"/>
            <p:cNvSpPr>
              <a:spLocks noChangeArrowheads="1"/>
            </p:cNvSpPr>
            <p:nvPr/>
          </p:nvSpPr>
          <p:spPr bwMode="auto">
            <a:xfrm>
              <a:off x="1224" y="161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R3</a:t>
              </a:r>
            </a:p>
          </p:txBody>
        </p:sp>
        <p:sp>
          <p:nvSpPr>
            <p:cNvPr id="28762" name="Rectangle 202"/>
            <p:cNvSpPr>
              <a:spLocks noChangeArrowheads="1"/>
            </p:cNvSpPr>
            <p:nvPr/>
          </p:nvSpPr>
          <p:spPr bwMode="auto">
            <a:xfrm>
              <a:off x="1224" y="1775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R4</a:t>
              </a:r>
            </a:p>
          </p:txBody>
        </p:sp>
        <p:sp>
          <p:nvSpPr>
            <p:cNvPr id="28763" name="Rectangle 203"/>
            <p:cNvSpPr>
              <a:spLocks noChangeArrowheads="1"/>
            </p:cNvSpPr>
            <p:nvPr/>
          </p:nvSpPr>
          <p:spPr bwMode="auto">
            <a:xfrm>
              <a:off x="1224" y="1936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R5</a:t>
              </a:r>
            </a:p>
          </p:txBody>
        </p:sp>
        <p:sp>
          <p:nvSpPr>
            <p:cNvPr id="28764" name="Rectangle 204"/>
            <p:cNvSpPr>
              <a:spLocks noChangeArrowheads="1"/>
            </p:cNvSpPr>
            <p:nvPr/>
          </p:nvSpPr>
          <p:spPr bwMode="auto">
            <a:xfrm>
              <a:off x="1224" y="209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R6</a:t>
              </a:r>
            </a:p>
          </p:txBody>
        </p:sp>
        <p:sp>
          <p:nvSpPr>
            <p:cNvPr id="28765" name="Rectangle 205"/>
            <p:cNvSpPr>
              <a:spLocks noChangeArrowheads="1"/>
            </p:cNvSpPr>
            <p:nvPr/>
          </p:nvSpPr>
          <p:spPr bwMode="auto">
            <a:xfrm>
              <a:off x="1224" y="2260"/>
              <a:ext cx="708" cy="161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R7_fiq</a:t>
              </a:r>
            </a:p>
          </p:txBody>
        </p:sp>
        <p:sp>
          <p:nvSpPr>
            <p:cNvPr id="28766" name="Rectangle 206"/>
            <p:cNvSpPr>
              <a:spLocks noChangeArrowheads="1"/>
            </p:cNvSpPr>
            <p:nvPr/>
          </p:nvSpPr>
          <p:spPr bwMode="auto">
            <a:xfrm>
              <a:off x="1224" y="2421"/>
              <a:ext cx="708" cy="162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R8_fiq</a:t>
              </a:r>
            </a:p>
          </p:txBody>
        </p:sp>
        <p:sp>
          <p:nvSpPr>
            <p:cNvPr id="28767" name="Rectangle 207"/>
            <p:cNvSpPr>
              <a:spLocks noChangeArrowheads="1"/>
            </p:cNvSpPr>
            <p:nvPr/>
          </p:nvSpPr>
          <p:spPr bwMode="auto">
            <a:xfrm>
              <a:off x="1224" y="2583"/>
              <a:ext cx="708" cy="162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R9_fiq</a:t>
              </a:r>
            </a:p>
          </p:txBody>
        </p:sp>
        <p:sp>
          <p:nvSpPr>
            <p:cNvPr id="28768" name="Rectangle 208"/>
            <p:cNvSpPr>
              <a:spLocks noChangeArrowheads="1"/>
            </p:cNvSpPr>
            <p:nvPr/>
          </p:nvSpPr>
          <p:spPr bwMode="auto">
            <a:xfrm>
              <a:off x="1224" y="2745"/>
              <a:ext cx="708" cy="162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R10_fiq</a:t>
              </a:r>
            </a:p>
          </p:txBody>
        </p:sp>
        <p:sp>
          <p:nvSpPr>
            <p:cNvPr id="28769" name="Rectangle 209"/>
            <p:cNvSpPr>
              <a:spLocks noChangeArrowheads="1"/>
            </p:cNvSpPr>
            <p:nvPr/>
          </p:nvSpPr>
          <p:spPr bwMode="auto">
            <a:xfrm>
              <a:off x="1224" y="2907"/>
              <a:ext cx="708" cy="161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R11_fiq</a:t>
              </a:r>
            </a:p>
          </p:txBody>
        </p:sp>
        <p:sp>
          <p:nvSpPr>
            <p:cNvPr id="28770" name="Rectangle 210"/>
            <p:cNvSpPr>
              <a:spLocks noChangeArrowheads="1"/>
            </p:cNvSpPr>
            <p:nvPr/>
          </p:nvSpPr>
          <p:spPr bwMode="auto">
            <a:xfrm>
              <a:off x="1224" y="3068"/>
              <a:ext cx="708" cy="162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R12_fiq</a:t>
              </a:r>
            </a:p>
          </p:txBody>
        </p:sp>
        <p:sp>
          <p:nvSpPr>
            <p:cNvPr id="28771" name="Rectangle 211"/>
            <p:cNvSpPr>
              <a:spLocks noChangeArrowheads="1"/>
            </p:cNvSpPr>
            <p:nvPr/>
          </p:nvSpPr>
          <p:spPr bwMode="auto">
            <a:xfrm>
              <a:off x="1224" y="3230"/>
              <a:ext cx="708" cy="162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R13_fiq</a:t>
              </a:r>
            </a:p>
          </p:txBody>
        </p:sp>
        <p:sp>
          <p:nvSpPr>
            <p:cNvPr id="28772" name="Rectangle 212"/>
            <p:cNvSpPr>
              <a:spLocks noChangeArrowheads="1"/>
            </p:cNvSpPr>
            <p:nvPr/>
          </p:nvSpPr>
          <p:spPr bwMode="auto">
            <a:xfrm>
              <a:off x="1224" y="3392"/>
              <a:ext cx="708" cy="161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R14_fiq</a:t>
              </a:r>
            </a:p>
          </p:txBody>
        </p:sp>
        <p:sp>
          <p:nvSpPr>
            <p:cNvPr id="28773" name="Rectangle 213"/>
            <p:cNvSpPr>
              <a:spLocks noChangeArrowheads="1"/>
            </p:cNvSpPr>
            <p:nvPr/>
          </p:nvSpPr>
          <p:spPr bwMode="auto">
            <a:xfrm>
              <a:off x="1224" y="355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R15 (PC)</a:t>
              </a:r>
            </a:p>
          </p:txBody>
        </p:sp>
        <p:sp>
          <p:nvSpPr>
            <p:cNvPr id="28774" name="Rectangle 180"/>
            <p:cNvSpPr>
              <a:spLocks noChangeArrowheads="1"/>
            </p:cNvSpPr>
            <p:nvPr/>
          </p:nvSpPr>
          <p:spPr bwMode="auto">
            <a:xfrm>
              <a:off x="1224" y="3776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CPSR</a:t>
              </a:r>
            </a:p>
          </p:txBody>
        </p:sp>
        <p:sp>
          <p:nvSpPr>
            <p:cNvPr id="28775" name="Rectangle 181"/>
            <p:cNvSpPr>
              <a:spLocks noChangeArrowheads="1"/>
            </p:cNvSpPr>
            <p:nvPr/>
          </p:nvSpPr>
          <p:spPr bwMode="auto">
            <a:xfrm>
              <a:off x="1224" y="3936"/>
              <a:ext cx="708" cy="162"/>
            </a:xfrm>
            <a:prstGeom prst="rect">
              <a:avLst/>
            </a:prstGeom>
            <a:solidFill>
              <a:srgbClr val="008080">
                <a:alpha val="58823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Arial" charset="0"/>
                </a:rPr>
                <a:t>SPSR_fiq</a:t>
              </a:r>
              <a:endParaRPr lang="en-US" altLang="en-US" sz="1600" dirty="0">
                <a:latin typeface="Arial" charset="0"/>
              </a:endParaRPr>
            </a:p>
          </p:txBody>
        </p:sp>
        <p:sp>
          <p:nvSpPr>
            <p:cNvPr id="28776" name="Text Box 298"/>
            <p:cNvSpPr txBox="1">
              <a:spLocks noChangeArrowheads="1"/>
            </p:cNvSpPr>
            <p:nvPr/>
          </p:nvSpPr>
          <p:spPr bwMode="auto">
            <a:xfrm>
              <a:off x="1408" y="904"/>
              <a:ext cx="3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FIQ</a:t>
              </a:r>
            </a:p>
          </p:txBody>
        </p:sp>
      </p:grpSp>
      <p:grpSp>
        <p:nvGrpSpPr>
          <p:cNvPr id="37175" name="Group 311"/>
          <p:cNvGrpSpPr>
            <a:grpSpLocks/>
          </p:cNvGrpSpPr>
          <p:nvPr/>
        </p:nvGrpSpPr>
        <p:grpSpPr bwMode="auto">
          <a:xfrm>
            <a:off x="6057900" y="1422400"/>
            <a:ext cx="1123950" cy="5083175"/>
            <a:chOff x="3816" y="896"/>
            <a:chExt cx="708" cy="3202"/>
          </a:xfrm>
        </p:grpSpPr>
        <p:sp>
          <p:nvSpPr>
            <p:cNvPr id="28739" name="Rectangle 250"/>
            <p:cNvSpPr>
              <a:spLocks noChangeArrowheads="1"/>
            </p:cNvSpPr>
            <p:nvPr/>
          </p:nvSpPr>
          <p:spPr bwMode="auto">
            <a:xfrm>
              <a:off x="3816" y="112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R0</a:t>
              </a:r>
            </a:p>
          </p:txBody>
        </p:sp>
        <p:sp>
          <p:nvSpPr>
            <p:cNvPr id="28740" name="Rectangle 251"/>
            <p:cNvSpPr>
              <a:spLocks noChangeArrowheads="1"/>
            </p:cNvSpPr>
            <p:nvPr/>
          </p:nvSpPr>
          <p:spPr bwMode="auto">
            <a:xfrm>
              <a:off x="3816" y="129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</a:t>
              </a:r>
            </a:p>
          </p:txBody>
        </p:sp>
        <p:sp>
          <p:nvSpPr>
            <p:cNvPr id="28741" name="Rectangle 252"/>
            <p:cNvSpPr>
              <a:spLocks noChangeArrowheads="1"/>
            </p:cNvSpPr>
            <p:nvPr/>
          </p:nvSpPr>
          <p:spPr bwMode="auto">
            <a:xfrm>
              <a:off x="3816" y="145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R2</a:t>
              </a:r>
            </a:p>
          </p:txBody>
        </p:sp>
        <p:sp>
          <p:nvSpPr>
            <p:cNvPr id="28742" name="Rectangle 253"/>
            <p:cNvSpPr>
              <a:spLocks noChangeArrowheads="1"/>
            </p:cNvSpPr>
            <p:nvPr/>
          </p:nvSpPr>
          <p:spPr bwMode="auto">
            <a:xfrm>
              <a:off x="3816" y="161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R3</a:t>
              </a:r>
            </a:p>
          </p:txBody>
        </p:sp>
        <p:sp>
          <p:nvSpPr>
            <p:cNvPr id="28743" name="Rectangle 254"/>
            <p:cNvSpPr>
              <a:spLocks noChangeArrowheads="1"/>
            </p:cNvSpPr>
            <p:nvPr/>
          </p:nvSpPr>
          <p:spPr bwMode="auto">
            <a:xfrm>
              <a:off x="3816" y="1775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R4</a:t>
              </a:r>
            </a:p>
          </p:txBody>
        </p:sp>
        <p:sp>
          <p:nvSpPr>
            <p:cNvPr id="28744" name="Rectangle 255"/>
            <p:cNvSpPr>
              <a:spLocks noChangeArrowheads="1"/>
            </p:cNvSpPr>
            <p:nvPr/>
          </p:nvSpPr>
          <p:spPr bwMode="auto">
            <a:xfrm>
              <a:off x="3816" y="1936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R5</a:t>
              </a:r>
            </a:p>
          </p:txBody>
        </p:sp>
        <p:sp>
          <p:nvSpPr>
            <p:cNvPr id="28745" name="Rectangle 256"/>
            <p:cNvSpPr>
              <a:spLocks noChangeArrowheads="1"/>
            </p:cNvSpPr>
            <p:nvPr/>
          </p:nvSpPr>
          <p:spPr bwMode="auto">
            <a:xfrm>
              <a:off x="3816" y="209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R6</a:t>
              </a:r>
            </a:p>
          </p:txBody>
        </p:sp>
        <p:sp>
          <p:nvSpPr>
            <p:cNvPr id="28746" name="Rectangle 257"/>
            <p:cNvSpPr>
              <a:spLocks noChangeArrowheads="1"/>
            </p:cNvSpPr>
            <p:nvPr/>
          </p:nvSpPr>
          <p:spPr bwMode="auto">
            <a:xfrm>
              <a:off x="3816" y="226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R7</a:t>
              </a:r>
            </a:p>
          </p:txBody>
        </p:sp>
        <p:sp>
          <p:nvSpPr>
            <p:cNvPr id="28747" name="Rectangle 258"/>
            <p:cNvSpPr>
              <a:spLocks noChangeArrowheads="1"/>
            </p:cNvSpPr>
            <p:nvPr/>
          </p:nvSpPr>
          <p:spPr bwMode="auto">
            <a:xfrm>
              <a:off x="3816" y="242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R8</a:t>
              </a:r>
            </a:p>
          </p:txBody>
        </p:sp>
        <p:sp>
          <p:nvSpPr>
            <p:cNvPr id="28748" name="Rectangle 259"/>
            <p:cNvSpPr>
              <a:spLocks noChangeArrowheads="1"/>
            </p:cNvSpPr>
            <p:nvPr/>
          </p:nvSpPr>
          <p:spPr bwMode="auto">
            <a:xfrm>
              <a:off x="3816" y="258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R9</a:t>
              </a:r>
            </a:p>
          </p:txBody>
        </p:sp>
        <p:sp>
          <p:nvSpPr>
            <p:cNvPr id="28749" name="Rectangle 260"/>
            <p:cNvSpPr>
              <a:spLocks noChangeArrowheads="1"/>
            </p:cNvSpPr>
            <p:nvPr/>
          </p:nvSpPr>
          <p:spPr bwMode="auto">
            <a:xfrm>
              <a:off x="3816" y="2745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R10</a:t>
              </a:r>
            </a:p>
          </p:txBody>
        </p:sp>
        <p:sp>
          <p:nvSpPr>
            <p:cNvPr id="28750" name="Rectangle 261"/>
            <p:cNvSpPr>
              <a:spLocks noChangeArrowheads="1"/>
            </p:cNvSpPr>
            <p:nvPr/>
          </p:nvSpPr>
          <p:spPr bwMode="auto">
            <a:xfrm>
              <a:off x="3816" y="2907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R11</a:t>
              </a:r>
            </a:p>
          </p:txBody>
        </p:sp>
        <p:sp>
          <p:nvSpPr>
            <p:cNvPr id="28751" name="Rectangle 262"/>
            <p:cNvSpPr>
              <a:spLocks noChangeArrowheads="1"/>
            </p:cNvSpPr>
            <p:nvPr/>
          </p:nvSpPr>
          <p:spPr bwMode="auto">
            <a:xfrm>
              <a:off x="3816" y="306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R12</a:t>
              </a:r>
            </a:p>
          </p:txBody>
        </p:sp>
        <p:sp>
          <p:nvSpPr>
            <p:cNvPr id="28752" name="Rectangle 263"/>
            <p:cNvSpPr>
              <a:spLocks noChangeArrowheads="1"/>
            </p:cNvSpPr>
            <p:nvPr/>
          </p:nvSpPr>
          <p:spPr bwMode="auto">
            <a:xfrm>
              <a:off x="3816" y="3230"/>
              <a:ext cx="708" cy="162"/>
            </a:xfrm>
            <a:prstGeom prst="rect">
              <a:avLst/>
            </a:prstGeom>
            <a:solidFill>
              <a:schemeClr val="folHlink">
                <a:alpha val="65097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R13_irq</a:t>
              </a:r>
            </a:p>
          </p:txBody>
        </p:sp>
        <p:sp>
          <p:nvSpPr>
            <p:cNvPr id="28753" name="Rectangle 264"/>
            <p:cNvSpPr>
              <a:spLocks noChangeArrowheads="1"/>
            </p:cNvSpPr>
            <p:nvPr/>
          </p:nvSpPr>
          <p:spPr bwMode="auto">
            <a:xfrm>
              <a:off x="3816" y="3392"/>
              <a:ext cx="708" cy="161"/>
            </a:xfrm>
            <a:prstGeom prst="rect">
              <a:avLst/>
            </a:prstGeom>
            <a:solidFill>
              <a:schemeClr val="folHlink">
                <a:alpha val="65097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R14_irq</a:t>
              </a:r>
            </a:p>
          </p:txBody>
        </p:sp>
        <p:sp>
          <p:nvSpPr>
            <p:cNvPr id="28754" name="Rectangle 265"/>
            <p:cNvSpPr>
              <a:spLocks noChangeArrowheads="1"/>
            </p:cNvSpPr>
            <p:nvPr/>
          </p:nvSpPr>
          <p:spPr bwMode="auto">
            <a:xfrm>
              <a:off x="3816" y="355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R15 (PC)</a:t>
              </a:r>
            </a:p>
          </p:txBody>
        </p:sp>
        <p:sp>
          <p:nvSpPr>
            <p:cNvPr id="28755" name="Rectangle 292"/>
            <p:cNvSpPr>
              <a:spLocks noChangeArrowheads="1"/>
            </p:cNvSpPr>
            <p:nvPr/>
          </p:nvSpPr>
          <p:spPr bwMode="auto">
            <a:xfrm>
              <a:off x="3816" y="3776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CPSR</a:t>
              </a:r>
            </a:p>
          </p:txBody>
        </p:sp>
        <p:sp>
          <p:nvSpPr>
            <p:cNvPr id="28756" name="Rectangle 293"/>
            <p:cNvSpPr>
              <a:spLocks noChangeArrowheads="1"/>
            </p:cNvSpPr>
            <p:nvPr/>
          </p:nvSpPr>
          <p:spPr bwMode="auto">
            <a:xfrm>
              <a:off x="3816" y="3936"/>
              <a:ext cx="708" cy="162"/>
            </a:xfrm>
            <a:prstGeom prst="rect">
              <a:avLst/>
            </a:prstGeom>
            <a:solidFill>
              <a:schemeClr val="folHlink">
                <a:alpha val="65097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Arial" charset="0"/>
                </a:rPr>
                <a:t>SPSR_irq</a:t>
              </a:r>
              <a:endParaRPr lang="en-US" altLang="en-US" sz="1600" dirty="0">
                <a:latin typeface="Arial" charset="0"/>
              </a:endParaRPr>
            </a:p>
          </p:txBody>
        </p:sp>
        <p:sp>
          <p:nvSpPr>
            <p:cNvPr id="28757" name="Text Box 301"/>
            <p:cNvSpPr txBox="1">
              <a:spLocks noChangeArrowheads="1"/>
            </p:cNvSpPr>
            <p:nvPr/>
          </p:nvSpPr>
          <p:spPr bwMode="auto">
            <a:xfrm>
              <a:off x="3984" y="896"/>
              <a:ext cx="3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IRQ</a:t>
              </a:r>
            </a:p>
          </p:txBody>
        </p:sp>
      </p:grpSp>
      <p:grpSp>
        <p:nvGrpSpPr>
          <p:cNvPr id="37173" name="Group 309"/>
          <p:cNvGrpSpPr>
            <a:grpSpLocks/>
          </p:cNvGrpSpPr>
          <p:nvPr/>
        </p:nvGrpSpPr>
        <p:grpSpPr bwMode="auto">
          <a:xfrm>
            <a:off x="3235325" y="1433513"/>
            <a:ext cx="1276350" cy="5072062"/>
            <a:chOff x="2038" y="903"/>
            <a:chExt cx="804" cy="3195"/>
          </a:xfrm>
        </p:grpSpPr>
        <p:sp>
          <p:nvSpPr>
            <p:cNvPr id="28720" name="Rectangle 214"/>
            <p:cNvSpPr>
              <a:spLocks noChangeArrowheads="1"/>
            </p:cNvSpPr>
            <p:nvPr/>
          </p:nvSpPr>
          <p:spPr bwMode="auto">
            <a:xfrm>
              <a:off x="2088" y="112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R0</a:t>
              </a:r>
            </a:p>
          </p:txBody>
        </p:sp>
        <p:sp>
          <p:nvSpPr>
            <p:cNvPr id="28721" name="Rectangle 215"/>
            <p:cNvSpPr>
              <a:spLocks noChangeArrowheads="1"/>
            </p:cNvSpPr>
            <p:nvPr/>
          </p:nvSpPr>
          <p:spPr bwMode="auto">
            <a:xfrm>
              <a:off x="2088" y="129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</a:t>
              </a:r>
            </a:p>
          </p:txBody>
        </p:sp>
        <p:sp>
          <p:nvSpPr>
            <p:cNvPr id="28722" name="Rectangle 216"/>
            <p:cNvSpPr>
              <a:spLocks noChangeArrowheads="1"/>
            </p:cNvSpPr>
            <p:nvPr/>
          </p:nvSpPr>
          <p:spPr bwMode="auto">
            <a:xfrm>
              <a:off x="2088" y="145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R2</a:t>
              </a:r>
            </a:p>
          </p:txBody>
        </p:sp>
        <p:sp>
          <p:nvSpPr>
            <p:cNvPr id="28723" name="Rectangle 217"/>
            <p:cNvSpPr>
              <a:spLocks noChangeArrowheads="1"/>
            </p:cNvSpPr>
            <p:nvPr/>
          </p:nvSpPr>
          <p:spPr bwMode="auto">
            <a:xfrm>
              <a:off x="2088" y="161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R3</a:t>
              </a:r>
            </a:p>
          </p:txBody>
        </p:sp>
        <p:sp>
          <p:nvSpPr>
            <p:cNvPr id="28724" name="Rectangle 218"/>
            <p:cNvSpPr>
              <a:spLocks noChangeArrowheads="1"/>
            </p:cNvSpPr>
            <p:nvPr/>
          </p:nvSpPr>
          <p:spPr bwMode="auto">
            <a:xfrm>
              <a:off x="2088" y="1775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R4</a:t>
              </a:r>
            </a:p>
          </p:txBody>
        </p:sp>
        <p:sp>
          <p:nvSpPr>
            <p:cNvPr id="28725" name="Rectangle 219"/>
            <p:cNvSpPr>
              <a:spLocks noChangeArrowheads="1"/>
            </p:cNvSpPr>
            <p:nvPr/>
          </p:nvSpPr>
          <p:spPr bwMode="auto">
            <a:xfrm>
              <a:off x="2088" y="1936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R5</a:t>
              </a:r>
            </a:p>
          </p:txBody>
        </p:sp>
        <p:sp>
          <p:nvSpPr>
            <p:cNvPr id="28726" name="Rectangle 220"/>
            <p:cNvSpPr>
              <a:spLocks noChangeArrowheads="1"/>
            </p:cNvSpPr>
            <p:nvPr/>
          </p:nvSpPr>
          <p:spPr bwMode="auto">
            <a:xfrm>
              <a:off x="2088" y="209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R6</a:t>
              </a:r>
            </a:p>
          </p:txBody>
        </p:sp>
        <p:sp>
          <p:nvSpPr>
            <p:cNvPr id="28727" name="Rectangle 221"/>
            <p:cNvSpPr>
              <a:spLocks noChangeArrowheads="1"/>
            </p:cNvSpPr>
            <p:nvPr/>
          </p:nvSpPr>
          <p:spPr bwMode="auto">
            <a:xfrm>
              <a:off x="2088" y="226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R7</a:t>
              </a:r>
            </a:p>
          </p:txBody>
        </p:sp>
        <p:sp>
          <p:nvSpPr>
            <p:cNvPr id="28728" name="Rectangle 222"/>
            <p:cNvSpPr>
              <a:spLocks noChangeArrowheads="1"/>
            </p:cNvSpPr>
            <p:nvPr/>
          </p:nvSpPr>
          <p:spPr bwMode="auto">
            <a:xfrm>
              <a:off x="2088" y="242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R8</a:t>
              </a:r>
            </a:p>
          </p:txBody>
        </p:sp>
        <p:sp>
          <p:nvSpPr>
            <p:cNvPr id="28729" name="Rectangle 223"/>
            <p:cNvSpPr>
              <a:spLocks noChangeArrowheads="1"/>
            </p:cNvSpPr>
            <p:nvPr/>
          </p:nvSpPr>
          <p:spPr bwMode="auto">
            <a:xfrm>
              <a:off x="2088" y="258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R9</a:t>
              </a:r>
            </a:p>
          </p:txBody>
        </p:sp>
        <p:sp>
          <p:nvSpPr>
            <p:cNvPr id="28730" name="Rectangle 224"/>
            <p:cNvSpPr>
              <a:spLocks noChangeArrowheads="1"/>
            </p:cNvSpPr>
            <p:nvPr/>
          </p:nvSpPr>
          <p:spPr bwMode="auto">
            <a:xfrm>
              <a:off x="2088" y="2745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R10</a:t>
              </a:r>
            </a:p>
          </p:txBody>
        </p:sp>
        <p:sp>
          <p:nvSpPr>
            <p:cNvPr id="28731" name="Rectangle 225"/>
            <p:cNvSpPr>
              <a:spLocks noChangeArrowheads="1"/>
            </p:cNvSpPr>
            <p:nvPr/>
          </p:nvSpPr>
          <p:spPr bwMode="auto">
            <a:xfrm>
              <a:off x="2088" y="2907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R11</a:t>
              </a:r>
            </a:p>
          </p:txBody>
        </p:sp>
        <p:sp>
          <p:nvSpPr>
            <p:cNvPr id="28732" name="Rectangle 226"/>
            <p:cNvSpPr>
              <a:spLocks noChangeArrowheads="1"/>
            </p:cNvSpPr>
            <p:nvPr/>
          </p:nvSpPr>
          <p:spPr bwMode="auto">
            <a:xfrm>
              <a:off x="2088" y="306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R12</a:t>
              </a:r>
            </a:p>
          </p:txBody>
        </p:sp>
        <p:sp>
          <p:nvSpPr>
            <p:cNvPr id="28733" name="Rectangle 227"/>
            <p:cNvSpPr>
              <a:spLocks noChangeArrowheads="1"/>
            </p:cNvSpPr>
            <p:nvPr/>
          </p:nvSpPr>
          <p:spPr bwMode="auto">
            <a:xfrm>
              <a:off x="2088" y="3230"/>
              <a:ext cx="708" cy="162"/>
            </a:xfrm>
            <a:prstGeom prst="rect">
              <a:avLst/>
            </a:prstGeom>
            <a:solidFill>
              <a:srgbClr val="CC99FF">
                <a:alpha val="56078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R13_svc</a:t>
              </a:r>
            </a:p>
          </p:txBody>
        </p:sp>
        <p:sp>
          <p:nvSpPr>
            <p:cNvPr id="28734" name="Rectangle 228"/>
            <p:cNvSpPr>
              <a:spLocks noChangeArrowheads="1"/>
            </p:cNvSpPr>
            <p:nvPr/>
          </p:nvSpPr>
          <p:spPr bwMode="auto">
            <a:xfrm>
              <a:off x="2088" y="3392"/>
              <a:ext cx="708" cy="161"/>
            </a:xfrm>
            <a:prstGeom prst="rect">
              <a:avLst/>
            </a:prstGeom>
            <a:solidFill>
              <a:srgbClr val="CC99FF">
                <a:alpha val="56078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R14_svc</a:t>
              </a:r>
            </a:p>
          </p:txBody>
        </p:sp>
        <p:sp>
          <p:nvSpPr>
            <p:cNvPr id="28735" name="Rectangle 229"/>
            <p:cNvSpPr>
              <a:spLocks noChangeArrowheads="1"/>
            </p:cNvSpPr>
            <p:nvPr/>
          </p:nvSpPr>
          <p:spPr bwMode="auto">
            <a:xfrm>
              <a:off x="2088" y="355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R15 (PC)</a:t>
              </a:r>
            </a:p>
          </p:txBody>
        </p:sp>
        <p:sp>
          <p:nvSpPr>
            <p:cNvPr id="28736" name="Rectangle 286"/>
            <p:cNvSpPr>
              <a:spLocks noChangeArrowheads="1"/>
            </p:cNvSpPr>
            <p:nvPr/>
          </p:nvSpPr>
          <p:spPr bwMode="auto">
            <a:xfrm>
              <a:off x="2088" y="3776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CPSR</a:t>
              </a:r>
            </a:p>
          </p:txBody>
        </p:sp>
        <p:sp>
          <p:nvSpPr>
            <p:cNvPr id="28737" name="Rectangle 287"/>
            <p:cNvSpPr>
              <a:spLocks noChangeArrowheads="1"/>
            </p:cNvSpPr>
            <p:nvPr/>
          </p:nvSpPr>
          <p:spPr bwMode="auto">
            <a:xfrm>
              <a:off x="2088" y="3936"/>
              <a:ext cx="708" cy="162"/>
            </a:xfrm>
            <a:prstGeom prst="rect">
              <a:avLst/>
            </a:prstGeom>
            <a:solidFill>
              <a:srgbClr val="CC99FF">
                <a:alpha val="56078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Arial" charset="0"/>
                </a:rPr>
                <a:t>SPSR_svc</a:t>
              </a:r>
              <a:endParaRPr lang="en-US" altLang="en-US" sz="1600" dirty="0">
                <a:latin typeface="Arial" charset="0"/>
              </a:endParaRPr>
            </a:p>
          </p:txBody>
        </p:sp>
        <p:sp>
          <p:nvSpPr>
            <p:cNvPr id="28738" name="Text Box 302"/>
            <p:cNvSpPr txBox="1">
              <a:spLocks noChangeArrowheads="1"/>
            </p:cNvSpPr>
            <p:nvPr/>
          </p:nvSpPr>
          <p:spPr bwMode="auto">
            <a:xfrm>
              <a:off x="2038" y="903"/>
              <a:ext cx="8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Supervisor</a:t>
              </a:r>
            </a:p>
          </p:txBody>
        </p:sp>
      </p:grpSp>
      <p:grpSp>
        <p:nvGrpSpPr>
          <p:cNvPr id="37174" name="Group 310"/>
          <p:cNvGrpSpPr>
            <a:grpSpLocks/>
          </p:cNvGrpSpPr>
          <p:nvPr/>
        </p:nvGrpSpPr>
        <p:grpSpPr bwMode="auto">
          <a:xfrm>
            <a:off x="4686300" y="1433513"/>
            <a:ext cx="1123950" cy="5072062"/>
            <a:chOff x="2952" y="903"/>
            <a:chExt cx="708" cy="3195"/>
          </a:xfrm>
        </p:grpSpPr>
        <p:sp>
          <p:nvSpPr>
            <p:cNvPr id="28701" name="Rectangle 230"/>
            <p:cNvSpPr>
              <a:spLocks noChangeArrowheads="1"/>
            </p:cNvSpPr>
            <p:nvPr/>
          </p:nvSpPr>
          <p:spPr bwMode="auto">
            <a:xfrm>
              <a:off x="2952" y="112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R0</a:t>
              </a:r>
            </a:p>
          </p:txBody>
        </p:sp>
        <p:sp>
          <p:nvSpPr>
            <p:cNvPr id="28702" name="Rectangle 231"/>
            <p:cNvSpPr>
              <a:spLocks noChangeArrowheads="1"/>
            </p:cNvSpPr>
            <p:nvPr/>
          </p:nvSpPr>
          <p:spPr bwMode="auto">
            <a:xfrm>
              <a:off x="2952" y="129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</a:t>
              </a:r>
            </a:p>
          </p:txBody>
        </p:sp>
        <p:sp>
          <p:nvSpPr>
            <p:cNvPr id="28703" name="Rectangle 232"/>
            <p:cNvSpPr>
              <a:spLocks noChangeArrowheads="1"/>
            </p:cNvSpPr>
            <p:nvPr/>
          </p:nvSpPr>
          <p:spPr bwMode="auto">
            <a:xfrm>
              <a:off x="2952" y="145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R2</a:t>
              </a:r>
            </a:p>
          </p:txBody>
        </p:sp>
        <p:sp>
          <p:nvSpPr>
            <p:cNvPr id="28704" name="Rectangle 233"/>
            <p:cNvSpPr>
              <a:spLocks noChangeArrowheads="1"/>
            </p:cNvSpPr>
            <p:nvPr/>
          </p:nvSpPr>
          <p:spPr bwMode="auto">
            <a:xfrm>
              <a:off x="2952" y="161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R3</a:t>
              </a:r>
            </a:p>
          </p:txBody>
        </p:sp>
        <p:sp>
          <p:nvSpPr>
            <p:cNvPr id="28705" name="Rectangle 234"/>
            <p:cNvSpPr>
              <a:spLocks noChangeArrowheads="1"/>
            </p:cNvSpPr>
            <p:nvPr/>
          </p:nvSpPr>
          <p:spPr bwMode="auto">
            <a:xfrm>
              <a:off x="2952" y="1775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R4</a:t>
              </a:r>
            </a:p>
          </p:txBody>
        </p:sp>
        <p:sp>
          <p:nvSpPr>
            <p:cNvPr id="28706" name="Rectangle 235"/>
            <p:cNvSpPr>
              <a:spLocks noChangeArrowheads="1"/>
            </p:cNvSpPr>
            <p:nvPr/>
          </p:nvSpPr>
          <p:spPr bwMode="auto">
            <a:xfrm>
              <a:off x="2952" y="1936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R5</a:t>
              </a:r>
            </a:p>
          </p:txBody>
        </p:sp>
        <p:sp>
          <p:nvSpPr>
            <p:cNvPr id="28707" name="Rectangle 236"/>
            <p:cNvSpPr>
              <a:spLocks noChangeArrowheads="1"/>
            </p:cNvSpPr>
            <p:nvPr/>
          </p:nvSpPr>
          <p:spPr bwMode="auto">
            <a:xfrm>
              <a:off x="2952" y="209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R6</a:t>
              </a:r>
            </a:p>
          </p:txBody>
        </p:sp>
        <p:sp>
          <p:nvSpPr>
            <p:cNvPr id="28708" name="Rectangle 237"/>
            <p:cNvSpPr>
              <a:spLocks noChangeArrowheads="1"/>
            </p:cNvSpPr>
            <p:nvPr/>
          </p:nvSpPr>
          <p:spPr bwMode="auto">
            <a:xfrm>
              <a:off x="2952" y="226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R7</a:t>
              </a:r>
            </a:p>
          </p:txBody>
        </p:sp>
        <p:sp>
          <p:nvSpPr>
            <p:cNvPr id="28709" name="Rectangle 238"/>
            <p:cNvSpPr>
              <a:spLocks noChangeArrowheads="1"/>
            </p:cNvSpPr>
            <p:nvPr/>
          </p:nvSpPr>
          <p:spPr bwMode="auto">
            <a:xfrm>
              <a:off x="2952" y="242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R8</a:t>
              </a:r>
            </a:p>
          </p:txBody>
        </p:sp>
        <p:sp>
          <p:nvSpPr>
            <p:cNvPr id="28710" name="Rectangle 239"/>
            <p:cNvSpPr>
              <a:spLocks noChangeArrowheads="1"/>
            </p:cNvSpPr>
            <p:nvPr/>
          </p:nvSpPr>
          <p:spPr bwMode="auto">
            <a:xfrm>
              <a:off x="2952" y="258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R9</a:t>
              </a:r>
            </a:p>
          </p:txBody>
        </p:sp>
        <p:sp>
          <p:nvSpPr>
            <p:cNvPr id="28711" name="Rectangle 240"/>
            <p:cNvSpPr>
              <a:spLocks noChangeArrowheads="1"/>
            </p:cNvSpPr>
            <p:nvPr/>
          </p:nvSpPr>
          <p:spPr bwMode="auto">
            <a:xfrm>
              <a:off x="2952" y="2745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R10</a:t>
              </a:r>
            </a:p>
          </p:txBody>
        </p:sp>
        <p:sp>
          <p:nvSpPr>
            <p:cNvPr id="28712" name="Rectangle 241"/>
            <p:cNvSpPr>
              <a:spLocks noChangeArrowheads="1"/>
            </p:cNvSpPr>
            <p:nvPr/>
          </p:nvSpPr>
          <p:spPr bwMode="auto">
            <a:xfrm>
              <a:off x="2952" y="2907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R11</a:t>
              </a:r>
            </a:p>
          </p:txBody>
        </p:sp>
        <p:sp>
          <p:nvSpPr>
            <p:cNvPr id="28713" name="Rectangle 242"/>
            <p:cNvSpPr>
              <a:spLocks noChangeArrowheads="1"/>
            </p:cNvSpPr>
            <p:nvPr/>
          </p:nvSpPr>
          <p:spPr bwMode="auto">
            <a:xfrm>
              <a:off x="2952" y="306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R12</a:t>
              </a:r>
            </a:p>
          </p:txBody>
        </p:sp>
        <p:sp>
          <p:nvSpPr>
            <p:cNvPr id="28714" name="Rectangle 243"/>
            <p:cNvSpPr>
              <a:spLocks noChangeArrowheads="1"/>
            </p:cNvSpPr>
            <p:nvPr/>
          </p:nvSpPr>
          <p:spPr bwMode="auto">
            <a:xfrm>
              <a:off x="2952" y="3230"/>
              <a:ext cx="708" cy="162"/>
            </a:xfrm>
            <a:prstGeom prst="rect">
              <a:avLst/>
            </a:prstGeom>
            <a:solidFill>
              <a:srgbClr val="993300">
                <a:alpha val="3411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R13_abt</a:t>
              </a:r>
            </a:p>
          </p:txBody>
        </p:sp>
        <p:sp>
          <p:nvSpPr>
            <p:cNvPr id="28715" name="Rectangle 244"/>
            <p:cNvSpPr>
              <a:spLocks noChangeArrowheads="1"/>
            </p:cNvSpPr>
            <p:nvPr/>
          </p:nvSpPr>
          <p:spPr bwMode="auto">
            <a:xfrm>
              <a:off x="2952" y="3392"/>
              <a:ext cx="708" cy="161"/>
            </a:xfrm>
            <a:prstGeom prst="rect">
              <a:avLst/>
            </a:prstGeom>
            <a:solidFill>
              <a:srgbClr val="993300">
                <a:alpha val="3411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R14_abt</a:t>
              </a:r>
            </a:p>
          </p:txBody>
        </p:sp>
        <p:sp>
          <p:nvSpPr>
            <p:cNvPr id="28716" name="Rectangle 245"/>
            <p:cNvSpPr>
              <a:spLocks noChangeArrowheads="1"/>
            </p:cNvSpPr>
            <p:nvPr/>
          </p:nvSpPr>
          <p:spPr bwMode="auto">
            <a:xfrm>
              <a:off x="2952" y="355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R15 (PC)</a:t>
              </a:r>
            </a:p>
          </p:txBody>
        </p:sp>
        <p:sp>
          <p:nvSpPr>
            <p:cNvPr id="28717" name="Rectangle 289"/>
            <p:cNvSpPr>
              <a:spLocks noChangeArrowheads="1"/>
            </p:cNvSpPr>
            <p:nvPr/>
          </p:nvSpPr>
          <p:spPr bwMode="auto">
            <a:xfrm>
              <a:off x="2952" y="3776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CPSR</a:t>
              </a:r>
            </a:p>
          </p:txBody>
        </p:sp>
        <p:sp>
          <p:nvSpPr>
            <p:cNvPr id="28718" name="Rectangle 290"/>
            <p:cNvSpPr>
              <a:spLocks noChangeArrowheads="1"/>
            </p:cNvSpPr>
            <p:nvPr/>
          </p:nvSpPr>
          <p:spPr bwMode="auto">
            <a:xfrm>
              <a:off x="2952" y="3936"/>
              <a:ext cx="708" cy="162"/>
            </a:xfrm>
            <a:prstGeom prst="rect">
              <a:avLst/>
            </a:prstGeom>
            <a:solidFill>
              <a:srgbClr val="993300">
                <a:alpha val="3411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Arial" charset="0"/>
                </a:rPr>
                <a:t>SPSR_abt</a:t>
              </a:r>
              <a:endParaRPr lang="en-US" altLang="en-US" sz="1600" dirty="0">
                <a:latin typeface="Arial" charset="0"/>
              </a:endParaRPr>
            </a:p>
          </p:txBody>
        </p:sp>
        <p:sp>
          <p:nvSpPr>
            <p:cNvPr id="28719" name="Text Box 303"/>
            <p:cNvSpPr txBox="1">
              <a:spLocks noChangeArrowheads="1"/>
            </p:cNvSpPr>
            <p:nvPr/>
          </p:nvSpPr>
          <p:spPr bwMode="auto">
            <a:xfrm>
              <a:off x="3082" y="903"/>
              <a:ext cx="4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Abort</a:t>
              </a:r>
            </a:p>
          </p:txBody>
        </p:sp>
      </p:grpSp>
      <p:grpSp>
        <p:nvGrpSpPr>
          <p:cNvPr id="37176" name="Group 312"/>
          <p:cNvGrpSpPr>
            <a:grpSpLocks/>
          </p:cNvGrpSpPr>
          <p:nvPr/>
        </p:nvGrpSpPr>
        <p:grpSpPr bwMode="auto">
          <a:xfrm>
            <a:off x="7375525" y="1420813"/>
            <a:ext cx="1225550" cy="5084762"/>
            <a:chOff x="4646" y="895"/>
            <a:chExt cx="772" cy="3203"/>
          </a:xfrm>
        </p:grpSpPr>
        <p:sp>
          <p:nvSpPr>
            <p:cNvPr id="28682" name="Rectangle 267"/>
            <p:cNvSpPr>
              <a:spLocks noChangeArrowheads="1"/>
            </p:cNvSpPr>
            <p:nvPr/>
          </p:nvSpPr>
          <p:spPr bwMode="auto">
            <a:xfrm>
              <a:off x="4680" y="112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R0</a:t>
              </a:r>
            </a:p>
          </p:txBody>
        </p:sp>
        <p:sp>
          <p:nvSpPr>
            <p:cNvPr id="28683" name="Rectangle 268"/>
            <p:cNvSpPr>
              <a:spLocks noChangeArrowheads="1"/>
            </p:cNvSpPr>
            <p:nvPr/>
          </p:nvSpPr>
          <p:spPr bwMode="auto">
            <a:xfrm>
              <a:off x="4680" y="129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</a:t>
              </a:r>
            </a:p>
          </p:txBody>
        </p:sp>
        <p:sp>
          <p:nvSpPr>
            <p:cNvPr id="28684" name="Rectangle 269"/>
            <p:cNvSpPr>
              <a:spLocks noChangeArrowheads="1"/>
            </p:cNvSpPr>
            <p:nvPr/>
          </p:nvSpPr>
          <p:spPr bwMode="auto">
            <a:xfrm>
              <a:off x="4680" y="145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R2</a:t>
              </a:r>
            </a:p>
          </p:txBody>
        </p:sp>
        <p:sp>
          <p:nvSpPr>
            <p:cNvPr id="28685" name="Rectangle 270"/>
            <p:cNvSpPr>
              <a:spLocks noChangeArrowheads="1"/>
            </p:cNvSpPr>
            <p:nvPr/>
          </p:nvSpPr>
          <p:spPr bwMode="auto">
            <a:xfrm>
              <a:off x="4680" y="161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R3</a:t>
              </a:r>
            </a:p>
          </p:txBody>
        </p:sp>
        <p:sp>
          <p:nvSpPr>
            <p:cNvPr id="28686" name="Rectangle 271"/>
            <p:cNvSpPr>
              <a:spLocks noChangeArrowheads="1"/>
            </p:cNvSpPr>
            <p:nvPr/>
          </p:nvSpPr>
          <p:spPr bwMode="auto">
            <a:xfrm>
              <a:off x="4680" y="1775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R4</a:t>
              </a:r>
            </a:p>
          </p:txBody>
        </p:sp>
        <p:sp>
          <p:nvSpPr>
            <p:cNvPr id="28687" name="Rectangle 272"/>
            <p:cNvSpPr>
              <a:spLocks noChangeArrowheads="1"/>
            </p:cNvSpPr>
            <p:nvPr/>
          </p:nvSpPr>
          <p:spPr bwMode="auto">
            <a:xfrm>
              <a:off x="4680" y="1936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R5</a:t>
              </a:r>
            </a:p>
          </p:txBody>
        </p:sp>
        <p:sp>
          <p:nvSpPr>
            <p:cNvPr id="28688" name="Rectangle 273"/>
            <p:cNvSpPr>
              <a:spLocks noChangeArrowheads="1"/>
            </p:cNvSpPr>
            <p:nvPr/>
          </p:nvSpPr>
          <p:spPr bwMode="auto">
            <a:xfrm>
              <a:off x="4680" y="209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R6</a:t>
              </a:r>
            </a:p>
          </p:txBody>
        </p:sp>
        <p:sp>
          <p:nvSpPr>
            <p:cNvPr id="28689" name="Rectangle 274"/>
            <p:cNvSpPr>
              <a:spLocks noChangeArrowheads="1"/>
            </p:cNvSpPr>
            <p:nvPr/>
          </p:nvSpPr>
          <p:spPr bwMode="auto">
            <a:xfrm>
              <a:off x="4680" y="2260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R7</a:t>
              </a:r>
            </a:p>
          </p:txBody>
        </p:sp>
        <p:sp>
          <p:nvSpPr>
            <p:cNvPr id="28690" name="Rectangle 275"/>
            <p:cNvSpPr>
              <a:spLocks noChangeArrowheads="1"/>
            </p:cNvSpPr>
            <p:nvPr/>
          </p:nvSpPr>
          <p:spPr bwMode="auto">
            <a:xfrm>
              <a:off x="4680" y="2421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R8</a:t>
              </a:r>
            </a:p>
          </p:txBody>
        </p:sp>
        <p:sp>
          <p:nvSpPr>
            <p:cNvPr id="28691" name="Rectangle 276"/>
            <p:cNvSpPr>
              <a:spLocks noChangeArrowheads="1"/>
            </p:cNvSpPr>
            <p:nvPr/>
          </p:nvSpPr>
          <p:spPr bwMode="auto">
            <a:xfrm>
              <a:off x="4680" y="258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R9</a:t>
              </a:r>
            </a:p>
          </p:txBody>
        </p:sp>
        <p:sp>
          <p:nvSpPr>
            <p:cNvPr id="28692" name="Rectangle 277"/>
            <p:cNvSpPr>
              <a:spLocks noChangeArrowheads="1"/>
            </p:cNvSpPr>
            <p:nvPr/>
          </p:nvSpPr>
          <p:spPr bwMode="auto">
            <a:xfrm>
              <a:off x="4680" y="2745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R10</a:t>
              </a:r>
            </a:p>
          </p:txBody>
        </p:sp>
        <p:sp>
          <p:nvSpPr>
            <p:cNvPr id="28693" name="Rectangle 278"/>
            <p:cNvSpPr>
              <a:spLocks noChangeArrowheads="1"/>
            </p:cNvSpPr>
            <p:nvPr/>
          </p:nvSpPr>
          <p:spPr bwMode="auto">
            <a:xfrm>
              <a:off x="4680" y="2907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R11</a:t>
              </a:r>
            </a:p>
          </p:txBody>
        </p:sp>
        <p:sp>
          <p:nvSpPr>
            <p:cNvPr id="28694" name="Rectangle 279"/>
            <p:cNvSpPr>
              <a:spLocks noChangeArrowheads="1"/>
            </p:cNvSpPr>
            <p:nvPr/>
          </p:nvSpPr>
          <p:spPr bwMode="auto">
            <a:xfrm>
              <a:off x="4680" y="3068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R12</a:t>
              </a:r>
            </a:p>
          </p:txBody>
        </p:sp>
        <p:sp>
          <p:nvSpPr>
            <p:cNvPr id="28695" name="Rectangle 280"/>
            <p:cNvSpPr>
              <a:spLocks noChangeArrowheads="1"/>
            </p:cNvSpPr>
            <p:nvPr/>
          </p:nvSpPr>
          <p:spPr bwMode="auto">
            <a:xfrm>
              <a:off x="4680" y="3230"/>
              <a:ext cx="708" cy="16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R13_und</a:t>
              </a:r>
            </a:p>
          </p:txBody>
        </p:sp>
        <p:sp>
          <p:nvSpPr>
            <p:cNvPr id="28696" name="Rectangle 281"/>
            <p:cNvSpPr>
              <a:spLocks noChangeArrowheads="1"/>
            </p:cNvSpPr>
            <p:nvPr/>
          </p:nvSpPr>
          <p:spPr bwMode="auto">
            <a:xfrm>
              <a:off x="4680" y="3392"/>
              <a:ext cx="708" cy="161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R14_und</a:t>
              </a:r>
            </a:p>
          </p:txBody>
        </p:sp>
        <p:sp>
          <p:nvSpPr>
            <p:cNvPr id="28697" name="Rectangle 282"/>
            <p:cNvSpPr>
              <a:spLocks noChangeArrowheads="1"/>
            </p:cNvSpPr>
            <p:nvPr/>
          </p:nvSpPr>
          <p:spPr bwMode="auto">
            <a:xfrm>
              <a:off x="4680" y="3553"/>
              <a:ext cx="708" cy="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R15 (PC)</a:t>
              </a:r>
            </a:p>
          </p:txBody>
        </p:sp>
        <p:sp>
          <p:nvSpPr>
            <p:cNvPr id="28698" name="Rectangle 295"/>
            <p:cNvSpPr>
              <a:spLocks noChangeArrowheads="1"/>
            </p:cNvSpPr>
            <p:nvPr/>
          </p:nvSpPr>
          <p:spPr bwMode="auto">
            <a:xfrm>
              <a:off x="4680" y="3776"/>
              <a:ext cx="708" cy="16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Arial" charset="0"/>
                </a:rPr>
                <a:t>CPSR</a:t>
              </a:r>
            </a:p>
          </p:txBody>
        </p:sp>
        <p:sp>
          <p:nvSpPr>
            <p:cNvPr id="28699" name="Rectangle 296"/>
            <p:cNvSpPr>
              <a:spLocks noChangeArrowheads="1"/>
            </p:cNvSpPr>
            <p:nvPr/>
          </p:nvSpPr>
          <p:spPr bwMode="auto">
            <a:xfrm>
              <a:off x="4680" y="3936"/>
              <a:ext cx="708" cy="16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Arial" charset="0"/>
                </a:rPr>
                <a:t>SPSR_und</a:t>
              </a:r>
              <a:endParaRPr lang="en-US" altLang="en-US" sz="1600" dirty="0">
                <a:latin typeface="Arial" charset="0"/>
              </a:endParaRPr>
            </a:p>
          </p:txBody>
        </p:sp>
        <p:sp>
          <p:nvSpPr>
            <p:cNvPr id="28700" name="Text Box 304"/>
            <p:cNvSpPr txBox="1">
              <a:spLocks noChangeArrowheads="1"/>
            </p:cNvSpPr>
            <p:nvPr/>
          </p:nvSpPr>
          <p:spPr bwMode="auto">
            <a:xfrm>
              <a:off x="4646" y="895"/>
              <a:ext cx="7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algn="l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algn="l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algn="l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algn="l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Undefined</a:t>
              </a:r>
            </a:p>
          </p:txBody>
        </p:sp>
      </p:grpSp>
      <p:sp>
        <p:nvSpPr>
          <p:cNvPr id="122" name="Rectangle 5"/>
          <p:cNvSpPr txBox="1">
            <a:spLocks noRot="1" noChangeArrowheads="1"/>
          </p:cNvSpPr>
          <p:nvPr/>
        </p:nvSpPr>
        <p:spPr bwMode="auto">
          <a:xfrm>
            <a:off x="251520" y="116632"/>
            <a:ext cx="86407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ARM7 Programmer’s Model or Register Model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93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7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37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7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7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3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7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7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7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3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3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7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7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7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060EB-4551-4269-95C2-86F5AAD1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976664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373A3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73A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total 17(Visible)+20(Banked </a:t>
            </a:r>
            <a:r>
              <a:rPr lang="en-US" sz="1600" b="0" i="0" dirty="0" err="1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Rrgisters</a:t>
            </a: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)=37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active registers available in the user mode are shown below.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protected mode which is normally used while executing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16 Data registers &amp; one status register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r0 to  r13 are </a:t>
            </a:r>
            <a:r>
              <a:rPr lang="en-US" sz="1600" b="1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orthogonal general purpose register.</a:t>
            </a:r>
            <a:endParaRPr lang="en-US" sz="1600" b="0" i="0" dirty="0">
              <a:solidFill>
                <a:srgbClr val="373A3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Orthogonal means, any instruction that you can apply to </a:t>
            </a:r>
            <a:r>
              <a:rPr lang="en-US" sz="1600" b="0" i="0" dirty="0" err="1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can equally be applied to any of the other register.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 </a:t>
            </a:r>
            <a:r>
              <a:rPr lang="en-US" sz="1600" b="0" i="0" dirty="0" err="1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r1, r2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r5, r6, r7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R13 (stack pointer)</a:t>
            </a: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stores the top of the stack in the current processor mode.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R14(LR) Link Register</a:t>
            </a: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where the core puts the return address on executing a subroutine.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R15(PC) Program counter</a:t>
            </a: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stores the address of next instruction to be executed.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ARM state all ARM instruction  are 32-bits wide.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Thumb state all instructions are 16-bit wide.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3A3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ARM state Instruction have to be four byte aligned in the memory. Which implies that the bottom two bits of the PC are always zero(Memory location 1000H,1004,1008H).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18421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66764" y="588339"/>
            <a:ext cx="8640763" cy="603878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CPSR</a:t>
            </a:r>
            <a:br>
              <a:rPr lang="en-US" altLang="en-US" sz="4000" b="1" dirty="0">
                <a:solidFill>
                  <a:srgbClr val="FF0000"/>
                </a:solidFill>
              </a:rPr>
            </a:br>
            <a:r>
              <a:rPr lang="en-US" altLang="en-US" sz="4000" b="1" dirty="0">
                <a:solidFill>
                  <a:srgbClr val="FF0000"/>
                </a:solidFill>
              </a:rPr>
              <a:t>CURRENT PROCESSOR STATUS REGISTER</a:t>
            </a:r>
            <a:br>
              <a:rPr lang="en-US" altLang="en-US" sz="4000" b="1" dirty="0">
                <a:solidFill>
                  <a:srgbClr val="FF0000"/>
                </a:solidFill>
              </a:rPr>
            </a:b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884873"/>
            <a:ext cx="6970447" cy="2649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D5B6F0-9F95-4680-A184-8EAB266AC4D4}"/>
              </a:ext>
            </a:extLst>
          </p:cNvPr>
          <p:cNvSpPr txBox="1"/>
          <p:nvPr/>
        </p:nvSpPr>
        <p:spPr>
          <a:xfrm>
            <a:off x="781302" y="1838490"/>
            <a:ext cx="81367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ARM core uses CPSR to monitor &amp; control internal operations.</a:t>
            </a:r>
          </a:p>
        </p:txBody>
      </p:sp>
    </p:spTree>
    <p:extLst>
      <p:ext uri="{BB962C8B-B14F-4D97-AF65-F5344CB8AC3E}">
        <p14:creationId xmlns:p14="http://schemas.microsoft.com/office/powerpoint/2010/main" val="20386167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1046-89F8-4026-8581-590955CF61BB}"/>
              </a:ext>
            </a:extLst>
          </p:cNvPr>
          <p:cNvSpPr txBox="1"/>
          <p:nvPr/>
        </p:nvSpPr>
        <p:spPr>
          <a:xfrm>
            <a:off x="251520" y="404664"/>
            <a:ext cx="86409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CPSR fields is divided in to four fields, </a:t>
            </a:r>
          </a:p>
          <a:p>
            <a:pPr algn="l"/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each 8-bits wide: flags, status, extension, and control.</a:t>
            </a:r>
          </a:p>
          <a:p>
            <a:pPr algn="l"/>
            <a:endParaRPr lang="en-US" b="0" i="0" dirty="0">
              <a:solidFill>
                <a:srgbClr val="373A3C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In some ARM processor cores have extra bits allocated J bit (available only on </a:t>
            </a:r>
            <a:r>
              <a:rPr lang="en-US" b="0" i="0" dirty="0" err="1">
                <a:solidFill>
                  <a:srgbClr val="373A3C"/>
                </a:solidFill>
                <a:effectLst/>
                <a:latin typeface="-apple-system"/>
              </a:rPr>
              <a:t>Jazelle</a:t>
            </a: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 enabled processing which execute 8-bit instructions).</a:t>
            </a:r>
          </a:p>
        </p:txBody>
      </p:sp>
      <p:pic>
        <p:nvPicPr>
          <p:cNvPr id="2050" name="Picture 2" descr="cpsr">
            <a:extLst>
              <a:ext uri="{FF2B5EF4-FFF2-40B4-BE49-F238E27FC236}">
                <a16:creationId xmlns:a16="http://schemas.microsoft.com/office/drawing/2014/main" id="{D0824F1D-DBEA-4F0E-A5B1-8BB8F85DF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0" y="2420888"/>
            <a:ext cx="8280919" cy="278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414238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FD929C-77D1-422F-A509-A27263FC1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320943"/>
              </p:ext>
            </p:extLst>
          </p:nvPr>
        </p:nvGraphicFramePr>
        <p:xfrm>
          <a:off x="1103669" y="643466"/>
          <a:ext cx="6936661" cy="5571070"/>
        </p:xfrm>
        <a:graphic>
          <a:graphicData uri="http://schemas.openxmlformats.org/drawingml/2006/table">
            <a:tbl>
              <a:tblPr firstRow="1" bandRow="1"/>
              <a:tblGrid>
                <a:gridCol w="3412293">
                  <a:extLst>
                    <a:ext uri="{9D8B030D-6E8A-4147-A177-3AD203B41FA5}">
                      <a16:colId xmlns:a16="http://schemas.microsoft.com/office/drawing/2014/main" val="3287240441"/>
                    </a:ext>
                  </a:extLst>
                </a:gridCol>
                <a:gridCol w="3524368">
                  <a:extLst>
                    <a:ext uri="{9D8B030D-6E8A-4147-A177-3AD203B41FA5}">
                      <a16:colId xmlns:a16="http://schemas.microsoft.com/office/drawing/2014/main" val="3674102054"/>
                    </a:ext>
                  </a:extLst>
                </a:gridCol>
              </a:tblGrid>
              <a:tr h="346840"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effectLst/>
                        </a:rPr>
                        <a:t>Flag bit</a:t>
                      </a:r>
                      <a:endParaRPr lang="en-IN" sz="1500">
                        <a:effectLst/>
                      </a:endParaRP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effectLst/>
                        </a:rPr>
                        <a:t>Sets when</a:t>
                      </a:r>
                      <a:endParaRPr lang="en-IN" sz="1500">
                        <a:effectLst/>
                      </a:endParaRP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01087"/>
                  </a:ext>
                </a:extLst>
              </a:tr>
              <a:tr h="104773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N- Negative         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In case of signed no. operations If result </a:t>
                      </a:r>
                    </a:p>
                    <a:p>
                      <a:r>
                        <a:rPr lang="en-US" sz="1500">
                          <a:effectLst/>
                        </a:rPr>
                        <a:t>MSB=1  ;Indicates the result of operation is NEGATIVE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280546"/>
                  </a:ext>
                </a:extLst>
              </a:tr>
              <a:tr h="34684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Z- Zero    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The result of operation is zero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161019"/>
                  </a:ext>
                </a:extLst>
              </a:tr>
              <a:tr h="58047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C- Carry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The result causes an unsigned carry(carry out of MSB)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387413"/>
                  </a:ext>
                </a:extLst>
              </a:tr>
              <a:tr h="34684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V-Overflow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The result causes a signed overflow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052"/>
                  </a:ext>
                </a:extLst>
              </a:tr>
              <a:tr h="58047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Q- Saturation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The result causes an overflow or saturation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45995"/>
                  </a:ext>
                </a:extLst>
              </a:tr>
              <a:tr h="58047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I- Interrupt request Disable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If set interrupt request channel is disabled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551403"/>
                  </a:ext>
                </a:extLst>
              </a:tr>
              <a:tr h="58047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F- Fast interrupt request Disable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 If set fast interrupt request channel is disabled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2491"/>
                  </a:ext>
                </a:extLst>
              </a:tr>
              <a:tr h="580470">
                <a:tc>
                  <a:txBody>
                    <a:bodyPr/>
                    <a:lstStyle/>
                    <a:p>
                      <a:r>
                        <a:rPr lang="en-IN" sz="1500" dirty="0">
                          <a:effectLst/>
                        </a:rPr>
                        <a:t>J- </a:t>
                      </a:r>
                      <a:r>
                        <a:rPr lang="en-IN" sz="1500" dirty="0" err="1">
                          <a:effectLst/>
                        </a:rPr>
                        <a:t>Jazelle</a:t>
                      </a:r>
                      <a:r>
                        <a:rPr lang="en-IN" sz="1500" dirty="0">
                          <a:effectLst/>
                        </a:rPr>
                        <a:t> instruction set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If set processor will execute Jazelle instructions 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843344"/>
                  </a:ext>
                </a:extLst>
              </a:tr>
              <a:tr h="580470">
                <a:tc>
                  <a:txBody>
                    <a:bodyPr/>
                    <a:lstStyle/>
                    <a:p>
                      <a:r>
                        <a:rPr lang="en-IN" sz="1500">
                          <a:effectLst/>
                        </a:rPr>
                        <a:t>T-Thumb instruction set  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If set processor will execute Thumb Instruction set</a:t>
                      </a:r>
                    </a:p>
                  </a:txBody>
                  <a:tcPr marL="75829" marR="75829" marT="37914" marB="37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443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24687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PROCESSOR MODES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2" y="2204864"/>
            <a:ext cx="8541609" cy="2707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197527"/>
      </p:ext>
    </p:extLst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Rot="1" noChangeArrowheads="1"/>
          </p:cNvSpPr>
          <p:nvPr>
            <p:ph idx="1"/>
          </p:nvPr>
        </p:nvSpPr>
        <p:spPr>
          <a:xfrm>
            <a:off x="107504" y="1052736"/>
            <a:ext cx="8928992" cy="5328592"/>
          </a:xfrm>
        </p:spPr>
        <p:txBody>
          <a:bodyPr/>
          <a:lstStyle/>
          <a:p>
            <a:pPr marL="0" indent="0" algn="ctr" eaLnBrk="1" hangingPunct="1">
              <a:lnSpc>
                <a:spcPct val="150000"/>
              </a:lnSpc>
              <a:buNone/>
              <a:defRPr/>
            </a:pPr>
            <a:endParaRPr lang="en-US" altLang="en-US" sz="2400" dirty="0"/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endParaRPr lang="en-US" altLang="en-US" sz="2400" dirty="0"/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endParaRPr lang="en-US" altLang="en-US" sz="2400" dirty="0"/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endParaRPr lang="en-US" altLang="en-US" sz="2400" dirty="0"/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endParaRPr lang="en-US" altLang="en-US" sz="2400" dirty="0"/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endParaRPr lang="en-US" altLang="en-US" sz="2400" dirty="0"/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endParaRPr lang="en-US" altLang="en-US" sz="2400" dirty="0"/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r>
              <a:rPr lang="en-US" altLang="en-US" sz="2400" dirty="0"/>
              <a:t>Exception types, sorted by Interrupt Vector addresses</a:t>
            </a:r>
          </a:p>
          <a:p>
            <a:pPr algn="ctr" eaLnBrk="1" hangingPunct="1">
              <a:lnSpc>
                <a:spcPct val="150000"/>
              </a:lnSpc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Exceptions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6780"/>
            <a:ext cx="7344816" cy="3822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094379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ARM Instruction Set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631825" y="1501775"/>
          <a:ext cx="8066088" cy="4576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04519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E7D1B71-C0FC-42F5-93C6-CC8D05489D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graphicEl>
                                              <a:dgm id="{6E7D1B71-C0FC-42F5-93C6-CC8D05489D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graphicEl>
                                              <a:dgm id="{6E7D1B71-C0FC-42F5-93C6-CC8D05489D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graphicEl>
                                              <a:dgm id="{6E7D1B71-C0FC-42F5-93C6-CC8D05489D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30A6AB5-CED7-474D-B170-5444A98100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graphicEl>
                                              <a:dgm id="{C30A6AB5-CED7-474D-B170-5444A98100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graphicEl>
                                              <a:dgm id="{C30A6AB5-CED7-474D-B170-5444A98100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graphicEl>
                                              <a:dgm id="{C30A6AB5-CED7-474D-B170-5444A98100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DF523DA-ACF5-4ACE-A636-1B134FBE80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graphicEl>
                                              <a:dgm id="{9DF523DA-ACF5-4ACE-A636-1B134FBE80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graphicEl>
                                              <a:dgm id="{9DF523DA-ACF5-4ACE-A636-1B134FBE80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graphicEl>
                                              <a:dgm id="{9DF523DA-ACF5-4ACE-A636-1B134FBE80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99113CB-2C21-4E59-A11D-96318E43A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graphicEl>
                                              <a:dgm id="{C99113CB-2C21-4E59-A11D-96318E43AA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graphicEl>
                                              <a:dgm id="{C99113CB-2C21-4E59-A11D-96318E43A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graphicEl>
                                              <a:dgm id="{C99113CB-2C21-4E59-A11D-96318E43A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C889BFA-441B-44F9-9289-FC89F705C6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graphicEl>
                                              <a:dgm id="{BC889BFA-441B-44F9-9289-FC89F705C6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graphicEl>
                                              <a:dgm id="{BC889BFA-441B-44F9-9289-FC89F705C6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graphicEl>
                                              <a:dgm id="{BC889BFA-441B-44F9-9289-FC89F705C6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904C414-9D77-4A7E-B49B-CFB52C4779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graphicEl>
                                              <a:dgm id="{6904C414-9D77-4A7E-B49B-CFB52C4779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graphicEl>
                                              <a:dgm id="{6904C414-9D77-4A7E-B49B-CFB52C4779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graphicEl>
                                              <a:dgm id="{6904C414-9D77-4A7E-B49B-CFB52C4779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2CCD22-C895-4B9E-B630-85C0CBC77B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graphicEl>
                                              <a:dgm id="{8A2CCD22-C895-4B9E-B630-85C0CBC77B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graphicEl>
                                              <a:dgm id="{8A2CCD22-C895-4B9E-B630-85C0CBC77B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graphicEl>
                                              <a:dgm id="{8A2CCD22-C895-4B9E-B630-85C0CBC77B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D4F97D-F39D-40FA-8E74-CBBC052C1D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>
                                            <p:graphicEl>
                                              <a:dgm id="{CFD4F97D-F39D-40FA-8E74-CBBC052C1D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graphicEl>
                                              <a:dgm id="{CFD4F97D-F39D-40FA-8E74-CBBC052C1D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graphicEl>
                                              <a:dgm id="{CFD4F97D-F39D-40FA-8E74-CBBC052C1D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92111A0-7770-4267-A1B4-7C7B8C4BF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>
                                            <p:graphicEl>
                                              <a:dgm id="{792111A0-7770-4267-A1B4-7C7B8C4BF8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>
                                            <p:graphicEl>
                                              <a:dgm id="{792111A0-7770-4267-A1B4-7C7B8C4BF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graphicEl>
                                              <a:dgm id="{792111A0-7770-4267-A1B4-7C7B8C4BF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EE91C3D-23A2-4AC5-8609-C9E61D01E8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>
                                            <p:graphicEl>
                                              <a:dgm id="{6EE91C3D-23A2-4AC5-8609-C9E61D01E8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>
                                            <p:graphicEl>
                                              <a:dgm id="{6EE91C3D-23A2-4AC5-8609-C9E61D01E8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>
                                            <p:graphicEl>
                                              <a:dgm id="{6EE91C3D-23A2-4AC5-8609-C9E61D01E8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C2F07A7-A4AD-4BE5-A259-804B5CC45C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>
                                            <p:graphicEl>
                                              <a:dgm id="{BC2F07A7-A4AD-4BE5-A259-804B5CC45C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>
                                            <p:graphicEl>
                                              <a:dgm id="{BC2F07A7-A4AD-4BE5-A259-804B5CC45C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>
                                            <p:graphicEl>
                                              <a:dgm id="{BC2F07A7-A4AD-4BE5-A259-804B5CC45C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1F57DB0-2FBF-45CE-826E-F1E7134480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">
                                            <p:graphicEl>
                                              <a:dgm id="{F1F57DB0-2FBF-45CE-826E-F1E7134480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>
                                            <p:graphicEl>
                                              <a:dgm id="{F1F57DB0-2FBF-45CE-826E-F1E7134480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>
                                            <p:graphicEl>
                                              <a:dgm id="{F1F57DB0-2FBF-45CE-826E-F1E7134480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3C67AE3-929C-4A98-8080-B2940D1AEA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">
                                            <p:graphicEl>
                                              <a:dgm id="{E3C67AE3-929C-4A98-8080-B2940D1AEA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>
                                            <p:graphicEl>
                                              <a:dgm id="{E3C67AE3-929C-4A98-8080-B2940D1AEA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">
                                            <p:graphicEl>
                                              <a:dgm id="{E3C67AE3-929C-4A98-8080-B2940D1AEA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251520" y="116632"/>
            <a:ext cx="8640763" cy="8636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</a:rPr>
              <a:t>ARM vs THUMB MODE</a:t>
            </a:r>
            <a:endParaRPr lang="en-US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24" y="1873611"/>
            <a:ext cx="7795701" cy="3168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1905969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5CD08-A31B-550E-3F2C-D1101D1A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– QUESTION BANK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C50A1-6B91-C7DA-ED01-A7AF5BED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Aptos Narrow" panose="020B0004020202020204" pitchFamily="34" charset="0"/>
              </a:rPr>
              <a:t>ARM- features/fundamentals.</a:t>
            </a:r>
          </a:p>
          <a:p>
            <a:r>
              <a:rPr lang="en-IN" sz="2000" dirty="0">
                <a:latin typeface="Aptos Narrow" panose="020B0004020202020204" pitchFamily="34" charset="0"/>
              </a:rPr>
              <a:t>ARM &amp; RISC DESIGN PHILOSOPHY</a:t>
            </a:r>
          </a:p>
          <a:p>
            <a:r>
              <a:rPr lang="en-IN" sz="2000" dirty="0">
                <a:latin typeface="Aptos Narrow" panose="020B0004020202020204" pitchFamily="34" charset="0"/>
              </a:rPr>
              <a:t>RISC VS CISC</a:t>
            </a:r>
          </a:p>
          <a:p>
            <a:r>
              <a:rPr lang="en-IN" sz="2000" dirty="0">
                <a:highlight>
                  <a:srgbClr val="00FFFF"/>
                </a:highlight>
                <a:latin typeface="Aptos Narrow" panose="020B0004020202020204" pitchFamily="34" charset="0"/>
              </a:rPr>
              <a:t>PIPELINE</a:t>
            </a:r>
          </a:p>
          <a:p>
            <a:r>
              <a:rPr lang="en-IN" sz="2000" dirty="0">
                <a:latin typeface="Aptos Narrow" panose="020B0004020202020204" pitchFamily="34" charset="0"/>
              </a:rPr>
              <a:t>ARM – DATA FLOW MODEL</a:t>
            </a:r>
          </a:p>
          <a:p>
            <a:r>
              <a:rPr lang="en-IN" sz="2000" dirty="0">
                <a:highlight>
                  <a:srgbClr val="00FFFF"/>
                </a:highlight>
                <a:latin typeface="Aptos Narrow" panose="020B0004020202020204" pitchFamily="34" charset="0"/>
              </a:rPr>
              <a:t>ARM –REGISTERS</a:t>
            </a:r>
          </a:p>
          <a:p>
            <a:r>
              <a:rPr lang="en-IN" sz="2000" dirty="0">
                <a:latin typeface="Aptos Narrow" panose="020B0004020202020204" pitchFamily="34" charset="0"/>
              </a:rPr>
              <a:t>ARM – PROCESSOR MODES</a:t>
            </a:r>
          </a:p>
          <a:p>
            <a:r>
              <a:rPr lang="en-US" altLang="en-US" sz="2000" dirty="0">
                <a:latin typeface="Aptos Narrow" panose="020B0004020202020204" pitchFamily="34" charset="0"/>
                <a:cs typeface="Arial" panose="020B0604020202020204" pitchFamily="34" charset="0"/>
              </a:rPr>
              <a:t>ARM7 Programmer’s Model or Register Model</a:t>
            </a:r>
          </a:p>
          <a:p>
            <a:r>
              <a:rPr lang="en-US" altLang="en-US" sz="2000" dirty="0">
                <a:highlight>
                  <a:srgbClr val="00FFFF"/>
                </a:highlight>
                <a:latin typeface="Aptos Narrow" panose="020B0004020202020204" pitchFamily="34" charset="0"/>
              </a:rPr>
              <a:t>CURRENT PROCESSOR STATUS REGISTER</a:t>
            </a:r>
            <a:r>
              <a:rPr lang="en-US" altLang="en-US" sz="2000" dirty="0">
                <a:highlight>
                  <a:srgbClr val="00FFFF"/>
                </a:highlight>
                <a:latin typeface="Aptos Narrow" panose="020B0004020202020204" pitchFamily="34" charset="0"/>
                <a:cs typeface="Arial" panose="020B0604020202020204" pitchFamily="34" charset="0"/>
              </a:rPr>
              <a:t> (CPSR)</a:t>
            </a:r>
          </a:p>
          <a:p>
            <a:r>
              <a:rPr lang="en-US" altLang="en-US" sz="2000" dirty="0">
                <a:latin typeface="Aptos Narrow" panose="020B0004020202020204" pitchFamily="34" charset="0"/>
              </a:rPr>
              <a:t>ARM vs THUMB MODE</a:t>
            </a:r>
            <a:endParaRPr lang="en-US" altLang="en-US" sz="2000" dirty="0">
              <a:latin typeface="Aptos Narrow" panose="020B00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u="none" strike="noStrike" baseline="0" dirty="0">
                <a:highlight>
                  <a:srgbClr val="00FFFF"/>
                </a:highlight>
                <a:latin typeface="CIDFont+F2"/>
              </a:rPr>
              <a:t>Describe about ARM Processors &amp; mention the Popular ARM Architectures in detail?</a:t>
            </a:r>
            <a:endParaRPr lang="en-US" sz="2000" b="1" dirty="0"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8221454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F4C18D-D276-F198-6EC9-671D3DD7F7A8}"/>
              </a:ext>
            </a:extLst>
          </p:cNvPr>
          <p:cNvSpPr txBox="1"/>
          <p:nvPr/>
        </p:nvSpPr>
        <p:spPr>
          <a:xfrm>
            <a:off x="854612" y="1363687"/>
            <a:ext cx="709275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 (</a:t>
            </a:r>
            <a:r>
              <a:rPr lang="en-US" sz="2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Interface Controller)</a:t>
            </a:r>
            <a:r>
              <a:rPr lang="en-IN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Microcontrollers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25EE8-B0D5-3F17-5454-D02D1A37D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746" y="2747873"/>
            <a:ext cx="3480683" cy="1834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645BE0-4004-5307-1501-F1B73673A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99" y="2044212"/>
            <a:ext cx="4859823" cy="276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29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 Microcontroller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 microcontroller was developed in the year 1993 by microchip technology. </a:t>
            </a:r>
          </a:p>
          <a:p>
            <a:r>
              <a:rPr lang="en-US" dirty="0"/>
              <a:t>The term PIC stands for Peripheral Interface Controller. Initially this was developed for supporting PDP(programmed data processor) computers to control its peripheral devices, and therefore, named as a peripheral interface device.</a:t>
            </a:r>
          </a:p>
        </p:txBody>
      </p:sp>
    </p:spTree>
    <p:extLst>
      <p:ext uri="{BB962C8B-B14F-4D97-AF65-F5344CB8AC3E}">
        <p14:creationId xmlns:p14="http://schemas.microsoft.com/office/powerpoint/2010/main" val="2409501923"/>
      </p:ext>
    </p:extLst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Features of the PIC18 microcontroller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- 8-bit CPU</a:t>
            </a:r>
          </a:p>
          <a:p>
            <a:r>
              <a:rPr lang="en-US" dirty="0"/>
              <a:t>- 2 MB program memory space</a:t>
            </a:r>
          </a:p>
          <a:p>
            <a:r>
              <a:rPr lang="en-US" dirty="0"/>
              <a:t>- 256 bytes to 1KB of data EEPROM</a:t>
            </a:r>
          </a:p>
          <a:p>
            <a:r>
              <a:rPr lang="en-US" dirty="0"/>
              <a:t>- Up to 3968 bytes of on-chip SRAM</a:t>
            </a:r>
          </a:p>
          <a:p>
            <a:r>
              <a:rPr lang="en-US" dirty="0"/>
              <a:t>- 4 KB to 128KB flash program memory</a:t>
            </a:r>
          </a:p>
          <a:p>
            <a:r>
              <a:rPr lang="en-US" dirty="0"/>
              <a:t>- Sophisticated timer functions that include: input capture, output compare,</a:t>
            </a:r>
          </a:p>
          <a:p>
            <a:r>
              <a:rPr lang="en-US" dirty="0"/>
              <a:t>PWM, real-time interrupt, and watchdog timer</a:t>
            </a:r>
          </a:p>
          <a:p>
            <a:r>
              <a:rPr lang="en-US" dirty="0"/>
              <a:t>- Serial communication interfaces: SCI, SPI, I2C, and CAN</a:t>
            </a:r>
          </a:p>
          <a:p>
            <a:r>
              <a:rPr lang="en-US" dirty="0"/>
              <a:t>- Background debug mode (BDM)</a:t>
            </a:r>
          </a:p>
          <a:p>
            <a:r>
              <a:rPr lang="en-US" dirty="0"/>
              <a:t>- 10-bit A/D converter</a:t>
            </a:r>
          </a:p>
          <a:p>
            <a:r>
              <a:rPr lang="en-US" dirty="0"/>
              <a:t>- Memory protection capability</a:t>
            </a:r>
          </a:p>
          <a:p>
            <a:r>
              <a:rPr lang="en-US" dirty="0"/>
              <a:t>- Instruction pipelining</a:t>
            </a:r>
          </a:p>
          <a:p>
            <a:r>
              <a:rPr lang="en-US" dirty="0"/>
              <a:t>- Operates at up to 40 MHz crystal oscillator</a:t>
            </a:r>
          </a:p>
        </p:txBody>
      </p:sp>
    </p:spTree>
    <p:extLst>
      <p:ext uri="{BB962C8B-B14F-4D97-AF65-F5344CB8AC3E}">
        <p14:creationId xmlns:p14="http://schemas.microsoft.com/office/powerpoint/2010/main" val="1351562541"/>
      </p:ext>
    </p:extLst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Architecture of PIC18F Microcontrollers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Microcontroller Unit (MCU)</a:t>
            </a:r>
          </a:p>
          <a:p>
            <a:pPr lvl="1"/>
            <a:r>
              <a:rPr lang="en-US" altLang="en-US" dirty="0"/>
              <a:t>Microprocessor unit (MPU)</a:t>
            </a:r>
          </a:p>
          <a:p>
            <a:pPr lvl="1"/>
            <a:r>
              <a:rPr lang="en-US" altLang="en-US" dirty="0"/>
              <a:t>Harvard Architecture</a:t>
            </a:r>
          </a:p>
          <a:p>
            <a:pPr lvl="2"/>
            <a:r>
              <a:rPr lang="en-US" altLang="en-US" dirty="0"/>
              <a:t>Program memory for instructions</a:t>
            </a:r>
          </a:p>
          <a:p>
            <a:pPr lvl="2"/>
            <a:r>
              <a:rPr lang="en-US" altLang="en-US" dirty="0"/>
              <a:t>Data memory for data</a:t>
            </a:r>
          </a:p>
          <a:p>
            <a:pPr lvl="1"/>
            <a:r>
              <a:rPr lang="en-US" altLang="en-US" dirty="0"/>
              <a:t>I/O ports</a:t>
            </a:r>
          </a:p>
          <a:p>
            <a:pPr lvl="1"/>
            <a:r>
              <a:rPr lang="en-US" altLang="en-US" dirty="0"/>
              <a:t>Support devices such as timers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039441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Microcontroller with </a:t>
            </a:r>
            <a:br>
              <a:rPr lang="en-US" dirty="0"/>
            </a:br>
            <a:r>
              <a:rPr lang="en-US" dirty="0"/>
              <a:t>the Harvard Architecture</a:t>
            </a:r>
          </a:p>
        </p:txBody>
      </p:sp>
      <p:pic>
        <p:nvPicPr>
          <p:cNvPr id="4" name="Content Placeholder 3" descr="79144_02_0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1824831"/>
            <a:ext cx="57150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55368502"/>
      </p:ext>
    </p:extLst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1A2F3C-5CE9-8C34-A588-0C31E893B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76672"/>
            <a:ext cx="8352928" cy="557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28529"/>
      </p:ext>
    </p:extLst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of PIC Microcontroller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 descr="Architecture of PIC Microcontroller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371600"/>
            <a:ext cx="7162800" cy="472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1765982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Microprocessor 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Includes Arithmetic Logic Unit (ALU), Registers, and Control Unit</a:t>
            </a:r>
          </a:p>
          <a:p>
            <a:pPr lvl="1"/>
            <a:r>
              <a:rPr lang="en-US" altLang="en-US" dirty="0"/>
              <a:t>Arithmetic Logic Unit (ALU)</a:t>
            </a:r>
          </a:p>
          <a:p>
            <a:pPr lvl="2"/>
            <a:r>
              <a:rPr lang="en-US" altLang="en-US" dirty="0"/>
              <a:t>Instruction decoder</a:t>
            </a:r>
          </a:p>
          <a:p>
            <a:pPr lvl="3"/>
            <a:r>
              <a:rPr lang="en-US" altLang="en-US" dirty="0"/>
              <a:t>16-bit instructions</a:t>
            </a:r>
          </a:p>
          <a:p>
            <a:pPr lvl="2"/>
            <a:r>
              <a:rPr lang="en-US" altLang="en-US" dirty="0"/>
              <a:t>Status register that stores flags</a:t>
            </a:r>
          </a:p>
          <a:p>
            <a:pPr lvl="3"/>
            <a:r>
              <a:rPr lang="en-US" altLang="en-US" dirty="0"/>
              <a:t>5-bits</a:t>
            </a:r>
          </a:p>
          <a:p>
            <a:pPr lvl="2"/>
            <a:r>
              <a:rPr lang="en-US" altLang="en-US" dirty="0"/>
              <a:t>WREG – working register</a:t>
            </a:r>
          </a:p>
          <a:p>
            <a:pPr lvl="3"/>
            <a:r>
              <a:rPr lang="en-US" altLang="en-US" dirty="0"/>
              <a:t>8-bit accumulator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5620"/>
      </p:ext>
    </p:extLst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Microprocessor 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altLang="en-US" dirty="0"/>
              <a:t>Registers</a:t>
            </a:r>
          </a:p>
          <a:p>
            <a:pPr lvl="2"/>
            <a:r>
              <a:rPr lang="en-US" altLang="en-US" dirty="0"/>
              <a:t>Program Counter (PC)</a:t>
            </a:r>
          </a:p>
          <a:p>
            <a:pPr lvl="3"/>
            <a:r>
              <a:rPr lang="en-US" altLang="en-US" dirty="0"/>
              <a:t>21-bit register that holds the Program Memory address</a:t>
            </a:r>
          </a:p>
          <a:p>
            <a:pPr lvl="2"/>
            <a:r>
              <a:rPr lang="en-US" altLang="en-US" dirty="0"/>
              <a:t>Bank Select Register (BSR)</a:t>
            </a:r>
          </a:p>
          <a:p>
            <a:pPr lvl="3"/>
            <a:r>
              <a:rPr lang="en-US" altLang="en-US" dirty="0"/>
              <a:t>4-bit register used in direct addressing the Data Memory  	</a:t>
            </a:r>
          </a:p>
          <a:p>
            <a:pPr lvl="2"/>
            <a:r>
              <a:rPr lang="en-US" altLang="en-US" dirty="0"/>
              <a:t>File Select Registers (FSRs)</a:t>
            </a:r>
          </a:p>
          <a:p>
            <a:pPr lvl="3"/>
            <a:r>
              <a:rPr lang="en-US" altLang="en-US" dirty="0"/>
              <a:t>12-bit registers used as memory pointers in indirect addressing Data Memory </a:t>
            </a:r>
          </a:p>
          <a:p>
            <a:pPr lvl="1"/>
            <a:r>
              <a:rPr lang="en-US" altLang="en-US" dirty="0"/>
              <a:t>Control unit </a:t>
            </a:r>
          </a:p>
          <a:p>
            <a:pPr lvl="2"/>
            <a:r>
              <a:rPr lang="en-US" altLang="en-US" dirty="0"/>
              <a:t>Provides timing and control signals</a:t>
            </a:r>
          </a:p>
          <a:p>
            <a:pPr lvl="3"/>
            <a:r>
              <a:rPr lang="en-US" altLang="en-US" dirty="0"/>
              <a:t> Read and Write operations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82702"/>
      </p:ext>
    </p:extLst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PIC18F - Address Buses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Address bus</a:t>
            </a:r>
          </a:p>
          <a:p>
            <a:pPr lvl="1"/>
            <a:r>
              <a:rPr lang="en-US" altLang="en-US" dirty="0"/>
              <a:t>21-bit address bus for Program Memory</a:t>
            </a:r>
          </a:p>
          <a:p>
            <a:pPr lvl="2"/>
            <a:r>
              <a:rPr lang="en-US" altLang="en-US" dirty="0"/>
              <a:t>Addressing capacity: 2 MB	</a:t>
            </a:r>
          </a:p>
          <a:p>
            <a:pPr lvl="1"/>
            <a:r>
              <a:rPr lang="en-US" altLang="en-US" dirty="0"/>
              <a:t>12-bit address bus for Data Memory</a:t>
            </a:r>
          </a:p>
          <a:p>
            <a:pPr lvl="2"/>
            <a:r>
              <a:rPr lang="en-US" altLang="en-US" dirty="0"/>
              <a:t>Addressing capacity: 4 KB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4670"/>
      </p:ext>
    </p:extLst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Bus and Control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bus</a:t>
            </a:r>
          </a:p>
          <a:p>
            <a:pPr lvl="1"/>
            <a:r>
              <a:rPr lang="en-US" altLang="en-US" dirty="0"/>
              <a:t>16-bit instruction/data bus for Program Memory</a:t>
            </a:r>
          </a:p>
          <a:p>
            <a:pPr lvl="1"/>
            <a:r>
              <a:rPr lang="en-US" altLang="en-US" dirty="0"/>
              <a:t>8-bit data bus for Data Memory</a:t>
            </a:r>
          </a:p>
          <a:p>
            <a:r>
              <a:rPr lang="en-US" altLang="en-US" dirty="0"/>
              <a:t>Control signals</a:t>
            </a:r>
          </a:p>
          <a:p>
            <a:pPr lvl="1"/>
            <a:r>
              <a:rPr lang="en-US" altLang="en-US" dirty="0"/>
              <a:t>Read and Write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250797"/>
      </p:ext>
    </p:extLst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PIC18 Memory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Memory and Program Memory are separated</a:t>
            </a:r>
          </a:p>
          <a:p>
            <a:r>
              <a:rPr lang="en-US" dirty="0"/>
              <a:t>- Separation of data memory and program memory makes possible the</a:t>
            </a:r>
          </a:p>
          <a:p>
            <a:r>
              <a:rPr lang="en-US" dirty="0"/>
              <a:t>simultaneous access of data and instruction.</a:t>
            </a:r>
          </a:p>
          <a:p>
            <a:r>
              <a:rPr lang="en-US" dirty="0"/>
              <a:t>- Data memory are used as general-purpose registers or special function registers</a:t>
            </a:r>
          </a:p>
          <a:p>
            <a:r>
              <a:rPr lang="en-US" dirty="0"/>
              <a:t>- On-chip Data EEPROM are provided in some PIC18 MCUs</a:t>
            </a:r>
          </a:p>
        </p:txBody>
      </p:sp>
    </p:spTree>
    <p:extLst>
      <p:ext uri="{BB962C8B-B14F-4D97-AF65-F5344CB8AC3E}">
        <p14:creationId xmlns:p14="http://schemas.microsoft.com/office/powerpoint/2010/main" val="4117543069"/>
      </p:ext>
    </p:extLst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PIC18F452/4520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Program Memory: 32 K </a:t>
            </a:r>
          </a:p>
          <a:p>
            <a:pPr lvl="1"/>
            <a:r>
              <a:rPr lang="en-US" altLang="en-US" dirty="0"/>
              <a:t>Address range: 000000 to 007FFF</a:t>
            </a:r>
            <a:r>
              <a:rPr lang="en-US" altLang="en-US" baseline="-25000" dirty="0"/>
              <a:t>H</a:t>
            </a:r>
          </a:p>
          <a:p>
            <a:r>
              <a:rPr lang="en-US" altLang="en-US" dirty="0"/>
              <a:t>Data Memory: 4 K</a:t>
            </a:r>
          </a:p>
          <a:p>
            <a:pPr lvl="1"/>
            <a:r>
              <a:rPr lang="en-US" altLang="en-US" dirty="0"/>
              <a:t>Address range: 000 to FFF</a:t>
            </a:r>
            <a:r>
              <a:rPr lang="en-US" altLang="en-US" baseline="-25000" dirty="0"/>
              <a:t>H</a:t>
            </a:r>
          </a:p>
          <a:p>
            <a:r>
              <a:rPr lang="en-US" altLang="en-US" dirty="0"/>
              <a:t>Data EEPROM</a:t>
            </a:r>
          </a:p>
          <a:p>
            <a:pPr lvl="1"/>
            <a:r>
              <a:rPr lang="en-US" altLang="en-US" dirty="0"/>
              <a:t>Not part of the data memory space</a:t>
            </a:r>
          </a:p>
          <a:p>
            <a:pPr lvl="1"/>
            <a:r>
              <a:rPr lang="en-US" altLang="en-US" dirty="0"/>
              <a:t>Addressed through special function registers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879352"/>
      </p:ext>
    </p:extLst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5CD08-A31B-550E-3F2C-D1101D1A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 MICROCONTROLLER – QUESTION BANK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C50A1-6B91-C7DA-ED01-A7AF5BED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Aptos Narrow" panose="020B0004020202020204" pitchFamily="34" charset="0"/>
              </a:rPr>
              <a:t>PIC- features/fundamentals.</a:t>
            </a:r>
          </a:p>
          <a:p>
            <a:r>
              <a:rPr lang="en-IN" sz="2000" dirty="0">
                <a:highlight>
                  <a:srgbClr val="00FFFF"/>
                </a:highlight>
                <a:latin typeface="Aptos Narrow" panose="020B0004020202020204" pitchFamily="34" charset="0"/>
              </a:rPr>
              <a:t>VONNEUMANN  &amp;  HARVARD ARCHITECTURE</a:t>
            </a:r>
          </a:p>
          <a:p>
            <a:r>
              <a:rPr lang="en-IN" sz="2000" dirty="0">
                <a:latin typeface="Aptos Narrow" panose="020B0004020202020204" pitchFamily="34" charset="0"/>
              </a:rPr>
              <a:t>PIC SPECIFICATIONS (MEMORY, SIGNALS, PROCESSOR UNITS etc;)</a:t>
            </a:r>
            <a:endParaRPr lang="en-US" altLang="en-US" sz="2000" dirty="0">
              <a:latin typeface="Aptos Narrow" panose="020B00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024192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5F3134-3888-42CD-8313-0701A5ACCBB5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4622</TotalTime>
  <Words>2594</Words>
  <Application>Microsoft Office PowerPoint</Application>
  <PresentationFormat>On-screen Show (4:3)</PresentationFormat>
  <Paragraphs>512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-apple-system</vt:lpstr>
      <vt:lpstr>Aptos Narrow</vt:lpstr>
      <vt:lpstr>Arial</vt:lpstr>
      <vt:lpstr>Calibri</vt:lpstr>
      <vt:lpstr>CIDFont+F2</vt:lpstr>
      <vt:lpstr>Symbol</vt:lpstr>
      <vt:lpstr>Times New Roman</vt:lpstr>
      <vt:lpstr>Wingdings</vt:lpstr>
      <vt:lpstr>Wingdings 2</vt:lpstr>
      <vt:lpstr>Office Theme</vt:lpstr>
      <vt:lpstr>What is ARM?</vt:lpstr>
      <vt:lpstr>The History of ARM</vt:lpstr>
      <vt:lpstr>Fundamentals of ARM :</vt:lpstr>
      <vt:lpstr>Features of ARM :</vt:lpstr>
      <vt:lpstr>ARM Nomenclature</vt:lpstr>
      <vt:lpstr>ARM &amp; RISC DESIGN PHILOSOPHY</vt:lpstr>
      <vt:lpstr>PowerPoint Presentation</vt:lpstr>
      <vt:lpstr>PowerPoint Presentation</vt:lpstr>
      <vt:lpstr>Pipeline Organization</vt:lpstr>
      <vt:lpstr>PowerPoint Presentation</vt:lpstr>
      <vt:lpstr>PowerPoint Presentation</vt:lpstr>
      <vt:lpstr>Pipeline Organization</vt:lpstr>
      <vt:lpstr>ARM7 FUNDAMENTALS</vt:lpstr>
      <vt:lpstr>ARM7 Features:</vt:lpstr>
      <vt:lpstr>ARM Architecture</vt:lpstr>
      <vt:lpstr>ARM Architecture</vt:lpstr>
      <vt:lpstr>ARM architecture</vt:lpstr>
      <vt:lpstr>Date Flow Model</vt:lpstr>
      <vt:lpstr>Data Sizes and Instruction Sets</vt:lpstr>
      <vt:lpstr>ARM Registers</vt:lpstr>
      <vt:lpstr>Operating Modes</vt:lpstr>
      <vt:lpstr>Operating Modes</vt:lpstr>
      <vt:lpstr>Processor Modes</vt:lpstr>
      <vt:lpstr>PowerPoint Presentation</vt:lpstr>
      <vt:lpstr>PowerPoint Presentation</vt:lpstr>
      <vt:lpstr>CPSR CURRENT PROCESSOR STATUS REGISTER </vt:lpstr>
      <vt:lpstr>PowerPoint Presentation</vt:lpstr>
      <vt:lpstr>PowerPoint Presentation</vt:lpstr>
      <vt:lpstr>PROCESSOR MODES</vt:lpstr>
      <vt:lpstr>Exceptions</vt:lpstr>
      <vt:lpstr>ARM Instruction Set</vt:lpstr>
      <vt:lpstr>ARM vs THUMB MODE</vt:lpstr>
      <vt:lpstr>ARM – QUESTION BANK</vt:lpstr>
      <vt:lpstr>PowerPoint Presentation</vt:lpstr>
      <vt:lpstr>PIC Microcontroller</vt:lpstr>
      <vt:lpstr>Features of the PIC18 microcontroller</vt:lpstr>
      <vt:lpstr>Architecture of PIC18F Microcontrollers</vt:lpstr>
      <vt:lpstr>Microcontroller with  the Harvard Architecture</vt:lpstr>
      <vt:lpstr>PowerPoint Presentation</vt:lpstr>
      <vt:lpstr>Architecture of PIC Microcontroller </vt:lpstr>
      <vt:lpstr>Microprocessor Unit</vt:lpstr>
      <vt:lpstr>Microprocessor Unit</vt:lpstr>
      <vt:lpstr>PIC18F - Address Buses</vt:lpstr>
      <vt:lpstr>Data Bus and Control Signals</vt:lpstr>
      <vt:lpstr>The PIC18 Memory Organization</vt:lpstr>
      <vt:lpstr>PIC18F452/4520 Memory</vt:lpstr>
      <vt:lpstr>PIC MICROCONTROLLER – QUESTION BANK</vt:lpstr>
    </vt:vector>
  </TitlesOfParts>
  <Company>Tehran Univercity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 8051</dc:title>
  <dc:creator>hasanpur</dc:creator>
  <cp:lastModifiedBy>Harsha Abhi</cp:lastModifiedBy>
  <cp:revision>615</cp:revision>
  <cp:lastPrinted>1601-01-01T00:00:00Z</cp:lastPrinted>
  <dcterms:created xsi:type="dcterms:W3CDTF">2003-06-01T05:29:53Z</dcterms:created>
  <dcterms:modified xsi:type="dcterms:W3CDTF">2025-11-13T18:28:58Z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