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60" r:id="rId1"/>
  </p:sldMasterIdLst>
  <p:notesMasterIdLst>
    <p:notesMasterId r:id="rId22"/>
  </p:notesMasterIdLst>
  <p:handoutMasterIdLst>
    <p:handoutMasterId r:id="rId23"/>
  </p:handoutMasterIdLst>
  <p:sldIdLst>
    <p:sldId id="256" r:id="rId2"/>
    <p:sldId id="271" r:id="rId3"/>
    <p:sldId id="288" r:id="rId4"/>
    <p:sldId id="289" r:id="rId5"/>
    <p:sldId id="290" r:id="rId6"/>
    <p:sldId id="297" r:id="rId7"/>
    <p:sldId id="285" r:id="rId8"/>
    <p:sldId id="286" r:id="rId9"/>
    <p:sldId id="287" r:id="rId10"/>
    <p:sldId id="278" r:id="rId11"/>
    <p:sldId id="291" r:id="rId12"/>
    <p:sldId id="292" r:id="rId13"/>
    <p:sldId id="293" r:id="rId14"/>
    <p:sldId id="294" r:id="rId15"/>
    <p:sldId id="295" r:id="rId16"/>
    <p:sldId id="296" r:id="rId17"/>
    <p:sldId id="277" r:id="rId18"/>
    <p:sldId id="284" r:id="rId19"/>
    <p:sldId id="279" r:id="rId20"/>
    <p:sldId id="259" r:id="rId2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CC6600"/>
    <a:srgbClr val="FFFF66"/>
    <a:srgbClr val="FF00FF"/>
    <a:srgbClr val="0000FF"/>
    <a:srgbClr val="EAEAEA"/>
    <a:srgbClr val="DDDDDD"/>
    <a:srgbClr val="FFFFC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7C5F2E12-4EBD-4AC3-3AD4-8ADB8D604EF0}" v="1" dt="2024-07-24T07:00:20.227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>
      <p:cViewPr>
        <p:scale>
          <a:sx n="1" d="2"/>
          <a:sy n="1" d="2"/>
        </p:scale>
        <p:origin x="0" y="0"/>
      </p:cViewPr>
      <p:guideLst>
        <p:guide orient="horz" pos="2160"/>
        <p:guide pos="3840"/>
      </p:guideLst>
    </p:cSldViewPr>
  </p:slide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microsoft.com/office/2015/10/relationships/revisionInfo" Target="revisionInfo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handoutMaster" Target="handoutMasters/handoutMaster1.xml"/><Relationship Id="rId28" Type="http://schemas.microsoft.com/office/2016/11/relationships/changesInfo" Target="changesInfos/changesInfo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notesMaster" Target="notesMasters/notesMaster1.xml"/><Relationship Id="rId27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Guest User" userId="S::urn:spo:anon#bb7912a7403b6142123802b9bc6a067d4d8ed65b1bc7812f70f90705da1710fc::" providerId="AD" clId="Web-{23EBDC4E-B4C2-C457-2061-BDCE1F91AFCE}"/>
    <pc:docChg chg="modSld">
      <pc:chgData name="Guest User" userId="S::urn:spo:anon#bb7912a7403b6142123802b9bc6a067d4d8ed65b1bc7812f70f90705da1710fc::" providerId="AD" clId="Web-{23EBDC4E-B4C2-C457-2061-BDCE1F91AFCE}" dt="2024-07-18T05:09:46.765" v="1"/>
      <pc:docMkLst>
        <pc:docMk/>
      </pc:docMkLst>
      <pc:sldChg chg="modSp">
        <pc:chgData name="Guest User" userId="S::urn:spo:anon#bb7912a7403b6142123802b9bc6a067d4d8ed65b1bc7812f70f90705da1710fc::" providerId="AD" clId="Web-{23EBDC4E-B4C2-C457-2061-BDCE1F91AFCE}" dt="2024-07-18T04:51:58.213" v="0" actId="1076"/>
        <pc:sldMkLst>
          <pc:docMk/>
          <pc:sldMk cId="0" sldId="288"/>
        </pc:sldMkLst>
        <pc:spChg chg="mod">
          <ac:chgData name="Guest User" userId="S::urn:spo:anon#bb7912a7403b6142123802b9bc6a067d4d8ed65b1bc7812f70f90705da1710fc::" providerId="AD" clId="Web-{23EBDC4E-B4C2-C457-2061-BDCE1F91AFCE}" dt="2024-07-18T04:51:58.213" v="0" actId="1076"/>
          <ac:spMkLst>
            <pc:docMk/>
            <pc:sldMk cId="0" sldId="288"/>
            <ac:spMk id="3" creationId="{00000000-0000-0000-0000-000000000000}"/>
          </ac:spMkLst>
        </pc:spChg>
      </pc:sldChg>
      <pc:sldChg chg="addSp modSp">
        <pc:chgData name="Guest User" userId="S::urn:spo:anon#bb7912a7403b6142123802b9bc6a067d4d8ed65b1bc7812f70f90705da1710fc::" providerId="AD" clId="Web-{23EBDC4E-B4C2-C457-2061-BDCE1F91AFCE}" dt="2024-07-18T05:09:46.765" v="1"/>
        <pc:sldMkLst>
          <pc:docMk/>
          <pc:sldMk cId="0" sldId="289"/>
        </pc:sldMkLst>
        <pc:picChg chg="add mod">
          <ac:chgData name="Guest User" userId="S::urn:spo:anon#bb7912a7403b6142123802b9bc6a067d4d8ed65b1bc7812f70f90705da1710fc::" providerId="AD" clId="Web-{23EBDC4E-B4C2-C457-2061-BDCE1F91AFCE}" dt="2024-07-18T05:09:46.765" v="1"/>
          <ac:picMkLst>
            <pc:docMk/>
            <pc:sldMk cId="0" sldId="289"/>
            <ac:picMk id="5" creationId="{5702A28F-7243-32E6-3303-26D1190B63B4}"/>
          </ac:picMkLst>
        </pc:picChg>
      </pc:sldChg>
    </pc:docChg>
  </pc:docChgLst>
  <pc:docChgLst>
    <pc:chgData name="Guest User" userId="S::urn:spo:anon#bb7912a7403b6142123802b9bc6a067d4d8ed65b1bc7812f70f90705da1710fc::" providerId="AD" clId="Web-{B4FCA0EE-C745-2729-B325-B67D740CF7AA}"/>
    <pc:docChg chg="modSld">
      <pc:chgData name="Guest User" userId="S::urn:spo:anon#bb7912a7403b6142123802b9bc6a067d4d8ed65b1bc7812f70f90705da1710fc::" providerId="AD" clId="Web-{B4FCA0EE-C745-2729-B325-B67D740CF7AA}" dt="2024-07-18T04:48:08.449" v="6" actId="20577"/>
      <pc:docMkLst>
        <pc:docMk/>
      </pc:docMkLst>
      <pc:sldChg chg="modSp">
        <pc:chgData name="Guest User" userId="S::urn:spo:anon#bb7912a7403b6142123802b9bc6a067d4d8ed65b1bc7812f70f90705da1710fc::" providerId="AD" clId="Web-{B4FCA0EE-C745-2729-B325-B67D740CF7AA}" dt="2024-07-18T04:47:58.574" v="4" actId="20577"/>
        <pc:sldMkLst>
          <pc:docMk/>
          <pc:sldMk cId="2503091" sldId="256"/>
        </pc:sldMkLst>
        <pc:spChg chg="mod">
          <ac:chgData name="Guest User" userId="S::urn:spo:anon#bb7912a7403b6142123802b9bc6a067d4d8ed65b1bc7812f70f90705da1710fc::" providerId="AD" clId="Web-{B4FCA0EE-C745-2729-B325-B67D740CF7AA}" dt="2024-07-18T04:47:58.574" v="4" actId="20577"/>
          <ac:spMkLst>
            <pc:docMk/>
            <pc:sldMk cId="2503091" sldId="256"/>
            <ac:spMk id="2" creationId="{BDA69B8D-BF65-4ADD-F76F-77EA72FFCB8F}"/>
          </ac:spMkLst>
        </pc:spChg>
      </pc:sldChg>
      <pc:sldChg chg="modSp">
        <pc:chgData name="Guest User" userId="S::urn:spo:anon#bb7912a7403b6142123802b9bc6a067d4d8ed65b1bc7812f70f90705da1710fc::" providerId="AD" clId="Web-{B4FCA0EE-C745-2729-B325-B67D740CF7AA}" dt="2024-07-18T04:48:08.449" v="6" actId="20577"/>
        <pc:sldMkLst>
          <pc:docMk/>
          <pc:sldMk cId="0" sldId="271"/>
        </pc:sldMkLst>
        <pc:spChg chg="mod">
          <ac:chgData name="Guest User" userId="S::urn:spo:anon#bb7912a7403b6142123802b9bc6a067d4d8ed65b1bc7812f70f90705da1710fc::" providerId="AD" clId="Web-{B4FCA0EE-C745-2729-B325-B67D740CF7AA}" dt="2024-07-18T04:48:08.449" v="6" actId="20577"/>
          <ac:spMkLst>
            <pc:docMk/>
            <pc:sldMk cId="0" sldId="271"/>
            <ac:spMk id="2" creationId="{00000000-0000-0000-0000-000000000000}"/>
          </ac:spMkLst>
        </pc:spChg>
      </pc:sldChg>
    </pc:docChg>
  </pc:docChgLst>
  <pc:docChgLst>
    <pc:chgData name="C Yerakamma" userId="S::yerakamma@kluniversity.in::57ffaffb-ad00-4f2c-b528-aa2a079d931c" providerId="AD" clId="Web-{FD34B34F-5D06-8346-74A0-C9E2734C1F24}"/>
    <pc:docChg chg="modSld">
      <pc:chgData name="C Yerakamma" userId="S::yerakamma@kluniversity.in::57ffaffb-ad00-4f2c-b528-aa2a079d931c" providerId="AD" clId="Web-{FD34B34F-5D06-8346-74A0-C9E2734C1F24}" dt="2024-07-16T10:03:16.713" v="1" actId="20577"/>
      <pc:docMkLst>
        <pc:docMk/>
      </pc:docMkLst>
      <pc:sldChg chg="modSp">
        <pc:chgData name="C Yerakamma" userId="S::yerakamma@kluniversity.in::57ffaffb-ad00-4f2c-b528-aa2a079d931c" providerId="AD" clId="Web-{FD34B34F-5D06-8346-74A0-C9E2734C1F24}" dt="2024-07-16T10:03:16.713" v="1" actId="20577"/>
        <pc:sldMkLst>
          <pc:docMk/>
          <pc:sldMk cId="0" sldId="277"/>
        </pc:sldMkLst>
        <pc:spChg chg="mod">
          <ac:chgData name="C Yerakamma" userId="S::yerakamma@kluniversity.in::57ffaffb-ad00-4f2c-b528-aa2a079d931c" providerId="AD" clId="Web-{FD34B34F-5D06-8346-74A0-C9E2734C1F24}" dt="2024-07-16T10:03:16.713" v="1" actId="20577"/>
          <ac:spMkLst>
            <pc:docMk/>
            <pc:sldMk cId="0" sldId="277"/>
            <ac:spMk id="2" creationId="{00000000-0000-0000-0000-000000000000}"/>
          </ac:spMkLst>
        </pc:spChg>
      </pc:sldChg>
    </pc:docChg>
  </pc:docChgLst>
  <pc:docChgLst>
    <pc:chgData name="C Yerakamma" userId="S::yerakamma@kluniversity.in::57ffaffb-ad00-4f2c-b528-aa2a079d931c" providerId="AD" clId="Web-{526CBA73-029F-B892-F4FB-0A704B42D55B}"/>
    <pc:docChg chg="modSld">
      <pc:chgData name="C Yerakamma" userId="S::yerakamma@kluniversity.in::57ffaffb-ad00-4f2c-b528-aa2a079d931c" providerId="AD" clId="Web-{526CBA73-029F-B892-F4FB-0A704B42D55B}" dt="2024-07-16T08:04:02.916" v="1" actId="20577"/>
      <pc:docMkLst>
        <pc:docMk/>
      </pc:docMkLst>
      <pc:sldChg chg="modSp">
        <pc:chgData name="C Yerakamma" userId="S::yerakamma@kluniversity.in::57ffaffb-ad00-4f2c-b528-aa2a079d931c" providerId="AD" clId="Web-{526CBA73-029F-B892-F4FB-0A704B42D55B}" dt="2024-07-16T08:04:02.916" v="1" actId="20577"/>
        <pc:sldMkLst>
          <pc:docMk/>
          <pc:sldMk cId="0" sldId="271"/>
        </pc:sldMkLst>
        <pc:spChg chg="mod">
          <ac:chgData name="C Yerakamma" userId="S::yerakamma@kluniversity.in::57ffaffb-ad00-4f2c-b528-aa2a079d931c" providerId="AD" clId="Web-{526CBA73-029F-B892-F4FB-0A704B42D55B}" dt="2024-07-16T08:04:02.916" v="1" actId="20577"/>
          <ac:spMkLst>
            <pc:docMk/>
            <pc:sldMk cId="0" sldId="271"/>
            <ac:spMk id="5" creationId="{00000000-0000-0000-0000-000000000000}"/>
          </ac:spMkLst>
        </pc:spChg>
      </pc:sldChg>
    </pc:docChg>
  </pc:docChgLst>
  <pc:docChgLst>
    <pc:chgData name="Guest User" userId="S::urn:spo:anon#bb7912a7403b6142123802b9bc6a067d4d8ed65b1bc7812f70f90705da1710fc::" providerId="AD" clId="Web-{7C5F2E12-4EBD-4AC3-3AD4-8ADB8D604EF0}"/>
    <pc:docChg chg="delSld">
      <pc:chgData name="Guest User" userId="S::urn:spo:anon#bb7912a7403b6142123802b9bc6a067d4d8ed65b1bc7812f70f90705da1710fc::" providerId="AD" clId="Web-{7C5F2E12-4EBD-4AC3-3AD4-8ADB8D604EF0}" dt="2024-07-24T07:00:20.227" v="0"/>
      <pc:docMkLst>
        <pc:docMk/>
      </pc:docMkLst>
      <pc:sldChg chg="del">
        <pc:chgData name="Guest User" userId="S::urn:spo:anon#bb7912a7403b6142123802b9bc6a067d4d8ed65b1bc7812f70f90705da1710fc::" providerId="AD" clId="Web-{7C5F2E12-4EBD-4AC3-3AD4-8ADB8D604EF0}" dt="2024-07-24T07:00:20.227" v="0"/>
        <pc:sldMkLst>
          <pc:docMk/>
          <pc:sldMk cId="3356754983" sldId="298"/>
        </pc:sldMkLst>
      </pc:sldChg>
    </pc:docChg>
  </pc:docChgLst>
  <pc:docChgLst>
    <pc:chgData name="GANDHAM BHANU PRAKASH" userId="S::2300033213@kluniversity.in::a037cfc8-28fc-47f6-acd5-e71580eb1d5a" providerId="AD" clId="Web-{78F9010A-413A-A918-3749-DF6E72904A85}"/>
    <pc:docChg chg="modSld">
      <pc:chgData name="GANDHAM BHANU PRAKASH" userId="S::2300033213@kluniversity.in::a037cfc8-28fc-47f6-acd5-e71580eb1d5a" providerId="AD" clId="Web-{78F9010A-413A-A918-3749-DF6E72904A85}" dt="2024-07-18T04:53:03.746" v="1" actId="20577"/>
      <pc:docMkLst>
        <pc:docMk/>
      </pc:docMkLst>
      <pc:sldChg chg="modSp">
        <pc:chgData name="GANDHAM BHANU PRAKASH" userId="S::2300033213@kluniversity.in::a037cfc8-28fc-47f6-acd5-e71580eb1d5a" providerId="AD" clId="Web-{78F9010A-413A-A918-3749-DF6E72904A85}" dt="2024-07-18T04:53:03.746" v="1" actId="20577"/>
        <pc:sldMkLst>
          <pc:docMk/>
          <pc:sldMk cId="0" sldId="290"/>
        </pc:sldMkLst>
        <pc:spChg chg="mod">
          <ac:chgData name="GANDHAM BHANU PRAKASH" userId="S::2300033213@kluniversity.in::a037cfc8-28fc-47f6-acd5-e71580eb1d5a" providerId="AD" clId="Web-{78F9010A-413A-A918-3749-DF6E72904A85}" dt="2024-07-18T04:53:03.746" v="1" actId="20577"/>
          <ac:spMkLst>
            <pc:docMk/>
            <pc:sldMk cId="0" sldId="290"/>
            <ac:spMk id="3" creationId="{00000000-0000-0000-0000-000000000000}"/>
          </ac:spMkLst>
        </pc:spChg>
      </pc:sldChg>
    </pc:docChg>
  </pc:docChgLst>
  <pc:docChgLst>
    <pc:chgData name="VICHARAPU VENKATA HARSHA VARDHAN" userId="S::2300100021@kluniversity.in::7a1a53d9-91b2-408a-931c-1fa143acb3bb" providerId="AD" clId="Web-{FFC3B944-34F2-D9FA-B89F-820B4E5FD4A8}"/>
    <pc:docChg chg="modSld">
      <pc:chgData name="VICHARAPU VENKATA HARSHA VARDHAN" userId="S::2300100021@kluniversity.in::7a1a53d9-91b2-408a-931c-1fa143acb3bb" providerId="AD" clId="Web-{FFC3B944-34F2-D9FA-B89F-820B4E5FD4A8}" dt="2024-07-18T05:11:42.785" v="0"/>
      <pc:docMkLst>
        <pc:docMk/>
      </pc:docMkLst>
      <pc:sldChg chg="delSp">
        <pc:chgData name="VICHARAPU VENKATA HARSHA VARDHAN" userId="S::2300100021@kluniversity.in::7a1a53d9-91b2-408a-931c-1fa143acb3bb" providerId="AD" clId="Web-{FFC3B944-34F2-D9FA-B89F-820B4E5FD4A8}" dt="2024-07-18T05:11:42.785" v="0"/>
        <pc:sldMkLst>
          <pc:docMk/>
          <pc:sldMk cId="0" sldId="289"/>
        </pc:sldMkLst>
        <pc:picChg chg="del">
          <ac:chgData name="VICHARAPU VENKATA HARSHA VARDHAN" userId="S::2300100021@kluniversity.in::7a1a53d9-91b2-408a-931c-1fa143acb3bb" providerId="AD" clId="Web-{FFC3B944-34F2-D9FA-B89F-820B4E5FD4A8}" dt="2024-07-18T05:11:42.785" v="0"/>
          <ac:picMkLst>
            <pc:docMk/>
            <pc:sldMk cId="0" sldId="289"/>
            <ac:picMk id="5" creationId="{5702A28F-7243-32E6-3303-26D1190B63B4}"/>
          </ac:picMkLst>
        </pc:picChg>
      </pc:sldChg>
    </pc:docChg>
  </pc:docChgLst>
  <pc:docChgLst>
    <pc:chgData name="Guest User" userId="S::urn:spo:anon#bb7912a7403b6142123802b9bc6a067d4d8ed65b1bc7812f70f90705da1710fc::" providerId="AD" clId="Web-{6B8BFE72-329B-9B63-0F3A-30FEDB58B00C}"/>
    <pc:docChg chg="modSld">
      <pc:chgData name="Guest User" userId="S::urn:spo:anon#bb7912a7403b6142123802b9bc6a067d4d8ed65b1bc7812f70f90705da1710fc::" providerId="AD" clId="Web-{6B8BFE72-329B-9B63-0F3A-30FEDB58B00C}" dt="2024-07-18T04:56:44.098" v="3" actId="20577"/>
      <pc:docMkLst>
        <pc:docMk/>
      </pc:docMkLst>
      <pc:sldChg chg="modSp">
        <pc:chgData name="Guest User" userId="S::urn:spo:anon#bb7912a7403b6142123802b9bc6a067d4d8ed65b1bc7812f70f90705da1710fc::" providerId="AD" clId="Web-{6B8BFE72-329B-9B63-0F3A-30FEDB58B00C}" dt="2024-07-18T04:56:44.098" v="3" actId="20577"/>
        <pc:sldMkLst>
          <pc:docMk/>
          <pc:sldMk cId="0" sldId="289"/>
        </pc:sldMkLst>
        <pc:spChg chg="mod">
          <ac:chgData name="Guest User" userId="S::urn:spo:anon#bb7912a7403b6142123802b9bc6a067d4d8ed65b1bc7812f70f90705da1710fc::" providerId="AD" clId="Web-{6B8BFE72-329B-9B63-0F3A-30FEDB58B00C}" dt="2024-07-18T04:56:44.098" v="3" actId="20577"/>
          <ac:spMkLst>
            <pc:docMk/>
            <pc:sldMk cId="0" sldId="289"/>
            <ac:spMk id="3" creationId="{00000000-0000-0000-0000-000000000000}"/>
          </ac:spMkLst>
        </pc:spChg>
      </pc:sldChg>
    </pc:docChg>
  </pc:docChgLst>
  <pc:docChgLst>
    <pc:chgData name="Guest User" userId="S::urn:spo:anon#bb7912a7403b6142123802b9bc6a067d4d8ed65b1bc7812f70f90705da1710fc::" providerId="AD" clId="Web-{756E8EF4-5F9B-1738-5D16-C8A5F384BF13}"/>
    <pc:docChg chg="addSld">
      <pc:chgData name="Guest User" userId="S::urn:spo:anon#bb7912a7403b6142123802b9bc6a067d4d8ed65b1bc7812f70f90705da1710fc::" providerId="AD" clId="Web-{756E8EF4-5F9B-1738-5D16-C8A5F384BF13}" dt="2024-07-18T04:56:18.413" v="6"/>
      <pc:docMkLst>
        <pc:docMk/>
      </pc:docMkLst>
      <pc:sldChg chg="new">
        <pc:chgData name="Guest User" userId="S::urn:spo:anon#bb7912a7403b6142123802b9bc6a067d4d8ed65b1bc7812f70f90705da1710fc::" providerId="AD" clId="Web-{756E8EF4-5F9B-1738-5D16-C8A5F384BF13}" dt="2024-07-18T04:56:00.116" v="0"/>
        <pc:sldMkLst>
          <pc:docMk/>
          <pc:sldMk cId="950328292" sldId="298"/>
        </pc:sldMkLst>
      </pc:sldChg>
      <pc:sldChg chg="new">
        <pc:chgData name="Guest User" userId="S::urn:spo:anon#bb7912a7403b6142123802b9bc6a067d4d8ed65b1bc7812f70f90705da1710fc::" providerId="AD" clId="Web-{756E8EF4-5F9B-1738-5D16-C8A5F384BF13}" dt="2024-07-18T04:56:02.788" v="1"/>
        <pc:sldMkLst>
          <pc:docMk/>
          <pc:sldMk cId="1640945591" sldId="299"/>
        </pc:sldMkLst>
      </pc:sldChg>
      <pc:sldChg chg="new">
        <pc:chgData name="Guest User" userId="S::urn:spo:anon#bb7912a7403b6142123802b9bc6a067d4d8ed65b1bc7812f70f90705da1710fc::" providerId="AD" clId="Web-{756E8EF4-5F9B-1738-5D16-C8A5F384BF13}" dt="2024-07-18T04:56:03.538" v="2"/>
        <pc:sldMkLst>
          <pc:docMk/>
          <pc:sldMk cId="2287299981" sldId="300"/>
        </pc:sldMkLst>
      </pc:sldChg>
      <pc:sldChg chg="new">
        <pc:chgData name="Guest User" userId="S::urn:spo:anon#bb7912a7403b6142123802b9bc6a067d4d8ed65b1bc7812f70f90705da1710fc::" providerId="AD" clId="Web-{756E8EF4-5F9B-1738-5D16-C8A5F384BF13}" dt="2024-07-18T04:56:04.647" v="3"/>
        <pc:sldMkLst>
          <pc:docMk/>
          <pc:sldMk cId="2002645031" sldId="301"/>
        </pc:sldMkLst>
      </pc:sldChg>
      <pc:sldChg chg="new">
        <pc:chgData name="Guest User" userId="S::urn:spo:anon#bb7912a7403b6142123802b9bc6a067d4d8ed65b1bc7812f70f90705da1710fc::" providerId="AD" clId="Web-{756E8EF4-5F9B-1738-5D16-C8A5F384BF13}" dt="2024-07-18T04:56:06.725" v="4"/>
        <pc:sldMkLst>
          <pc:docMk/>
          <pc:sldMk cId="365539106" sldId="302"/>
        </pc:sldMkLst>
      </pc:sldChg>
      <pc:sldChg chg="new">
        <pc:chgData name="Guest User" userId="S::urn:spo:anon#bb7912a7403b6142123802b9bc6a067d4d8ed65b1bc7812f70f90705da1710fc::" providerId="AD" clId="Web-{756E8EF4-5F9B-1738-5D16-C8A5F384BF13}" dt="2024-07-18T04:56:07.913" v="5"/>
        <pc:sldMkLst>
          <pc:docMk/>
          <pc:sldMk cId="4254842687" sldId="303"/>
        </pc:sldMkLst>
      </pc:sldChg>
      <pc:sldChg chg="new">
        <pc:chgData name="Guest User" userId="S::urn:spo:anon#bb7912a7403b6142123802b9bc6a067d4d8ed65b1bc7812f70f90705da1710fc::" providerId="AD" clId="Web-{756E8EF4-5F9B-1738-5D16-C8A5F384BF13}" dt="2024-07-18T04:56:18.413" v="6"/>
        <pc:sldMkLst>
          <pc:docMk/>
          <pc:sldMk cId="1221533468" sldId="304"/>
        </pc:sldMkLst>
      </pc:sldChg>
    </pc:docChg>
  </pc:docChgLst>
  <pc:docChgLst>
    <pc:chgData name="Guest User" userId="S::urn:spo:anon#bb7912a7403b6142123802b9bc6a067d4d8ed65b1bc7812f70f90705da1710fc::" providerId="AD" clId="Web-{BBA87F1C-EFC4-680E-FCD2-F53FE5D11073}"/>
    <pc:docChg chg="addSld delSld">
      <pc:chgData name="Guest User" userId="S::urn:spo:anon#bb7912a7403b6142123802b9bc6a067d4d8ed65b1bc7812f70f90705da1710fc::" providerId="AD" clId="Web-{BBA87F1C-EFC4-680E-FCD2-F53FE5D11073}" dt="2024-07-06T05:55:06.111" v="3"/>
      <pc:docMkLst>
        <pc:docMk/>
      </pc:docMkLst>
      <pc:sldChg chg="new del">
        <pc:chgData name="Guest User" userId="S::urn:spo:anon#bb7912a7403b6142123802b9bc6a067d4d8ed65b1bc7812f70f90705da1710fc::" providerId="AD" clId="Web-{BBA87F1C-EFC4-680E-FCD2-F53FE5D11073}" dt="2024-07-06T05:55:06.111" v="3"/>
        <pc:sldMkLst>
          <pc:docMk/>
          <pc:sldMk cId="112626858" sldId="298"/>
        </pc:sldMkLst>
      </pc:sldChg>
      <pc:sldChg chg="new del">
        <pc:chgData name="Guest User" userId="S::urn:spo:anon#bb7912a7403b6142123802b9bc6a067d4d8ed65b1bc7812f70f90705da1710fc::" providerId="AD" clId="Web-{BBA87F1C-EFC4-680E-FCD2-F53FE5D11073}" dt="2024-07-06T05:41:13.238" v="1"/>
        <pc:sldMkLst>
          <pc:docMk/>
          <pc:sldMk cId="310997502" sldId="298"/>
        </pc:sldMkLst>
      </pc:sldChg>
    </pc:docChg>
  </pc:docChgLst>
  <pc:docChgLst>
    <pc:chgData name="Guest User" userId="S::urn:spo:anon#bb7912a7403b6142123802b9bc6a067d4d8ed65b1bc7812f70f90705da1710fc::" providerId="AD" clId="Web-{932FE5FF-7F5C-3312-E4DF-7FE79127CA3D}"/>
    <pc:docChg chg="addSld delSld modSld">
      <pc:chgData name="Guest User" userId="S::urn:spo:anon#bb7912a7403b6142123802b9bc6a067d4d8ed65b1bc7812f70f90705da1710fc::" providerId="AD" clId="Web-{932FE5FF-7F5C-3312-E4DF-7FE79127CA3D}" dt="2024-07-22T06:59:47.455" v="9"/>
      <pc:docMkLst>
        <pc:docMk/>
      </pc:docMkLst>
      <pc:sldChg chg="modSp">
        <pc:chgData name="Guest User" userId="S::urn:spo:anon#bb7912a7403b6142123802b9bc6a067d4d8ed65b1bc7812f70f90705da1710fc::" providerId="AD" clId="Web-{932FE5FF-7F5C-3312-E4DF-7FE79127CA3D}" dt="2024-07-22T06:55:40.112" v="8" actId="20577"/>
        <pc:sldMkLst>
          <pc:docMk/>
          <pc:sldMk cId="0" sldId="295"/>
        </pc:sldMkLst>
        <pc:spChg chg="mod">
          <ac:chgData name="Guest User" userId="S::urn:spo:anon#bb7912a7403b6142123802b9bc6a067d4d8ed65b1bc7812f70f90705da1710fc::" providerId="AD" clId="Web-{932FE5FF-7F5C-3312-E4DF-7FE79127CA3D}" dt="2024-07-22T06:55:40.112" v="8" actId="20577"/>
          <ac:spMkLst>
            <pc:docMk/>
            <pc:sldMk cId="0" sldId="295"/>
            <ac:spMk id="6" creationId="{00000000-0000-0000-0000-000000000000}"/>
          </ac:spMkLst>
        </pc:spChg>
      </pc:sldChg>
      <pc:sldChg chg="del">
        <pc:chgData name="Guest User" userId="S::urn:spo:anon#bb7912a7403b6142123802b9bc6a067d4d8ed65b1bc7812f70f90705da1710fc::" providerId="AD" clId="Web-{932FE5FF-7F5C-3312-E4DF-7FE79127CA3D}" dt="2024-07-22T05:59:24.389" v="0"/>
        <pc:sldMkLst>
          <pc:docMk/>
          <pc:sldMk cId="950328292" sldId="298"/>
        </pc:sldMkLst>
      </pc:sldChg>
      <pc:sldChg chg="new">
        <pc:chgData name="Guest User" userId="S::urn:spo:anon#bb7912a7403b6142123802b9bc6a067d4d8ed65b1bc7812f70f90705da1710fc::" providerId="AD" clId="Web-{932FE5FF-7F5C-3312-E4DF-7FE79127CA3D}" dt="2024-07-22T06:59:47.455" v="9"/>
        <pc:sldMkLst>
          <pc:docMk/>
          <pc:sldMk cId="3356754983" sldId="298"/>
        </pc:sldMkLst>
      </pc:sldChg>
      <pc:sldChg chg="del">
        <pc:chgData name="Guest User" userId="S::urn:spo:anon#bb7912a7403b6142123802b9bc6a067d4d8ed65b1bc7812f70f90705da1710fc::" providerId="AD" clId="Web-{932FE5FF-7F5C-3312-E4DF-7FE79127CA3D}" dt="2024-07-22T05:59:26.951" v="1"/>
        <pc:sldMkLst>
          <pc:docMk/>
          <pc:sldMk cId="1640945591" sldId="299"/>
        </pc:sldMkLst>
      </pc:sldChg>
      <pc:sldChg chg="del">
        <pc:chgData name="Guest User" userId="S::urn:spo:anon#bb7912a7403b6142123802b9bc6a067d4d8ed65b1bc7812f70f90705da1710fc::" providerId="AD" clId="Web-{932FE5FF-7F5C-3312-E4DF-7FE79127CA3D}" dt="2024-07-22T05:59:29.592" v="2"/>
        <pc:sldMkLst>
          <pc:docMk/>
          <pc:sldMk cId="2287299981" sldId="300"/>
        </pc:sldMkLst>
      </pc:sldChg>
      <pc:sldChg chg="del">
        <pc:chgData name="Guest User" userId="S::urn:spo:anon#bb7912a7403b6142123802b9bc6a067d4d8ed65b1bc7812f70f90705da1710fc::" providerId="AD" clId="Web-{932FE5FF-7F5C-3312-E4DF-7FE79127CA3D}" dt="2024-07-22T05:59:31.795" v="3"/>
        <pc:sldMkLst>
          <pc:docMk/>
          <pc:sldMk cId="2002645031" sldId="301"/>
        </pc:sldMkLst>
      </pc:sldChg>
      <pc:sldChg chg="del">
        <pc:chgData name="Guest User" userId="S::urn:spo:anon#bb7912a7403b6142123802b9bc6a067d4d8ed65b1bc7812f70f90705da1710fc::" providerId="AD" clId="Web-{932FE5FF-7F5C-3312-E4DF-7FE79127CA3D}" dt="2024-07-22T05:59:33.733" v="4"/>
        <pc:sldMkLst>
          <pc:docMk/>
          <pc:sldMk cId="365539106" sldId="302"/>
        </pc:sldMkLst>
      </pc:sldChg>
      <pc:sldChg chg="del">
        <pc:chgData name="Guest User" userId="S::urn:spo:anon#bb7912a7403b6142123802b9bc6a067d4d8ed65b1bc7812f70f90705da1710fc::" providerId="AD" clId="Web-{932FE5FF-7F5C-3312-E4DF-7FE79127CA3D}" dt="2024-07-22T05:59:35.655" v="5"/>
        <pc:sldMkLst>
          <pc:docMk/>
          <pc:sldMk cId="4254842687" sldId="303"/>
        </pc:sldMkLst>
      </pc:sldChg>
      <pc:sldChg chg="del">
        <pc:chgData name="Guest User" userId="S::urn:spo:anon#bb7912a7403b6142123802b9bc6a067d4d8ed65b1bc7812f70f90705da1710fc::" providerId="AD" clId="Web-{932FE5FF-7F5C-3312-E4DF-7FE79127CA3D}" dt="2024-07-22T05:59:38.373" v="6"/>
        <pc:sldMkLst>
          <pc:docMk/>
          <pc:sldMk cId="1221533468" sldId="304"/>
        </pc:sldMkLst>
      </pc:sldChg>
    </pc:docChg>
  </pc:docChgLst>
  <pc:docChgLst>
    <pc:chgData name="Guest User" userId="S::urn:spo:anon#bb7912a7403b6142123802b9bc6a067d4d8ed65b1bc7812f70f90705da1710fc::" providerId="AD" clId="Web-{A2DE95DF-E127-184A-345B-C671E0F1BF45}"/>
    <pc:docChg chg="sldOrd">
      <pc:chgData name="Guest User" userId="S::urn:spo:anon#bb7912a7403b6142123802b9bc6a067d4d8ed65b1bc7812f70f90705da1710fc::" providerId="AD" clId="Web-{A2DE95DF-E127-184A-345B-C671E0F1BF45}" dt="2024-07-18T04:52:49.826" v="1"/>
      <pc:docMkLst>
        <pc:docMk/>
      </pc:docMkLst>
      <pc:sldChg chg="ord">
        <pc:chgData name="Guest User" userId="S::urn:spo:anon#bb7912a7403b6142123802b9bc6a067d4d8ed65b1bc7812f70f90705da1710fc::" providerId="AD" clId="Web-{A2DE95DF-E127-184A-345B-C671E0F1BF45}" dt="2024-07-18T04:52:49.826" v="1"/>
        <pc:sldMkLst>
          <pc:docMk/>
          <pc:sldMk cId="0" sldId="288"/>
        </pc:sldMkLst>
      </pc:sldChg>
      <pc:sldChg chg="ord">
        <pc:chgData name="Guest User" userId="S::urn:spo:anon#bb7912a7403b6142123802b9bc6a067d4d8ed65b1bc7812f70f90705da1710fc::" providerId="AD" clId="Web-{A2DE95DF-E127-184A-345B-C671E0F1BF45}" dt="2024-07-18T04:52:49.826" v="0"/>
        <pc:sldMkLst>
          <pc:docMk/>
          <pc:sldMk cId="0" sldId="289"/>
        </pc:sldMkLst>
      </pc:sldChg>
    </pc:docChg>
  </pc:docChgLst>
  <pc:docChgLst>
    <pc:chgData name="Thati Anuraha" userId="S::dranuradha@kluniversity.in::fde2a074-ca9a-4e7b-8e5d-59e4f06e3574" providerId="AD" clId="Web-{936855FE-C82C-346D-7D47-01574D2890DE}"/>
    <pc:docChg chg="addSld delSld">
      <pc:chgData name="Thati Anuraha" userId="S::dranuradha@kluniversity.in::fde2a074-ca9a-4e7b-8e5d-59e4f06e3574" providerId="AD" clId="Web-{936855FE-C82C-346D-7D47-01574D2890DE}" dt="2024-07-16T06:59:38.527" v="3"/>
      <pc:docMkLst>
        <pc:docMk/>
      </pc:docMkLst>
      <pc:sldChg chg="new del">
        <pc:chgData name="Thati Anuraha" userId="S::dranuradha@kluniversity.in::fde2a074-ca9a-4e7b-8e5d-59e4f06e3574" providerId="AD" clId="Web-{936855FE-C82C-346D-7D47-01574D2890DE}" dt="2024-07-16T06:40:02.177" v="1"/>
        <pc:sldMkLst>
          <pc:docMk/>
          <pc:sldMk cId="1170087381" sldId="298"/>
        </pc:sldMkLst>
      </pc:sldChg>
      <pc:sldChg chg="new del">
        <pc:chgData name="Thati Anuraha" userId="S::dranuradha@kluniversity.in::fde2a074-ca9a-4e7b-8e5d-59e4f06e3574" providerId="AD" clId="Web-{936855FE-C82C-346D-7D47-01574D2890DE}" dt="2024-07-16T06:59:38.527" v="3"/>
        <pc:sldMkLst>
          <pc:docMk/>
          <pc:sldMk cId="3622650409" sldId="298"/>
        </pc:sldMkLst>
      </pc:sldChg>
    </pc:docChg>
  </pc:docChgLst>
  <pc:docChgLst>
    <pc:chgData clId="Web-{D50A59DA-0BA6-634D-F29D-87562B3594E8}"/>
    <pc:docChg chg="delSld">
      <pc:chgData name="" userId="" providerId="" clId="Web-{D50A59DA-0BA6-634D-F29D-87562B3594E8}" dt="2024-07-15T10:20:00.498" v="0"/>
      <pc:docMkLst>
        <pc:docMk/>
      </pc:docMkLst>
      <pc:sldChg chg="del">
        <pc:chgData name="" userId="" providerId="" clId="Web-{D50A59DA-0BA6-634D-F29D-87562B3594E8}" dt="2024-07-15T10:20:00.498" v="0"/>
        <pc:sldMkLst>
          <pc:docMk/>
          <pc:sldMk cId="2503091" sldId="256"/>
        </pc:sldMkLst>
      </pc:sldChg>
    </pc:docChg>
  </pc:docChgLst>
  <pc:docChgLst>
    <pc:chgData name="Dr.K.Swathi" userId="S::dr.kswathi@kluniversity.in::ccdd9174-e0cd-4815-b0c6-8062f28da832" providerId="AD" clId="Web-{02E1E568-38BB-DB2D-4982-1C1C4B7764B9}"/>
    <pc:docChg chg="modSld">
      <pc:chgData name="Dr.K.Swathi" userId="S::dr.kswathi@kluniversity.in::ccdd9174-e0cd-4815-b0c6-8062f28da832" providerId="AD" clId="Web-{02E1E568-38BB-DB2D-4982-1C1C4B7764B9}" dt="2024-06-10T08:01:07.836" v="3" actId="20577"/>
      <pc:docMkLst>
        <pc:docMk/>
      </pc:docMkLst>
      <pc:sldChg chg="modSp">
        <pc:chgData name="Dr.K.Swathi" userId="S::dr.kswathi@kluniversity.in::ccdd9174-e0cd-4815-b0c6-8062f28da832" providerId="AD" clId="Web-{02E1E568-38BB-DB2D-4982-1C1C4B7764B9}" dt="2024-06-10T08:01:07.836" v="3" actId="20577"/>
        <pc:sldMkLst>
          <pc:docMk/>
          <pc:sldMk cId="2503091" sldId="256"/>
        </pc:sldMkLst>
        <pc:spChg chg="mod">
          <ac:chgData name="Dr.K.Swathi" userId="S::dr.kswathi@kluniversity.in::ccdd9174-e0cd-4815-b0c6-8062f28da832" providerId="AD" clId="Web-{02E1E568-38BB-DB2D-4982-1C1C4B7764B9}" dt="2024-06-10T08:01:07.836" v="3" actId="20577"/>
          <ac:spMkLst>
            <pc:docMk/>
            <pc:sldMk cId="2503091" sldId="256"/>
            <ac:spMk id="3" creationId="{5F640656-3048-2A08-BF39-81705306F79A}"/>
          </ac:spMkLst>
        </pc:spChg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6CDB74D4-5E76-4C47-E7AA-61E2C648C8D8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r>
              <a:rPr lang="en-IN"/>
              <a:t>Course Title, Topic Name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C962EDA-0A3B-5C3A-C8DF-7672C339CF9F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775D750-AD1D-4C03-A026-1768137CC901}" type="datetimeFigureOut">
              <a:rPr lang="en-IN" smtClean="0"/>
              <a:pPr/>
              <a:t>24-07-2024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EC80489-5F61-FA08-A147-AE43BE9C4993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en-US"/>
              <a:t>College of Engineering, KONERU LAKSHMAIAH EDUCATION FOUNDATION</a:t>
            </a:r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72D387C-1469-6716-E148-98BDCB69762B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44566E6-FD90-4AE7-9488-620D46A968BE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54391555"/>
      </p:ext>
    </p:extLst>
  </p:cSld>
  <p:clrMap bg1="lt1" tx1="dk1" bg2="lt2" tx2="dk2" accent1="accent1" accent2="accent2" accent3="accent3" accent4="accent4" accent5="accent5" accent6="accent6" hlink="hlink" folHlink="folHlink"/>
  <p:hf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r>
              <a:rPr lang="en-IN"/>
              <a:t>Course Title, Topic Name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826BB4A-8EA9-40D4-95BF-21E04B247614}" type="datetimeFigureOut">
              <a:rPr lang="en-IN" smtClean="0"/>
              <a:pPr/>
              <a:t>23-07-2024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en-US"/>
              <a:t>College of Engineering, KONERU LAKSHMAIAH EDUCATION FOUNDATION</a:t>
            </a:r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23BDDA1-7BB7-447A-97DE-AE5425C8F2AD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10007880"/>
      </p:ext>
    </p:extLst>
  </p:cSld>
  <p:clrMap bg1="lt1" tx1="dk1" bg2="lt2" tx2="dk2" accent1="accent1" accent2="accent2" accent3="accent3" accent4="accent4" accent5="accent5" accent6="accent6" hlink="hlink" folHlink="folHlink"/>
  <p:hf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417779" y="802298"/>
            <a:ext cx="8637073" cy="2541431"/>
          </a:xfrm>
        </p:spPr>
        <p:txBody>
          <a:bodyPr bIns="0" anchor="b">
            <a:normAutofit/>
          </a:bodyPr>
          <a:lstStyle>
            <a:lvl1pPr algn="l">
              <a:defRPr sz="66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417780" y="3531204"/>
            <a:ext cx="8637072" cy="977621"/>
          </a:xfrm>
        </p:spPr>
        <p:txBody>
          <a:bodyPr tIns="91440" bIns="91440">
            <a:normAutofit/>
          </a:bodyPr>
          <a:lstStyle>
            <a:lvl1pPr marL="0" indent="0" algn="l">
              <a:buNone/>
              <a:defRPr sz="1800" b="0" cap="all" baseline="0">
                <a:solidFill>
                  <a:schemeClr val="tx1"/>
                </a:solidFill>
              </a:defRPr>
            </a:lvl1pPr>
            <a:lvl2pPr marL="457200" indent="0" algn="ctr">
              <a:buNone/>
              <a:defRPr sz="18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&lt;COURSE TITLE&gt;, &lt;TOPIC NAME&gt;</a:t>
            </a:r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437664" y="798973"/>
            <a:ext cx="811019" cy="503578"/>
          </a:xfrm>
        </p:spPr>
        <p:txBody>
          <a:bodyPr/>
          <a:lstStyle/>
          <a:p>
            <a:fld id="{CBABCCC1-BF11-4F37-963E-1BCD5B23FD72}" type="slidenum">
              <a:rPr lang="en-IN" smtClean="0"/>
              <a:pPr/>
              <a:t>‹#›</a:t>
            </a:fld>
            <a:endParaRPr lang="en-IN"/>
          </a:p>
        </p:txBody>
      </p:sp>
      <p:cxnSp>
        <p:nvCxnSpPr>
          <p:cNvPr id="15" name="Straight Connector 14"/>
          <p:cNvCxnSpPr/>
          <p:nvPr/>
        </p:nvCxnSpPr>
        <p:spPr>
          <a:xfrm>
            <a:off x="2417780" y="3528542"/>
            <a:ext cx="863707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12" name="Rectangle 11"/>
          <p:cNvSpPr/>
          <p:nvPr userDrawn="1"/>
        </p:nvSpPr>
        <p:spPr>
          <a:xfrm>
            <a:off x="11242623" y="6325849"/>
            <a:ext cx="734518" cy="284813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8398286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&lt;COURSE TITLE&gt;, &lt;TOPIC NAME&gt;</a:t>
            </a:r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ABCCC1-BF11-4F37-963E-1BCD5B23FD72}" type="slidenum">
              <a:rPr lang="en-IN" smtClean="0"/>
              <a:pPr/>
              <a:t>‹#›</a:t>
            </a:fld>
            <a:endParaRPr lang="en-IN"/>
          </a:p>
        </p:txBody>
      </p:sp>
      <p:cxnSp>
        <p:nvCxnSpPr>
          <p:cNvPr id="33" name="Straight Connector 32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25752113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54239" y="1756130"/>
            <a:ext cx="8643154" cy="1887950"/>
          </a:xfrm>
        </p:spPr>
        <p:txBody>
          <a:bodyPr anchor="b">
            <a:normAutofit/>
          </a:bodyPr>
          <a:lstStyle>
            <a:lvl1pPr algn="l">
              <a:defRPr sz="36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54239" y="3806195"/>
            <a:ext cx="8630446" cy="1012929"/>
          </a:xfrm>
        </p:spPr>
        <p:txBody>
          <a:bodyPr tIns="91440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&lt;COURSE TITLE&gt;, &lt;TOPIC NAME&gt;</a:t>
            </a:r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ABCCC1-BF11-4F37-963E-1BCD5B23FD72}" type="slidenum">
              <a:rPr lang="en-IN" smtClean="0"/>
              <a:pPr/>
              <a:t>‹#›</a:t>
            </a:fld>
            <a:endParaRPr lang="en-IN"/>
          </a:p>
        </p:txBody>
      </p:sp>
      <p:cxnSp>
        <p:nvCxnSpPr>
          <p:cNvPr id="15" name="Straight Connector 14"/>
          <p:cNvCxnSpPr/>
          <p:nvPr/>
        </p:nvCxnSpPr>
        <p:spPr>
          <a:xfrm>
            <a:off x="1454239" y="3804985"/>
            <a:ext cx="8630446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9094892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9217" y="804889"/>
            <a:ext cx="9605635" cy="105930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447331" y="2010878"/>
            <a:ext cx="4645152" cy="344859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413771" y="2017343"/>
            <a:ext cx="4645152" cy="34415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&lt;COURSE TITLE&gt;, &lt;TOPIC NAME&gt;</a:t>
            </a:r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ABCCC1-BF11-4F37-963E-1BCD5B23FD72}" type="slidenum">
              <a:rPr lang="en-IN" smtClean="0"/>
              <a:pPr/>
              <a:t>‹#›</a:t>
            </a:fld>
            <a:endParaRPr lang="en-IN"/>
          </a:p>
        </p:txBody>
      </p:sp>
      <p:cxnSp>
        <p:nvCxnSpPr>
          <p:cNvPr id="35" name="Straight Connector 34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5228615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7191" y="804163"/>
            <a:ext cx="9607661" cy="1056319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47191" y="2019549"/>
            <a:ext cx="4645152" cy="801943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2200" b="0" cap="all" baseline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447191" y="2824269"/>
            <a:ext cx="4645152" cy="264445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12362" y="2023003"/>
            <a:ext cx="4645152" cy="802237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2200" b="0" cap="all" baseline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412362" y="2821491"/>
            <a:ext cx="4645152" cy="263737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&lt;COURSE TITLE&gt;, &lt;TOPIC NAME&gt;</a:t>
            </a:r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ABCCC1-BF11-4F37-963E-1BCD5B23FD72}" type="slidenum">
              <a:rPr lang="en-IN" smtClean="0"/>
              <a:pPr/>
              <a:t>‹#›</a:t>
            </a:fld>
            <a:endParaRPr lang="en-IN"/>
          </a:p>
        </p:txBody>
      </p:sp>
      <p:cxnSp>
        <p:nvCxnSpPr>
          <p:cNvPr id="29" name="Straight Connector 28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23837270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&lt;COURSE TITLE&gt;, &lt;TOPIC NAME&gt;</a:t>
            </a:r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ABCCC1-BF11-4F37-963E-1BCD5B23FD72}" type="slidenum">
              <a:rPr lang="en-IN" smtClean="0"/>
              <a:pPr/>
              <a:t>‹#›</a:t>
            </a:fld>
            <a:endParaRPr lang="en-IN"/>
          </a:p>
        </p:txBody>
      </p:sp>
      <p:cxnSp>
        <p:nvCxnSpPr>
          <p:cNvPr id="25" name="Straight Connector 24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10746669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&lt;COURSE TITLE&gt;, &lt;TOPIC NAME&gt;</a:t>
            </a:r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ABCCC1-BF11-4F37-963E-1BCD5B23FD72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9458717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4671" y="798973"/>
            <a:ext cx="3273099" cy="2247117"/>
          </a:xfrm>
        </p:spPr>
        <p:txBody>
          <a:bodyPr anchor="b">
            <a:normAutofit/>
          </a:bodyPr>
          <a:lstStyle>
            <a:lvl1pPr algn="l">
              <a:defRPr sz="24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043714" y="798974"/>
            <a:ext cx="6012470" cy="4658826"/>
          </a:xfrm>
        </p:spPr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44671" y="3205491"/>
            <a:ext cx="3275013" cy="2248181"/>
          </a:xfrm>
        </p:spPr>
        <p:txBody>
          <a:bodyPr/>
          <a:lstStyle>
            <a:lvl1pPr marL="0" indent="0" algn="l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&lt;COURSE TITLE&gt;, &lt;TOPIC NAME&gt;</a:t>
            </a:r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ABCCC1-BF11-4F37-963E-1BCD5B23FD72}" type="slidenum">
              <a:rPr lang="en-IN" smtClean="0"/>
              <a:pPr/>
              <a:t>‹#›</a:t>
            </a:fld>
            <a:endParaRPr lang="en-IN"/>
          </a:p>
        </p:txBody>
      </p:sp>
      <p:cxnSp>
        <p:nvCxnSpPr>
          <p:cNvPr id="17" name="Straight Connector 16"/>
          <p:cNvCxnSpPr/>
          <p:nvPr/>
        </p:nvCxnSpPr>
        <p:spPr>
          <a:xfrm>
            <a:off x="1448280" y="3205491"/>
            <a:ext cx="3269490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73203743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7477387" y="482170"/>
            <a:ext cx="4074533" cy="5149101"/>
            <a:chOff x="7477387" y="482170"/>
            <a:chExt cx="4074533" cy="5149101"/>
          </a:xfrm>
        </p:grpSpPr>
        <p:sp>
          <p:nvSpPr>
            <p:cNvPr id="18" name="Rectangle 17"/>
            <p:cNvSpPr/>
            <p:nvPr/>
          </p:nvSpPr>
          <p:spPr bwMode="black">
            <a:xfrm>
              <a:off x="7477387" y="482170"/>
              <a:ext cx="4074533" cy="5149101"/>
            </a:xfrm>
            <a:prstGeom prst="rect">
              <a:avLst/>
            </a:prstGeom>
            <a:gradFill>
              <a:gsLst>
                <a:gs pos="0">
                  <a:srgbClr val="000001"/>
                </a:gs>
                <a:gs pos="100000">
                  <a:srgbClr val="191919"/>
                </a:gs>
              </a:gsLst>
            </a:gradFill>
            <a:ln w="76200" cmpd="sng">
              <a:noFill/>
              <a:miter lim="800000"/>
            </a:ln>
            <a:effectLst>
              <a:outerShdw blurRad="127000" dist="228600" dir="4740000" sx="98000" sy="98000" algn="tl" rotWithShape="0">
                <a:srgbClr val="000000">
                  <a:alpha val="34000"/>
                </a:srgbClr>
              </a:outerShdw>
            </a:effectLst>
            <a:scene3d>
              <a:camera prst="orthographicFront"/>
              <a:lightRig rig="threePt" dir="t"/>
            </a:scene3d>
            <a:sp3d>
              <a:bevelT w="152400" h="50800" prst="softRound"/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Rectangle 18"/>
            <p:cNvSpPr/>
            <p:nvPr/>
          </p:nvSpPr>
          <p:spPr bwMode="blackWhite">
            <a:xfrm>
              <a:off x="7790446" y="812506"/>
              <a:ext cx="3450289" cy="4466452"/>
            </a:xfrm>
            <a:prstGeom prst="rect">
              <a:avLst/>
            </a:prstGeom>
            <a:gradFill>
              <a:gsLst>
                <a:gs pos="0">
                  <a:srgbClr val="DADADA"/>
                </a:gs>
                <a:gs pos="100000">
                  <a:srgbClr val="FFFFFE"/>
                </a:gs>
              </a:gsLst>
              <a:lin ang="16200000" scaled="0"/>
            </a:gradFill>
            <a:ln w="50800" cmpd="sng">
              <a:solidFill>
                <a:srgbClr val="191919"/>
              </a:solidFill>
              <a:miter lim="800000"/>
            </a:ln>
            <a:effectLst>
              <a:innerShdw blurRad="63500" dist="88900" dir="14100000">
                <a:srgbClr val="000000">
                  <a:alpha val="30000"/>
                </a:srgbClr>
              </a:innerShdw>
            </a:effectLst>
            <a:scene3d>
              <a:camera prst="orthographicFront"/>
              <a:lightRig rig="threePt" dir="t"/>
            </a:scene3d>
            <a:sp3d>
              <a:bevelT prst="relaxedInset"/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51206" y="1129513"/>
            <a:ext cx="5532328" cy="1830584"/>
          </a:xfr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8124389" y="1122542"/>
            <a:ext cx="2791171" cy="3866327"/>
          </a:xfrm>
          <a:solidFill>
            <a:schemeClr val="bg1">
              <a:lumMod val="85000"/>
            </a:schemeClr>
          </a:solidFill>
          <a:ln w="9525" cap="sq">
            <a:noFill/>
            <a:miter lim="800000"/>
          </a:ln>
          <a:effectLst/>
        </p:spPr>
        <p:txBody>
          <a:bodyPr anchor="t"/>
          <a:lstStyle>
            <a:lvl1pPr marL="0" indent="0" algn="ctr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50329" y="3145992"/>
            <a:ext cx="5524404" cy="2003742"/>
          </a:xfrm>
        </p:spPr>
        <p:txBody>
          <a:bodyPr>
            <a:normAutofit/>
          </a:bodyPr>
          <a:lstStyle>
            <a:lvl1pPr marL="0" indent="0" algn="l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1447382" y="5469856"/>
            <a:ext cx="5527351" cy="320123"/>
          </a:xfrm>
        </p:spPr>
        <p:txBody>
          <a:bodyPr/>
          <a:lstStyle>
            <a:lvl1pPr algn="l">
              <a:defRPr/>
            </a:lvl1pPr>
          </a:lstStyle>
          <a:p>
            <a:r>
              <a:rPr lang="en-US"/>
              <a:t>&lt;COURSE TITLE&gt;, &lt;TOPIC NAME&gt;</a:t>
            </a:r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ABCCC1-BF11-4F37-963E-1BCD5B23FD72}" type="slidenum">
              <a:rPr lang="en-IN" smtClean="0"/>
              <a:pPr/>
              <a:t>‹#›</a:t>
            </a:fld>
            <a:endParaRPr lang="en-IN"/>
          </a:p>
        </p:txBody>
      </p:sp>
      <p:cxnSp>
        <p:nvCxnSpPr>
          <p:cNvPr id="31" name="Straight Connector 30"/>
          <p:cNvCxnSpPr/>
          <p:nvPr/>
        </p:nvCxnSpPr>
        <p:spPr>
          <a:xfrm>
            <a:off x="1447382" y="3143605"/>
            <a:ext cx="5527351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20077693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&lt;COURSE TITLE&gt;, &lt;TOPIC NAME&gt;</a:t>
            </a:r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ABCCC1-BF11-4F37-963E-1BCD5B23FD72}" type="slidenum">
              <a:rPr lang="en-IN" smtClean="0"/>
              <a:pPr/>
              <a:t>‹#›</a:t>
            </a:fld>
            <a:endParaRPr lang="en-IN"/>
          </a:p>
        </p:txBody>
      </p:sp>
      <p:cxnSp>
        <p:nvCxnSpPr>
          <p:cNvPr id="26" name="Straight Connector 25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23126745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439111" y="798973"/>
            <a:ext cx="1615742" cy="4659889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444672" y="798973"/>
            <a:ext cx="7828830" cy="4659889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&lt;COURSE TITLE&gt;, &lt;TOPIC NAME&gt;</a:t>
            </a:r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ABCCC1-BF11-4F37-963E-1BCD5B23FD72}" type="slidenum">
              <a:rPr lang="en-IN" smtClean="0"/>
              <a:pPr/>
              <a:t>‹#›</a:t>
            </a:fld>
            <a:endParaRPr lang="en-IN"/>
          </a:p>
        </p:txBody>
      </p:sp>
      <p:cxnSp>
        <p:nvCxnSpPr>
          <p:cNvPr id="15" name="Straight Connector 14"/>
          <p:cNvCxnSpPr/>
          <p:nvPr/>
        </p:nvCxnSpPr>
        <p:spPr>
          <a:xfrm>
            <a:off x="9439111" y="798973"/>
            <a:ext cx="0" cy="4659889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75364021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3.pn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2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2019476"/>
            <a:ext cx="12192000" cy="4105941"/>
          </a:xfrm>
          <a:prstGeom prst="rect">
            <a:avLst/>
          </a:prstGeom>
          <a:gradFill flip="none" rotWithShape="1">
            <a:gsLst>
              <a:gs pos="0">
                <a:schemeClr val="bg2">
                  <a:alpha val="0"/>
                </a:schemeClr>
              </a:gs>
              <a:gs pos="100000">
                <a:schemeClr val="bg2"/>
              </a:gs>
            </a:gsLst>
            <a:lin ang="5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451579" y="804519"/>
            <a:ext cx="9603275" cy="1049235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51579" y="2015732"/>
            <a:ext cx="9603275" cy="345061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554139" y="379083"/>
            <a:ext cx="3500715" cy="3092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/>
              <a:t>&lt;COURSE TITLE&gt;, &lt;TOPIC NAME&gt;</a:t>
            </a:r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5690490" y="6291139"/>
            <a:ext cx="811019" cy="503578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ctr">
              <a:defRPr sz="2200">
                <a:solidFill>
                  <a:schemeClr val="accent1"/>
                </a:solidFill>
              </a:defRPr>
            </a:lvl1pPr>
          </a:lstStyle>
          <a:p>
            <a:fld id="{CBABCCC1-BF11-4F37-963E-1BCD5B23FD72}" type="slidenum">
              <a:rPr lang="en-IN" smtClean="0"/>
              <a:pPr/>
              <a:t>‹#›</a:t>
            </a:fld>
            <a:endParaRPr lang="en-IN"/>
          </a:p>
        </p:txBody>
      </p:sp>
      <p:cxnSp>
        <p:nvCxnSpPr>
          <p:cNvPr id="10" name="Straight Connector 9"/>
          <p:cNvCxnSpPr/>
          <p:nvPr/>
        </p:nvCxnSpPr>
        <p:spPr>
          <a:xfrm>
            <a:off x="0" y="6128413"/>
            <a:ext cx="12192000" cy="0"/>
          </a:xfrm>
          <a:prstGeom prst="line">
            <a:avLst/>
          </a:prstGeom>
          <a:ln w="12700">
            <a:solidFill>
              <a:srgbClr val="000001">
                <a:alpha val="2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" name="Picture 8" descr="Icon&#10;&#10;Description automatically generated with medium confidence">
            <a:extLst>
              <a:ext uri="{FF2B5EF4-FFF2-40B4-BE49-F238E27FC236}">
                <a16:creationId xmlns:a16="http://schemas.microsoft.com/office/drawing/2014/main" id="{D33DD7EC-6054-A5D7-0F93-3916702EC90E}"/>
              </a:ext>
            </a:extLst>
          </p:cNvPr>
          <p:cNvPicPr>
            <a:picLocks noChangeAspect="1"/>
          </p:cNvPicPr>
          <p:nvPr userDrawn="1"/>
        </p:nvPicPr>
        <p:blipFill>
          <a:blip r:embed="rId1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7444" y="32699"/>
            <a:ext cx="1218935" cy="500985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DB6D7A70-9470-38A5-6785-933F5C089234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1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360" t="18054" b="50110"/>
          <a:stretch/>
        </p:blipFill>
        <p:spPr>
          <a:xfrm>
            <a:off x="1451579" y="6373097"/>
            <a:ext cx="2912198" cy="351077"/>
          </a:xfrm>
          <a:prstGeom prst="rect">
            <a:avLst/>
          </a:prstGeom>
        </p:spPr>
      </p:pic>
      <p:pic>
        <p:nvPicPr>
          <p:cNvPr id="14" name="Picture 13" descr="Text&#10;&#10;Description automatically generated with medium confidence">
            <a:extLst>
              <a:ext uri="{FF2B5EF4-FFF2-40B4-BE49-F238E27FC236}">
                <a16:creationId xmlns:a16="http://schemas.microsoft.com/office/drawing/2014/main" id="{A51BE3ED-273E-B0A1-FC3A-EE01E1A92D27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1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53957" r="20929" b="13232"/>
          <a:stretch/>
        </p:blipFill>
        <p:spPr>
          <a:xfrm>
            <a:off x="8825503" y="6373097"/>
            <a:ext cx="2229351" cy="3350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9838023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200" b="0" i="0" kern="1200" cap="all">
          <a:solidFill>
            <a:schemeClr val="tx1"/>
          </a:solidFill>
          <a:effectLst/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2000" kern="1200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800" kern="1200" cap="none" baseline="0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600" kern="1200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400" kern="1200" cap="none" baseline="0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simplilearn.com/what-is-intelligent-agent-in-ai-types-function-article" TargetMode="External"/><Relationship Id="rId2" Type="http://schemas.openxmlformats.org/officeDocument/2006/relationships/hyperlink" Target="https://www.geeksforgeeks.org/agents-artificial-intelligence/" TargetMode="External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www.section.io/engineering-education/turing-test-in-ai/" TargetMode="External"/><Relationship Id="rId5" Type="http://schemas.openxmlformats.org/officeDocument/2006/relationships/hyperlink" Target="https://www.geeksforgeeks.org/turing-test-artificial-intelligence/" TargetMode="External"/><Relationship Id="rId4" Type="http://schemas.openxmlformats.org/officeDocument/2006/relationships/hyperlink" Target="https://www.javatpoint.com/turing-test-in-ai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A69B8D-BF65-4ADD-F76F-77EA72FFCB8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435273" y="922476"/>
            <a:ext cx="10285251" cy="2608668"/>
          </a:xfrm>
        </p:spPr>
        <p:txBody>
          <a:bodyPr>
            <a:normAutofit/>
          </a:bodyPr>
          <a:lstStyle/>
          <a:p>
            <a:pPr algn="ctr"/>
            <a:r>
              <a:rPr lang="en-IN" sz="5000" b="1"/>
              <a:t>ARTIFICIAL INTELLIGENCE </a:t>
            </a:r>
            <a:br>
              <a:rPr lang="en-IN" sz="5000" b="1"/>
            </a:br>
            <a:r>
              <a:rPr lang="en-IN" sz="5000" b="1"/>
              <a:t>&amp; </a:t>
            </a:r>
            <a:br>
              <a:rPr lang="en-IN" sz="5000" b="1"/>
            </a:br>
            <a:r>
              <a:rPr lang="en-IN" sz="5000" b="1"/>
              <a:t>MACHINE LEARNING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F640656-3048-2A08-BF39-81705306F79A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 vert="horz" lIns="91440" tIns="91440" rIns="91440" bIns="91440" rtlCol="0" anchor="t">
            <a:noAutofit/>
          </a:bodyPr>
          <a:lstStyle/>
          <a:p>
            <a:r>
              <a:rPr lang="en-US" sz="2400"/>
              <a:t>Session no: 1</a:t>
            </a:r>
            <a:endParaRPr lang="en-IN" sz="2400"/>
          </a:p>
          <a:p>
            <a:r>
              <a:rPr lang="en-US" sz="2400"/>
              <a:t>Topic:  </a:t>
            </a:r>
            <a:r>
              <a:rPr lang="en-IN" sz="2400"/>
              <a:t>Overview of AI, history, and ITS applications</a:t>
            </a:r>
          </a:p>
        </p:txBody>
      </p:sp>
    </p:spTree>
    <p:extLst>
      <p:ext uri="{BB962C8B-B14F-4D97-AF65-F5344CB8AC3E}">
        <p14:creationId xmlns:p14="http://schemas.microsoft.com/office/powerpoint/2010/main" val="250309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/>
              <a:t>Over of AI</a:t>
            </a: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ABCCC1-BF11-4F37-963E-1BCD5B23FD72}" type="slidenum">
              <a:rPr lang="en-IN" smtClean="0"/>
              <a:pPr/>
              <a:t>2</a:t>
            </a:fld>
            <a:endParaRPr lang="en-IN"/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>
          <a:xfrm>
            <a:off x="1451579" y="1925791"/>
            <a:ext cx="9603275" cy="4175206"/>
          </a:xfrm>
        </p:spPr>
        <p:txBody>
          <a:bodyPr>
            <a:normAutofit fontScale="85000" lnSpcReduction="10000"/>
          </a:bodyPr>
          <a:lstStyle/>
          <a:p>
            <a:pPr marL="90488" lvl="0" indent="0" algn="just">
              <a:buNone/>
            </a:pPr>
            <a:r>
              <a:rPr lang="en-US" sz="3300"/>
              <a:t>Artificial Intelligence is composed of two words Artificial and Intelligence, where Artificial defines “Man-Made," and intelligence defines “Thinking Power", hence AI means “A man-made thinking power.“</a:t>
            </a:r>
            <a:endParaRPr lang="en-IN" sz="3300" b="1"/>
          </a:p>
          <a:p>
            <a:pPr lvl="0" algn="just">
              <a:buNone/>
            </a:pPr>
            <a:endParaRPr lang="en-US" sz="1100" b="1"/>
          </a:p>
          <a:p>
            <a:pPr lvl="0" algn="just">
              <a:buNone/>
            </a:pPr>
            <a:r>
              <a:rPr lang="en-IN" sz="2800" b="1" cap="all">
                <a:latin typeface="+mj-lt"/>
                <a:ea typeface="+mj-ea"/>
                <a:cs typeface="+mj-cs"/>
              </a:rPr>
              <a:t>Definition: </a:t>
            </a:r>
          </a:p>
          <a:p>
            <a:pPr marL="93663" lvl="0" indent="-3175" algn="just">
              <a:buNone/>
            </a:pPr>
            <a:r>
              <a:rPr lang="en-IN" sz="3300"/>
              <a:t>Artificial Intelligence (AI) refers to the simulation of human intelligence in machines that are programmed to think and learn.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/>
              <a:t>Types of Artificial Intelligence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451579" y="2026029"/>
            <a:ext cx="9603275" cy="3450613"/>
          </a:xfrm>
        </p:spPr>
        <p:txBody>
          <a:bodyPr/>
          <a:lstStyle/>
          <a:p>
            <a:pPr marL="0" indent="0">
              <a:buNone/>
            </a:pPr>
            <a:r>
              <a:rPr lang="en-US"/>
              <a:t>Artificial Intelligence can be divided into TWO types, based on Capabilities and based on Functionality of AI. </a:t>
            </a:r>
          </a:p>
          <a:p>
            <a:pPr marL="0" indent="0">
              <a:buNone/>
            </a:pPr>
            <a:endParaRPr lang="en-US">
              <a:latin typeface="Times New Roman" pitchFamily="18" charset="0"/>
              <a:cs typeface="Times New Roman" pitchFamily="18" charset="0"/>
            </a:endParaRPr>
          </a:p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ABCCC1-BF11-4F37-963E-1BCD5B23FD72}" type="slidenum">
              <a:rPr lang="en-IN" smtClean="0"/>
              <a:pPr/>
              <a:t>3</a:t>
            </a:fld>
            <a:endParaRPr lang="en-IN"/>
          </a:p>
        </p:txBody>
      </p:sp>
      <p:pic>
        <p:nvPicPr>
          <p:cNvPr id="5" name="Picture 2" descr="Types of Artificial Intelligence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687216" y="2942037"/>
            <a:ext cx="6867331" cy="2937106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/>
              <a:t>Type-1: Based on Capabilities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451579" y="2015732"/>
            <a:ext cx="9603275" cy="4095819"/>
          </a:xfrm>
        </p:spPr>
        <p:txBody>
          <a:bodyPr>
            <a:normAutofit fontScale="92500" lnSpcReduction="10000"/>
          </a:bodyPr>
          <a:lstStyle/>
          <a:p>
            <a:pPr marL="267970" indent="-26797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b="1"/>
              <a:t>1. Narrow AI:</a:t>
            </a:r>
            <a:endParaRPr lang="en-US"/>
          </a:p>
          <a:p>
            <a:pPr>
              <a:lnSpc>
                <a:spcPct val="100000"/>
              </a:lnSpc>
              <a:spcBef>
                <a:spcPts val="0"/>
              </a:spcBef>
              <a:buNone/>
            </a:pPr>
            <a:r>
              <a:rPr lang="en-US"/>
              <a:t>	Narrow AI is a type of AI which is able to perform a dedicated task with intelligence.</a:t>
            </a:r>
          </a:p>
          <a:p>
            <a:pPr algn="just">
              <a:lnSpc>
                <a:spcPct val="100000"/>
              </a:lnSpc>
              <a:spcBef>
                <a:spcPts val="0"/>
              </a:spcBef>
              <a:buNone/>
            </a:pPr>
            <a:r>
              <a:rPr lang="en-US" b="1">
                <a:solidFill>
                  <a:schemeClr val="accent5">
                    <a:lumMod val="75000"/>
                  </a:schemeClr>
                </a:solidFill>
              </a:rPr>
              <a:t>	</a:t>
            </a:r>
            <a:r>
              <a:rPr lang="en-US"/>
              <a:t>Examples: Playing chess, Speech recognition, image recognition, and Purchasing suggestions on e-commerce site. </a:t>
            </a:r>
          </a:p>
          <a:p>
            <a:pPr algn="just">
              <a:lnSpc>
                <a:spcPct val="100000"/>
              </a:lnSpc>
              <a:spcBef>
                <a:spcPts val="0"/>
              </a:spcBef>
              <a:buNone/>
            </a:pPr>
            <a:endParaRPr lang="en-US"/>
          </a:p>
          <a:p>
            <a:pPr algn="just">
              <a:lnSpc>
                <a:spcPct val="100000"/>
              </a:lnSpc>
              <a:spcBef>
                <a:spcPts val="0"/>
              </a:spcBef>
              <a:buNone/>
            </a:pPr>
            <a:r>
              <a:rPr lang="en-US" b="1"/>
              <a:t>2.  General AI:</a:t>
            </a:r>
          </a:p>
          <a:p>
            <a:pPr marL="269875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/>
              <a:t>The idea behind the general AI to make such a system which could be smarter and think like a human by its own.</a:t>
            </a:r>
          </a:p>
          <a:p>
            <a:pPr marL="269875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/>
              <a:t>Examples: Self-Driving car</a:t>
            </a:r>
          </a:p>
          <a:p>
            <a:pPr marL="269875" indent="0">
              <a:lnSpc>
                <a:spcPct val="100000"/>
              </a:lnSpc>
              <a:spcBef>
                <a:spcPts val="0"/>
              </a:spcBef>
              <a:buNone/>
            </a:pPr>
            <a:endParaRPr lang="en-US"/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b="1"/>
              <a:t>3.  Strong AI:</a:t>
            </a:r>
          </a:p>
          <a:p>
            <a:pPr indent="41275" algn="just">
              <a:lnSpc>
                <a:spcPct val="100000"/>
              </a:lnSpc>
              <a:spcBef>
                <a:spcPts val="0"/>
              </a:spcBef>
              <a:buNone/>
            </a:pPr>
            <a:r>
              <a:rPr lang="en-US"/>
              <a:t>Intelligent systems that can surpass human intelligence, and can perform any task better than human with cognitive properties. </a:t>
            </a:r>
          </a:p>
          <a:p>
            <a:pPr indent="41275" algn="just">
              <a:lnSpc>
                <a:spcPct val="100000"/>
              </a:lnSpc>
              <a:spcBef>
                <a:spcPts val="0"/>
              </a:spcBef>
              <a:buNone/>
            </a:pPr>
            <a:r>
              <a:rPr lang="en-US"/>
              <a:t>Examples: Ability to think, to reason, solve the puzzle, make judgments, plan, learn, and communicate by its own.</a:t>
            </a:r>
          </a:p>
          <a:p>
            <a:pPr marL="269875" indent="0">
              <a:lnSpc>
                <a:spcPct val="100000"/>
              </a:lnSpc>
              <a:spcBef>
                <a:spcPts val="0"/>
              </a:spcBef>
              <a:buNone/>
            </a:pPr>
            <a:endParaRPr lang="en-US"/>
          </a:p>
          <a:p>
            <a:pPr marL="269875" indent="0" algn="just">
              <a:lnSpc>
                <a:spcPct val="100000"/>
              </a:lnSpc>
              <a:spcBef>
                <a:spcPts val="0"/>
              </a:spcBef>
              <a:buNone/>
            </a:pPr>
            <a:endParaRPr lang="en-US"/>
          </a:p>
          <a:p>
            <a:pPr>
              <a:lnSpc>
                <a:spcPct val="100000"/>
              </a:lnSpc>
              <a:spcBef>
                <a:spcPts val="0"/>
              </a:spcBef>
            </a:pP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ABCCC1-BF11-4F37-963E-1BCD5B23FD72}" type="slidenum">
              <a:rPr lang="en-IN" smtClean="0"/>
              <a:pPr/>
              <a:t>4</a:t>
            </a:fld>
            <a:endParaRPr lang="en-IN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/>
              <a:t>Type-2: Based on Functionality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406609" y="1847471"/>
            <a:ext cx="9603275" cy="4283508"/>
          </a:xfrm>
        </p:spPr>
        <p:txBody>
          <a:bodyPr>
            <a:noAutofit/>
          </a:bodyPr>
          <a:lstStyle/>
          <a:p>
            <a:pPr marL="457200" lvl="8" indent="-457200" algn="just" defTabSz="361950">
              <a:lnSpc>
                <a:spcPct val="110000"/>
              </a:lnSpc>
              <a:buNone/>
            </a:pPr>
            <a:r>
              <a:rPr lang="en-US" sz="1500" b="1"/>
              <a:t>1. Reactive Machines:</a:t>
            </a:r>
          </a:p>
          <a:p>
            <a:pPr marL="177800" lvl="8" indent="0" algn="just" defTabSz="361950">
              <a:lnSpc>
                <a:spcPct val="110000"/>
              </a:lnSpc>
              <a:buNone/>
            </a:pPr>
            <a:r>
              <a:rPr lang="en-US" sz="1500"/>
              <a:t>These machines focus only on current scenarios and react on it as per possible best action.</a:t>
            </a:r>
          </a:p>
          <a:p>
            <a:pPr marL="177800" lvl="8" indent="0" algn="just" defTabSz="361950">
              <a:lnSpc>
                <a:spcPct val="110000"/>
              </a:lnSpc>
              <a:buNone/>
            </a:pPr>
            <a:r>
              <a:rPr lang="en-US" sz="1500">
                <a:solidFill>
                  <a:srgbClr val="FF0000"/>
                </a:solidFill>
              </a:rPr>
              <a:t>Examples: </a:t>
            </a:r>
            <a:r>
              <a:rPr lang="en-US" sz="1500"/>
              <a:t>IBM's Deep Blue system, Google's AlphaGo.</a:t>
            </a:r>
          </a:p>
          <a:p>
            <a:pPr marL="0" indent="0" algn="just">
              <a:lnSpc>
                <a:spcPct val="110000"/>
              </a:lnSpc>
              <a:buNone/>
            </a:pPr>
            <a:r>
              <a:rPr lang="en-US" sz="1500" b="1"/>
              <a:t>2. Limited Memory:</a:t>
            </a:r>
          </a:p>
          <a:p>
            <a:pPr indent="-50800" algn="just">
              <a:spcBef>
                <a:spcPts val="0"/>
              </a:spcBef>
              <a:buNone/>
            </a:pPr>
            <a:r>
              <a:rPr lang="en-US" sz="1500"/>
              <a:t>These machines can store past experiences or some data for a short period of time  </a:t>
            </a:r>
          </a:p>
          <a:p>
            <a:pPr indent="-50800" algn="just">
              <a:spcBef>
                <a:spcPts val="0"/>
              </a:spcBef>
              <a:buNone/>
            </a:pPr>
            <a:r>
              <a:rPr lang="en-US" sz="1500">
                <a:solidFill>
                  <a:srgbClr val="FF0000"/>
                </a:solidFill>
              </a:rPr>
              <a:t>Example: </a:t>
            </a:r>
            <a:r>
              <a:rPr lang="en-US" sz="1500"/>
              <a:t>Self-Driving car store recent s peed of nearby cars, the distance of other cars, speed limit, information to navigate the road.</a:t>
            </a:r>
          </a:p>
          <a:p>
            <a:pPr marL="0" indent="0" algn="just">
              <a:spcBef>
                <a:spcPts val="0"/>
              </a:spcBef>
              <a:buNone/>
            </a:pPr>
            <a:endParaRPr lang="en-US" sz="600" b="1"/>
          </a:p>
          <a:p>
            <a:pPr marL="0" indent="0" algn="just">
              <a:spcBef>
                <a:spcPts val="0"/>
              </a:spcBef>
              <a:buNone/>
            </a:pPr>
            <a:r>
              <a:rPr lang="en-US" sz="1500" b="1"/>
              <a:t>3.Theory of Mind:</a:t>
            </a:r>
          </a:p>
          <a:p>
            <a:pPr marL="177800" indent="0" algn="just">
              <a:spcBef>
                <a:spcPts val="0"/>
              </a:spcBef>
              <a:buNone/>
            </a:pPr>
            <a:r>
              <a:rPr lang="en-US" sz="1500"/>
              <a:t>This type of AI machines understand the human emotions, people, beliefs, and be able to interact socially like humans.    </a:t>
            </a:r>
            <a:r>
              <a:rPr lang="en-US" sz="1500">
                <a:solidFill>
                  <a:srgbClr val="FF0000"/>
                </a:solidFill>
              </a:rPr>
              <a:t>Example: </a:t>
            </a:r>
            <a:r>
              <a:rPr lang="en-US" sz="1500"/>
              <a:t>Under developing.</a:t>
            </a:r>
          </a:p>
          <a:p>
            <a:pPr marL="0" indent="0" algn="just">
              <a:spcBef>
                <a:spcPts val="0"/>
              </a:spcBef>
              <a:buNone/>
            </a:pPr>
            <a:endParaRPr lang="en-US" sz="600" b="1"/>
          </a:p>
          <a:p>
            <a:pPr marL="0" indent="0" algn="just">
              <a:spcBef>
                <a:spcPts val="0"/>
              </a:spcBef>
              <a:buNone/>
            </a:pPr>
            <a:r>
              <a:rPr lang="en-US" sz="1500" b="1"/>
              <a:t>4. Self-Awareness:</a:t>
            </a:r>
          </a:p>
          <a:p>
            <a:pPr marL="177800" indent="0" algn="just">
              <a:spcBef>
                <a:spcPts val="0"/>
              </a:spcBef>
              <a:buNone/>
            </a:pPr>
            <a:r>
              <a:rPr lang="en-US" sz="1500"/>
              <a:t>These machines will be super intelligent, and will have their own consciousness, sentiments, and self-awareness. These machines will be smarter than human mind. </a:t>
            </a:r>
          </a:p>
          <a:p>
            <a:pPr marL="177800" indent="0" algn="just">
              <a:spcBef>
                <a:spcPts val="0"/>
              </a:spcBef>
              <a:buNone/>
            </a:pPr>
            <a:r>
              <a:rPr lang="en-US" sz="1500">
                <a:solidFill>
                  <a:srgbClr val="FF0000"/>
                </a:solidFill>
              </a:rPr>
              <a:t>Example: </a:t>
            </a:r>
            <a:r>
              <a:rPr lang="en-US" sz="1500"/>
              <a:t>Under developing.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ABCCC1-BF11-4F37-963E-1BCD5B23FD72}" type="slidenum">
              <a:rPr lang="en-IN" smtClean="0"/>
              <a:pPr/>
              <a:t>5</a:t>
            </a:fld>
            <a:endParaRPr lang="en-IN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/>
              <a:t>AI Technologies and Tools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406609" y="1847471"/>
            <a:ext cx="10480591" cy="4283508"/>
          </a:xfrm>
        </p:spPr>
        <p:txBody>
          <a:bodyPr>
            <a:noAutofit/>
          </a:bodyPr>
          <a:lstStyle/>
          <a:p>
            <a:pPr lvl="0"/>
            <a:r>
              <a:rPr lang="en-IN" sz="3200" b="1"/>
              <a:t>Algorithms</a:t>
            </a:r>
            <a:r>
              <a:rPr lang="en-IN" sz="3200"/>
              <a:t>: Decision trees, clustering, neural networks.</a:t>
            </a:r>
            <a:endParaRPr lang="en-IN" sz="2800"/>
          </a:p>
          <a:p>
            <a:pPr lvl="0"/>
            <a:r>
              <a:rPr lang="en-IN" sz="3200" b="1"/>
              <a:t>Programming Languages</a:t>
            </a:r>
            <a:r>
              <a:rPr lang="en-IN" sz="3200"/>
              <a:t>: Python, R, Java.</a:t>
            </a:r>
            <a:endParaRPr lang="en-IN" sz="2800"/>
          </a:p>
          <a:p>
            <a:pPr lvl="0"/>
            <a:r>
              <a:rPr lang="en-IN" sz="3200" b="1"/>
              <a:t>Frameworks and Libraries</a:t>
            </a:r>
            <a:r>
              <a:rPr lang="en-IN" sz="3200"/>
              <a:t>:  </a:t>
            </a:r>
            <a:r>
              <a:rPr lang="en-IN" sz="3200" err="1"/>
              <a:t>TensorFlow</a:t>
            </a:r>
            <a:r>
              <a:rPr lang="en-IN" sz="3200"/>
              <a:t>,  </a:t>
            </a:r>
            <a:r>
              <a:rPr lang="en-IN" sz="3200" err="1"/>
              <a:t>PyTorch</a:t>
            </a:r>
            <a:r>
              <a:rPr lang="en-IN" sz="3200"/>
              <a:t>,  </a:t>
            </a:r>
            <a:r>
              <a:rPr lang="en-IN" sz="3200" err="1"/>
              <a:t>Keras</a:t>
            </a:r>
            <a:r>
              <a:rPr lang="en-IN" sz="3200"/>
              <a:t>.</a:t>
            </a:r>
            <a:endParaRPr lang="en-IN" sz="2800"/>
          </a:p>
          <a:p>
            <a:pPr marL="457200" lvl="8" indent="-457200" algn="just" defTabSz="361950">
              <a:lnSpc>
                <a:spcPct val="110000"/>
              </a:lnSpc>
              <a:buNone/>
            </a:pPr>
            <a:endParaRPr lang="en-US" sz="200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ABCCC1-BF11-4F37-963E-1BCD5B23FD72}" type="slidenum">
              <a:rPr lang="en-IN" smtClean="0"/>
              <a:pPr/>
              <a:t>6</a:t>
            </a:fld>
            <a:endParaRPr lang="en-IN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/>
              <a:t>history of AI</a:t>
            </a: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ABCCC1-BF11-4F37-963E-1BCD5B23FD72}" type="slidenum">
              <a:rPr lang="en-IN" smtClean="0"/>
              <a:pPr/>
              <a:t>7</a:t>
            </a:fld>
            <a:endParaRPr lang="en-IN"/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>
          <a:xfrm>
            <a:off x="1451579" y="1925791"/>
            <a:ext cx="10090847" cy="4175206"/>
          </a:xfrm>
        </p:spPr>
        <p:txBody>
          <a:bodyPr>
            <a:normAutofit fontScale="92500" lnSpcReduction="20000"/>
          </a:bodyPr>
          <a:lstStyle/>
          <a:p>
            <a:pPr>
              <a:buNone/>
            </a:pPr>
            <a:r>
              <a:rPr lang="en-IN" sz="2800"/>
              <a:t>The Birth of AI (1950s)</a:t>
            </a:r>
          </a:p>
          <a:p>
            <a:pPr>
              <a:buNone/>
            </a:pPr>
            <a:r>
              <a:rPr lang="en-IN" sz="2800" u="sng"/>
              <a:t>1950: </a:t>
            </a:r>
            <a:r>
              <a:rPr lang="en-IN" sz="2800">
                <a:solidFill>
                  <a:srgbClr val="0000FF"/>
                </a:solidFill>
              </a:rPr>
              <a:t>Alan Turing </a:t>
            </a:r>
          </a:p>
          <a:p>
            <a:pPr marL="266700" lvl="1" indent="3175" algn="just">
              <a:buNone/>
            </a:pPr>
            <a:r>
              <a:rPr lang="en-IN" sz="2800"/>
              <a:t>Introduced the Turing Test and Proposed the idea of a "Computing Machinery and Intelligence“</a:t>
            </a:r>
          </a:p>
          <a:p>
            <a:pPr marL="266700" lvl="1" indent="3175" algn="just">
              <a:buNone/>
            </a:pPr>
            <a:endParaRPr lang="en-IN" sz="2200"/>
          </a:p>
          <a:p>
            <a:pPr marL="0" indent="0" algn="just">
              <a:buNone/>
            </a:pPr>
            <a:r>
              <a:rPr lang="en-IN" sz="2800" u="sng"/>
              <a:t>1956: Dartmouth Conference</a:t>
            </a:r>
          </a:p>
          <a:p>
            <a:pPr marL="269875" lvl="0" indent="0" algn="just">
              <a:buNone/>
            </a:pPr>
            <a:r>
              <a:rPr lang="en-US" sz="2800">
                <a:solidFill>
                  <a:srgbClr val="0000FF"/>
                </a:solidFill>
              </a:rPr>
              <a:t>John McCarthy</a:t>
            </a:r>
            <a:r>
              <a:rPr lang="en-US" sz="2800">
                <a:solidFill>
                  <a:srgbClr val="0000FF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800"/>
              <a:t>Who coined the term in 1956, defines it as “The Science and Engineering of making intelligent machines, especially intelligent computer programs.”</a:t>
            </a:r>
          </a:p>
          <a:p>
            <a:pPr lvl="0">
              <a:buNone/>
            </a:pPr>
            <a:endParaRPr lang="en-IN" sz="2800"/>
          </a:p>
          <a:p>
            <a:pPr marL="93663" lvl="0" indent="-3175" algn="just">
              <a:buNone/>
            </a:pPr>
            <a:endParaRPr lang="en-IN" sz="330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/>
              <a:t>history of AI: The Golden Years (1960-1970)</a:t>
            </a: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ABCCC1-BF11-4F37-963E-1BCD5B23FD72}" type="slidenum">
              <a:rPr lang="en-IN" smtClean="0"/>
              <a:pPr/>
              <a:t>8</a:t>
            </a:fld>
            <a:endParaRPr lang="en-IN"/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>
          <a:xfrm>
            <a:off x="1451579" y="1925791"/>
            <a:ext cx="9731083" cy="4175206"/>
          </a:xfrm>
        </p:spPr>
        <p:txBody>
          <a:bodyPr>
            <a:normAutofit lnSpcReduction="10000"/>
          </a:bodyPr>
          <a:lstStyle/>
          <a:p>
            <a:pPr lvl="0" algn="just">
              <a:buFont typeface="Wingdings" pitchFamily="2" charset="2"/>
              <a:buChar char="Ø"/>
            </a:pPr>
            <a:r>
              <a:rPr lang="en-IN" sz="2800" b="1">
                <a:solidFill>
                  <a:srgbClr val="0000FF"/>
                </a:solidFill>
              </a:rPr>
              <a:t>Optimism and Progress</a:t>
            </a:r>
            <a:r>
              <a:rPr lang="en-IN" sz="2800">
                <a:solidFill>
                  <a:srgbClr val="0000FF"/>
                </a:solidFill>
              </a:rPr>
              <a:t>:</a:t>
            </a:r>
          </a:p>
          <a:p>
            <a:pPr lvl="1" algn="just"/>
            <a:r>
              <a:rPr lang="en-IN" sz="2800" b="1"/>
              <a:t>ELIZA (1966)</a:t>
            </a:r>
            <a:r>
              <a:rPr lang="en-IN" sz="2800"/>
              <a:t>: Created by Joseph </a:t>
            </a:r>
            <a:r>
              <a:rPr lang="en-IN" sz="2800" err="1"/>
              <a:t>Weizenbaum</a:t>
            </a:r>
            <a:r>
              <a:rPr lang="en-IN" sz="2800"/>
              <a:t>, a natural language processing computer program that simulated conversation.</a:t>
            </a:r>
          </a:p>
          <a:p>
            <a:pPr lvl="1" algn="just"/>
            <a:r>
              <a:rPr lang="en-IN" sz="2800" b="1" err="1"/>
              <a:t>Shakey</a:t>
            </a:r>
            <a:r>
              <a:rPr lang="en-IN" sz="2800" b="1"/>
              <a:t> the Robot (1966-1972)</a:t>
            </a:r>
            <a:r>
              <a:rPr lang="en-IN" sz="2800"/>
              <a:t>: First general-purpose mobile robot able to reason about its actions.</a:t>
            </a:r>
          </a:p>
          <a:p>
            <a:pPr lvl="0" algn="just">
              <a:buFont typeface="Wingdings" pitchFamily="2" charset="2"/>
              <a:buChar char="Ø"/>
            </a:pPr>
            <a:r>
              <a:rPr lang="en-IN" sz="2800" b="1">
                <a:solidFill>
                  <a:srgbClr val="0000FF"/>
                </a:solidFill>
              </a:rPr>
              <a:t>Early AI Applications</a:t>
            </a:r>
            <a:r>
              <a:rPr lang="en-IN" sz="2800">
                <a:solidFill>
                  <a:srgbClr val="0000FF"/>
                </a:solidFill>
              </a:rPr>
              <a:t>: </a:t>
            </a:r>
            <a:r>
              <a:rPr lang="en-IN" sz="2800"/>
              <a:t>Development of systems for medical diagnosis, symbolic mathematics, and chess playing.</a:t>
            </a:r>
          </a:p>
          <a:p>
            <a:pPr lvl="0">
              <a:buNone/>
            </a:pPr>
            <a:endParaRPr lang="en-IN" sz="2800"/>
          </a:p>
          <a:p>
            <a:pPr marL="93663" lvl="0" indent="-3175" algn="just">
              <a:buNone/>
            </a:pPr>
            <a:endParaRPr lang="en-IN" sz="330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/>
              <a:t>history of AI: </a:t>
            </a:r>
            <a:r>
              <a:rPr lang="en-IN" sz="2600"/>
              <a:t>The Rise of Modern AI (2000s-Present)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ABCCC1-BF11-4F37-963E-1BCD5B23FD72}" type="slidenum">
              <a:rPr lang="en-IN" smtClean="0"/>
              <a:pPr/>
              <a:t>9</a:t>
            </a:fld>
            <a:endParaRPr lang="en-IN"/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>
          <a:xfrm>
            <a:off x="1331659" y="1805871"/>
            <a:ext cx="10375660" cy="4310116"/>
          </a:xfrm>
        </p:spPr>
        <p:txBody>
          <a:bodyPr>
            <a:noAutofit/>
          </a:bodyPr>
          <a:lstStyle/>
          <a:p>
            <a:pPr>
              <a:buFont typeface="Wingdings" pitchFamily="2" charset="2"/>
              <a:buChar char="Ø"/>
            </a:pPr>
            <a:r>
              <a:rPr lang="en-IN" b="1"/>
              <a:t>Machine Learning</a:t>
            </a:r>
            <a:r>
              <a:rPr lang="en-IN"/>
              <a:t>: Rise of new algorithms and techniques for data-driven learning.</a:t>
            </a:r>
          </a:p>
          <a:p>
            <a:pPr lvl="0">
              <a:buFont typeface="Wingdings" pitchFamily="2" charset="2"/>
              <a:buChar char="Ø"/>
            </a:pPr>
            <a:r>
              <a:rPr lang="en-IN" b="1"/>
              <a:t>Big Data and Improved Algorithms</a:t>
            </a:r>
            <a:r>
              <a:rPr lang="en-IN"/>
              <a:t>: Enhanced computational power and access to large datasets.</a:t>
            </a:r>
          </a:p>
          <a:p>
            <a:pPr lvl="0">
              <a:buFont typeface="Wingdings" pitchFamily="2" charset="2"/>
              <a:buChar char="Ø"/>
            </a:pPr>
            <a:r>
              <a:rPr lang="en-IN" b="1"/>
              <a:t>Key Innovations</a:t>
            </a:r>
            <a:r>
              <a:rPr lang="en-IN"/>
              <a:t>:</a:t>
            </a:r>
          </a:p>
          <a:p>
            <a:pPr lvl="1"/>
            <a:r>
              <a:rPr lang="en-IN" sz="2000" b="1"/>
              <a:t>Deep Learning</a:t>
            </a:r>
            <a:r>
              <a:rPr lang="en-IN" sz="2000"/>
              <a:t>: Use of deep neural networks for image and speech recognition.</a:t>
            </a:r>
          </a:p>
          <a:p>
            <a:pPr lvl="1"/>
            <a:r>
              <a:rPr lang="en-IN" sz="2000" b="1"/>
              <a:t>AI in Everyday Life</a:t>
            </a:r>
            <a:r>
              <a:rPr lang="en-IN" sz="2000"/>
              <a:t>: Virtual assistants (</a:t>
            </a:r>
            <a:r>
              <a:rPr lang="en-IN" sz="2000" err="1"/>
              <a:t>Siri</a:t>
            </a:r>
            <a:r>
              <a:rPr lang="en-IN" sz="2000"/>
              <a:t>, </a:t>
            </a:r>
            <a:r>
              <a:rPr lang="en-IN" sz="2000" err="1"/>
              <a:t>Alexa</a:t>
            </a:r>
            <a:r>
              <a:rPr lang="en-IN" sz="2000"/>
              <a:t>), autonomous vehicles, recommendation systems.</a:t>
            </a:r>
          </a:p>
          <a:p>
            <a:pPr lvl="0">
              <a:buFont typeface="Wingdings" pitchFamily="2" charset="2"/>
              <a:buChar char="Ø"/>
            </a:pPr>
            <a:r>
              <a:rPr lang="en-IN" b="1"/>
              <a:t>Milestones</a:t>
            </a:r>
            <a:r>
              <a:rPr lang="en-IN"/>
              <a:t>:</a:t>
            </a:r>
          </a:p>
          <a:p>
            <a:pPr lvl="1"/>
            <a:r>
              <a:rPr lang="en-IN" sz="2000" b="1"/>
              <a:t>IBM Watson (2011)</a:t>
            </a:r>
            <a:r>
              <a:rPr lang="en-IN" sz="2000"/>
              <a:t>: Won Jeopardy! against human champions.</a:t>
            </a:r>
          </a:p>
          <a:p>
            <a:pPr lvl="1"/>
            <a:r>
              <a:rPr lang="en-IN" sz="2000" b="1" err="1"/>
              <a:t>AlphaGo</a:t>
            </a:r>
            <a:r>
              <a:rPr lang="en-IN" sz="2000" b="1"/>
              <a:t> (2016)</a:t>
            </a:r>
            <a:r>
              <a:rPr lang="en-IN" sz="2000"/>
              <a:t>: Developed by DeepMind, defeated the world champion Go player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ABCCC1-BF11-4F37-963E-1BCD5B23FD72}" type="slidenum">
              <a:rPr lang="en-IN" smtClean="0"/>
              <a:pPr/>
              <a:t>10</a:t>
            </a:fld>
            <a:endParaRPr lang="en-IN"/>
          </a:p>
        </p:txBody>
      </p:sp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/>
              <a:t>Applications of AI</a:t>
            </a:r>
            <a:br>
              <a:rPr lang="en-IN"/>
            </a:br>
            <a:endParaRPr lang="en-IN"/>
          </a:p>
        </p:txBody>
      </p:sp>
      <p:sp>
        <p:nvSpPr>
          <p:cNvPr id="6" name="Content Placeholder 5"/>
          <p:cNvSpPr>
            <a:spLocks noGrp="1"/>
          </p:cNvSpPr>
          <p:nvPr>
            <p:ph idx="1"/>
          </p:nvPr>
        </p:nvSpPr>
        <p:spPr>
          <a:xfrm>
            <a:off x="1526529" y="1850841"/>
            <a:ext cx="5264013" cy="4265145"/>
          </a:xfrm>
        </p:spPr>
        <p:txBody>
          <a:bodyPr>
            <a:normAutofit/>
          </a:bodyPr>
          <a:lstStyle/>
          <a:p>
            <a:pPr marL="360363" indent="-360363">
              <a:buNone/>
            </a:pPr>
            <a:r>
              <a:rPr lang="en-US"/>
              <a:t>1. Game Plying</a:t>
            </a:r>
          </a:p>
          <a:p>
            <a:pPr marL="360363" indent="-360363">
              <a:buNone/>
            </a:pPr>
            <a:r>
              <a:rPr lang="en-US"/>
              <a:t>2. Medical Diagnosis, Autonomous Control,</a:t>
            </a:r>
          </a:p>
          <a:p>
            <a:pPr marL="360363" indent="-360363">
              <a:buNone/>
            </a:pPr>
            <a:r>
              <a:rPr lang="en-US"/>
              <a:t>3. Autonomous Planning and Scheduling</a:t>
            </a:r>
          </a:p>
          <a:p>
            <a:pPr marL="360363" indent="-360363">
              <a:buNone/>
            </a:pPr>
            <a:r>
              <a:rPr lang="en-US"/>
              <a:t>4. Expert Systems</a:t>
            </a:r>
          </a:p>
          <a:p>
            <a:pPr marL="360363" indent="-360363">
              <a:buNone/>
            </a:pPr>
            <a:r>
              <a:rPr lang="en-US"/>
              <a:t>5. Robotics</a:t>
            </a:r>
          </a:p>
          <a:p>
            <a:pPr marL="360363" indent="-360363">
              <a:buNone/>
            </a:pPr>
            <a:r>
              <a:rPr lang="en-US"/>
              <a:t>6. Natural Language Processing</a:t>
            </a:r>
          </a:p>
          <a:p>
            <a:pPr marL="360363" indent="-360363">
              <a:buNone/>
            </a:pPr>
            <a:r>
              <a:rPr lang="en-US"/>
              <a:t>7. Computer Vision</a:t>
            </a:r>
          </a:p>
          <a:p>
            <a:pPr marL="360363" indent="-360363">
              <a:buNone/>
            </a:pPr>
            <a:r>
              <a:rPr lang="en-US"/>
              <a:t>8. e- Commerce</a:t>
            </a:r>
          </a:p>
          <a:p>
            <a:pPr>
              <a:buNone/>
            </a:pPr>
            <a:endParaRPr lang="en-IN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6980033" y="1905781"/>
            <a:ext cx="4048125" cy="40957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ABCCC1-BF11-4F37-963E-1BCD5B23FD72}" type="slidenum">
              <a:rPr lang="en-IN" smtClean="0"/>
              <a:pPr/>
              <a:t>11</a:t>
            </a:fld>
            <a:endParaRPr lang="en-IN"/>
          </a:p>
        </p:txBody>
      </p:sp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IN" b="1"/>
              <a:t>Applications of </a:t>
            </a:r>
            <a:r>
              <a:rPr lang="en-IN" b="1">
                <a:solidFill>
                  <a:srgbClr val="FF0000"/>
                </a:solidFill>
              </a:rPr>
              <a:t>AI</a:t>
            </a:r>
            <a:r>
              <a:rPr lang="en-IN" b="1"/>
              <a:t> in </a:t>
            </a:r>
            <a:r>
              <a:rPr lang="en-IN" b="1">
                <a:solidFill>
                  <a:srgbClr val="00B0F0"/>
                </a:solidFill>
              </a:rPr>
              <a:t>Healthcare</a:t>
            </a:r>
            <a:br>
              <a:rPr lang="en-IN">
                <a:solidFill>
                  <a:srgbClr val="00B0F0"/>
                </a:solidFill>
              </a:rPr>
            </a:br>
            <a:br>
              <a:rPr lang="en-IN"/>
            </a:br>
            <a:endParaRPr lang="en-IN"/>
          </a:p>
        </p:txBody>
      </p:sp>
      <p:sp>
        <p:nvSpPr>
          <p:cNvPr id="6" name="Content Placeholder 5"/>
          <p:cNvSpPr>
            <a:spLocks noGrp="1"/>
          </p:cNvSpPr>
          <p:nvPr>
            <p:ph idx="1"/>
          </p:nvPr>
        </p:nvSpPr>
        <p:spPr>
          <a:xfrm>
            <a:off x="1526529" y="1850841"/>
            <a:ext cx="9566192" cy="4265145"/>
          </a:xfrm>
        </p:spPr>
        <p:txBody>
          <a:bodyPr>
            <a:normAutofit/>
          </a:bodyPr>
          <a:lstStyle/>
          <a:p>
            <a:pPr lvl="0"/>
            <a:r>
              <a:rPr lang="en-IN" b="1">
                <a:solidFill>
                  <a:srgbClr val="C00000"/>
                </a:solidFill>
              </a:rPr>
              <a:t>Diagnostics</a:t>
            </a:r>
            <a:r>
              <a:rPr lang="en-IN">
                <a:solidFill>
                  <a:srgbClr val="C00000"/>
                </a:solidFill>
              </a:rPr>
              <a:t>:</a:t>
            </a:r>
            <a:endParaRPr lang="en-IN" sz="1800">
              <a:solidFill>
                <a:srgbClr val="C00000"/>
              </a:solidFill>
            </a:endParaRPr>
          </a:p>
          <a:p>
            <a:pPr lvl="1" algn="just"/>
            <a:r>
              <a:rPr lang="en-IN" b="1"/>
              <a:t>Medical Imaging</a:t>
            </a:r>
            <a:r>
              <a:rPr lang="en-IN"/>
              <a:t>: AI algorithms analyze X-rays, MRIs, and CT scans to detect diseases like cancer, fractures, and infections.</a:t>
            </a:r>
            <a:endParaRPr lang="en-IN" sz="1600"/>
          </a:p>
          <a:p>
            <a:pPr lvl="1" algn="just"/>
            <a:r>
              <a:rPr lang="en-IN" b="1"/>
              <a:t>Pathology</a:t>
            </a:r>
            <a:r>
              <a:rPr lang="en-IN"/>
              <a:t>: AI systems assist in examining tissue samples for accurate diagnosis.</a:t>
            </a:r>
            <a:endParaRPr lang="en-IN" sz="1600"/>
          </a:p>
          <a:p>
            <a:pPr lvl="0" algn="just"/>
            <a:r>
              <a:rPr lang="en-IN" b="1">
                <a:solidFill>
                  <a:srgbClr val="C00000"/>
                </a:solidFill>
              </a:rPr>
              <a:t>Personalized Medicine</a:t>
            </a:r>
            <a:r>
              <a:rPr lang="en-IN">
                <a:solidFill>
                  <a:srgbClr val="C00000"/>
                </a:solidFill>
              </a:rPr>
              <a:t>: </a:t>
            </a:r>
            <a:r>
              <a:rPr lang="en-IN"/>
              <a:t>AI analyzes patient data to tailor treatments to individual genetic profiles and health histories.</a:t>
            </a:r>
            <a:endParaRPr lang="en-IN" sz="1800"/>
          </a:p>
          <a:p>
            <a:pPr lvl="0" algn="just"/>
            <a:r>
              <a:rPr lang="en-IN" b="1">
                <a:solidFill>
                  <a:srgbClr val="C00000"/>
                </a:solidFill>
              </a:rPr>
              <a:t>Robotic Surgery</a:t>
            </a:r>
            <a:r>
              <a:rPr lang="en-IN">
                <a:solidFill>
                  <a:srgbClr val="C00000"/>
                </a:solidFill>
              </a:rPr>
              <a:t>: </a:t>
            </a:r>
            <a:r>
              <a:rPr lang="en-IN"/>
              <a:t>Robots like </a:t>
            </a:r>
            <a:r>
              <a:rPr lang="en-IN" err="1"/>
              <a:t>da</a:t>
            </a:r>
            <a:r>
              <a:rPr lang="en-IN"/>
              <a:t> Vinci Surgical System enhance precision in complex surgeries, reducing recovery times and improving outcomes.</a:t>
            </a:r>
            <a:endParaRPr lang="en-IN" sz="1800"/>
          </a:p>
          <a:p>
            <a:pPr lvl="0" algn="just"/>
            <a:r>
              <a:rPr lang="en-IN" b="1">
                <a:solidFill>
                  <a:srgbClr val="C00000"/>
                </a:solidFill>
              </a:rPr>
              <a:t>Drug Discovery</a:t>
            </a:r>
            <a:r>
              <a:rPr lang="en-IN">
                <a:solidFill>
                  <a:srgbClr val="C00000"/>
                </a:solidFill>
              </a:rPr>
              <a:t>: </a:t>
            </a:r>
            <a:r>
              <a:rPr lang="en-IN"/>
              <a:t>AI accelerates the process of discovering new drugs by predicting molecular interactions and potential side effects.</a:t>
            </a:r>
            <a:endParaRPr lang="en-IN" sz="1800"/>
          </a:p>
          <a:p>
            <a:pPr>
              <a:buNone/>
            </a:pPr>
            <a:endParaRPr lang="en-IN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ABCCC1-BF11-4F37-963E-1BCD5B23FD72}" type="slidenum">
              <a:rPr lang="en-IN" smtClean="0"/>
              <a:pPr/>
              <a:t>12</a:t>
            </a:fld>
            <a:endParaRPr lang="en-IN"/>
          </a:p>
        </p:txBody>
      </p:sp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b="1"/>
              <a:t>Applications of </a:t>
            </a:r>
            <a:r>
              <a:rPr lang="en-IN" b="1">
                <a:solidFill>
                  <a:srgbClr val="FF0000"/>
                </a:solidFill>
              </a:rPr>
              <a:t>AI</a:t>
            </a:r>
            <a:r>
              <a:rPr lang="en-IN" b="1"/>
              <a:t> in </a:t>
            </a:r>
            <a:r>
              <a:rPr lang="en-IN" b="1">
                <a:solidFill>
                  <a:srgbClr val="FF00FF"/>
                </a:solidFill>
              </a:rPr>
              <a:t>Finance</a:t>
            </a:r>
            <a:br>
              <a:rPr lang="en-IN">
                <a:solidFill>
                  <a:srgbClr val="FF00FF"/>
                </a:solidFill>
              </a:rPr>
            </a:br>
            <a:endParaRPr lang="en-IN">
              <a:solidFill>
                <a:srgbClr val="FF00FF"/>
              </a:solidFill>
            </a:endParaRPr>
          </a:p>
        </p:txBody>
      </p:sp>
      <p:sp>
        <p:nvSpPr>
          <p:cNvPr id="6" name="Content Placeholder 5"/>
          <p:cNvSpPr>
            <a:spLocks noGrp="1"/>
          </p:cNvSpPr>
          <p:nvPr>
            <p:ph idx="1"/>
          </p:nvPr>
        </p:nvSpPr>
        <p:spPr>
          <a:xfrm>
            <a:off x="1526529" y="1850841"/>
            <a:ext cx="9566192" cy="4265145"/>
          </a:xfrm>
        </p:spPr>
        <p:txBody>
          <a:bodyPr>
            <a:normAutofit/>
          </a:bodyPr>
          <a:lstStyle/>
          <a:p>
            <a:pPr lvl="0" algn="just"/>
            <a:r>
              <a:rPr lang="en-IN" sz="2400" b="1">
                <a:solidFill>
                  <a:srgbClr val="C00000"/>
                </a:solidFill>
              </a:rPr>
              <a:t>Fraud Detection</a:t>
            </a:r>
            <a:r>
              <a:rPr lang="en-IN" sz="2400"/>
              <a:t>: AI systems monitor transactions in real-time to identify suspicious activities and prevent fraud.</a:t>
            </a:r>
          </a:p>
          <a:p>
            <a:pPr lvl="0" algn="just"/>
            <a:r>
              <a:rPr lang="en-IN" sz="2400" b="1">
                <a:solidFill>
                  <a:srgbClr val="C00000"/>
                </a:solidFill>
              </a:rPr>
              <a:t>Algorithmic Trading</a:t>
            </a:r>
            <a:r>
              <a:rPr lang="en-IN" sz="2400">
                <a:solidFill>
                  <a:srgbClr val="C00000"/>
                </a:solidFill>
              </a:rPr>
              <a:t>: </a:t>
            </a:r>
            <a:r>
              <a:rPr lang="en-IN" sz="2400"/>
              <a:t>AI algorithms analyze market data and execute trades at high speeds, optimizing investment strategies.</a:t>
            </a:r>
          </a:p>
          <a:p>
            <a:pPr lvl="0" algn="just"/>
            <a:r>
              <a:rPr lang="en-IN" sz="2400" b="1">
                <a:solidFill>
                  <a:srgbClr val="C00000"/>
                </a:solidFill>
              </a:rPr>
              <a:t>Risk Management</a:t>
            </a:r>
            <a:r>
              <a:rPr lang="en-IN" sz="2400">
                <a:solidFill>
                  <a:srgbClr val="C00000"/>
                </a:solidFill>
              </a:rPr>
              <a:t>: </a:t>
            </a:r>
            <a:r>
              <a:rPr lang="en-IN" sz="2400"/>
              <a:t>AI assesses credit scores and loan eligibility, helping financial institutions manage risks.</a:t>
            </a:r>
          </a:p>
          <a:p>
            <a:pPr lvl="0" algn="just"/>
            <a:r>
              <a:rPr lang="en-IN" sz="2400" b="1">
                <a:solidFill>
                  <a:srgbClr val="C00000"/>
                </a:solidFill>
              </a:rPr>
              <a:t>Customer Service</a:t>
            </a:r>
            <a:r>
              <a:rPr lang="en-IN" sz="2400">
                <a:solidFill>
                  <a:srgbClr val="C00000"/>
                </a:solidFill>
              </a:rPr>
              <a:t>: </a:t>
            </a:r>
            <a:r>
              <a:rPr lang="en-IN" sz="2400" err="1"/>
              <a:t>Chatbots</a:t>
            </a:r>
            <a:r>
              <a:rPr lang="en-IN" sz="2400"/>
              <a:t> and virtual assistants handle customer inquiries, providing efficient and accurate responses.</a:t>
            </a:r>
          </a:p>
          <a:p>
            <a:pPr>
              <a:buNone/>
            </a:pPr>
            <a:endParaRPr lang="en-IN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ABCCC1-BF11-4F37-963E-1BCD5B23FD72}" type="slidenum">
              <a:rPr lang="en-IN" smtClean="0"/>
              <a:pPr/>
              <a:t>13</a:t>
            </a:fld>
            <a:endParaRPr lang="en-IN"/>
          </a:p>
        </p:txBody>
      </p:sp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b="1"/>
              <a:t>Applications of </a:t>
            </a:r>
            <a:r>
              <a:rPr lang="en-IN" b="1">
                <a:solidFill>
                  <a:srgbClr val="FF0000"/>
                </a:solidFill>
              </a:rPr>
              <a:t>AI</a:t>
            </a:r>
            <a:r>
              <a:rPr lang="en-IN" b="1"/>
              <a:t> in </a:t>
            </a:r>
            <a:r>
              <a:rPr lang="en-IN" b="1">
                <a:solidFill>
                  <a:srgbClr val="00B050"/>
                </a:solidFill>
              </a:rPr>
              <a:t>Agriculture</a:t>
            </a:r>
            <a:br>
              <a:rPr lang="en-IN">
                <a:solidFill>
                  <a:srgbClr val="00B050"/>
                </a:solidFill>
              </a:rPr>
            </a:br>
            <a:endParaRPr lang="en-IN">
              <a:solidFill>
                <a:srgbClr val="00B050"/>
              </a:solidFill>
            </a:endParaRPr>
          </a:p>
        </p:txBody>
      </p:sp>
      <p:sp>
        <p:nvSpPr>
          <p:cNvPr id="6" name="Content Placeholder 5"/>
          <p:cNvSpPr>
            <a:spLocks noGrp="1"/>
          </p:cNvSpPr>
          <p:nvPr>
            <p:ph idx="1"/>
          </p:nvPr>
        </p:nvSpPr>
        <p:spPr>
          <a:xfrm>
            <a:off x="1526529" y="1850841"/>
            <a:ext cx="9566192" cy="4265145"/>
          </a:xfrm>
        </p:spPr>
        <p:txBody>
          <a:bodyPr>
            <a:normAutofit lnSpcReduction="10000"/>
          </a:bodyPr>
          <a:lstStyle/>
          <a:p>
            <a:pPr lvl="0" algn="just"/>
            <a:r>
              <a:rPr lang="en-IN" sz="2800" b="1">
                <a:solidFill>
                  <a:srgbClr val="C00000"/>
                </a:solidFill>
              </a:rPr>
              <a:t>Precision Farming</a:t>
            </a:r>
            <a:r>
              <a:rPr lang="en-IN" sz="2800">
                <a:solidFill>
                  <a:srgbClr val="C00000"/>
                </a:solidFill>
              </a:rPr>
              <a:t>: </a:t>
            </a:r>
            <a:r>
              <a:rPr lang="en-IN" sz="2800"/>
              <a:t>AI analyzes data from soil sensors, weather forecasts, and crop health to optimize farming practices.</a:t>
            </a:r>
          </a:p>
          <a:p>
            <a:pPr lvl="0" algn="just"/>
            <a:r>
              <a:rPr lang="en-IN" sz="2800" b="1">
                <a:solidFill>
                  <a:srgbClr val="C00000"/>
                </a:solidFill>
              </a:rPr>
              <a:t>Crop Monitoring</a:t>
            </a:r>
            <a:r>
              <a:rPr lang="en-IN" sz="2800">
                <a:solidFill>
                  <a:srgbClr val="C00000"/>
                </a:solidFill>
              </a:rPr>
              <a:t>: </a:t>
            </a:r>
            <a:r>
              <a:rPr lang="en-IN" sz="2800"/>
              <a:t>Drones equipped with AI analyze aerial images to detect diseases and pests in crops.</a:t>
            </a:r>
          </a:p>
          <a:p>
            <a:pPr lvl="0" algn="just"/>
            <a:r>
              <a:rPr lang="en-IN" sz="2800" b="1">
                <a:solidFill>
                  <a:srgbClr val="C00000"/>
                </a:solidFill>
              </a:rPr>
              <a:t>Yield Prediction</a:t>
            </a:r>
            <a:r>
              <a:rPr lang="en-IN" sz="2800">
                <a:solidFill>
                  <a:srgbClr val="C00000"/>
                </a:solidFill>
              </a:rPr>
              <a:t>: </a:t>
            </a:r>
            <a:r>
              <a:rPr lang="en-IN" sz="2800"/>
              <a:t>AI models predict crop yields, helping farmers make informed decisions about planting and harvesting.</a:t>
            </a:r>
          </a:p>
          <a:p>
            <a:pPr>
              <a:buNone/>
            </a:pPr>
            <a:endParaRPr lang="en-IN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ABCCC1-BF11-4F37-963E-1BCD5B23FD72}" type="slidenum">
              <a:rPr lang="en-IN" smtClean="0"/>
              <a:pPr/>
              <a:t>14</a:t>
            </a:fld>
            <a:endParaRPr lang="en-IN"/>
          </a:p>
        </p:txBody>
      </p:sp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b="1"/>
              <a:t>Applications of </a:t>
            </a:r>
            <a:r>
              <a:rPr lang="en-IN" b="1">
                <a:solidFill>
                  <a:srgbClr val="FF0000"/>
                </a:solidFill>
              </a:rPr>
              <a:t>AI</a:t>
            </a:r>
            <a:r>
              <a:rPr lang="en-IN" b="1"/>
              <a:t> in </a:t>
            </a:r>
            <a:r>
              <a:rPr lang="en-IN" b="1">
                <a:solidFill>
                  <a:srgbClr val="0070C0"/>
                </a:solidFill>
              </a:rPr>
              <a:t>Education</a:t>
            </a:r>
            <a:endParaRPr lang="en-IN">
              <a:solidFill>
                <a:srgbClr val="0070C0"/>
              </a:solidFill>
            </a:endParaRPr>
          </a:p>
        </p:txBody>
      </p:sp>
      <p:sp>
        <p:nvSpPr>
          <p:cNvPr id="6" name="Content Placeholder 5"/>
          <p:cNvSpPr>
            <a:spLocks noGrp="1"/>
          </p:cNvSpPr>
          <p:nvPr>
            <p:ph idx="1"/>
          </p:nvPr>
        </p:nvSpPr>
        <p:spPr>
          <a:xfrm>
            <a:off x="1526529" y="1850842"/>
            <a:ext cx="9566192" cy="3995322"/>
          </a:xfrm>
        </p:spPr>
        <p:txBody>
          <a:bodyPr>
            <a:noAutofit/>
          </a:bodyPr>
          <a:lstStyle/>
          <a:p>
            <a:pPr lvl="0" algn="just"/>
            <a:r>
              <a:rPr lang="en-IN" sz="2900" b="1">
                <a:solidFill>
                  <a:srgbClr val="C00000"/>
                </a:solidFill>
              </a:rPr>
              <a:t>Personalized Learning</a:t>
            </a:r>
            <a:r>
              <a:rPr lang="en-IN" sz="2900">
                <a:solidFill>
                  <a:srgbClr val="C00000"/>
                </a:solidFill>
              </a:rPr>
              <a:t>: </a:t>
            </a:r>
            <a:r>
              <a:rPr lang="en-IN" sz="2900"/>
              <a:t>AI systems adapt educational content to the learning pace and style of individual students.</a:t>
            </a:r>
          </a:p>
          <a:p>
            <a:pPr lvl="0" algn="just"/>
            <a:r>
              <a:rPr lang="en-IN" sz="2900" b="1">
                <a:solidFill>
                  <a:srgbClr val="C00000"/>
                </a:solidFill>
              </a:rPr>
              <a:t>Tutoring Systems</a:t>
            </a:r>
            <a:r>
              <a:rPr lang="en-IN" sz="2900">
                <a:solidFill>
                  <a:srgbClr val="C00000"/>
                </a:solidFill>
              </a:rPr>
              <a:t>: </a:t>
            </a:r>
            <a:r>
              <a:rPr lang="en-IN" sz="2900"/>
              <a:t>AI-powered tutors provide additional support and resources to students outside of the classroom.</a:t>
            </a:r>
          </a:p>
          <a:p>
            <a:pPr lvl="0" algn="just"/>
            <a:r>
              <a:rPr lang="en-IN" sz="2900" b="1">
                <a:solidFill>
                  <a:srgbClr val="C00000"/>
                </a:solidFill>
              </a:rPr>
              <a:t>Administrative Tasks</a:t>
            </a:r>
            <a:r>
              <a:rPr lang="en-IN" sz="2900">
                <a:solidFill>
                  <a:srgbClr val="C00000"/>
                </a:solidFill>
              </a:rPr>
              <a:t>: </a:t>
            </a:r>
            <a:r>
              <a:rPr lang="en-IN" sz="2900"/>
              <a:t>AI automates grading, scheduling, and other administrative tasks, freeing up time for educators.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ABCCC1-BF11-4F37-963E-1BCD5B23FD72}" type="slidenum">
              <a:rPr lang="en-IN" smtClean="0"/>
              <a:pPr/>
              <a:t>15</a:t>
            </a:fld>
            <a:endParaRPr lang="en-IN"/>
          </a:p>
        </p:txBody>
      </p:sp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b="1"/>
              <a:t>Applications of </a:t>
            </a:r>
            <a:r>
              <a:rPr lang="en-IN" b="1">
                <a:solidFill>
                  <a:srgbClr val="FF0000"/>
                </a:solidFill>
              </a:rPr>
              <a:t>AI</a:t>
            </a:r>
            <a:r>
              <a:rPr lang="en-IN" b="1"/>
              <a:t> in </a:t>
            </a:r>
            <a:r>
              <a:rPr lang="en-IN" b="1">
                <a:solidFill>
                  <a:srgbClr val="CC6600"/>
                </a:solidFill>
              </a:rPr>
              <a:t>Transportation</a:t>
            </a:r>
            <a:br>
              <a:rPr lang="en-IN">
                <a:solidFill>
                  <a:srgbClr val="CC6600"/>
                </a:solidFill>
              </a:rPr>
            </a:br>
            <a:endParaRPr lang="en-IN">
              <a:solidFill>
                <a:srgbClr val="CC6600"/>
              </a:solidFill>
            </a:endParaRPr>
          </a:p>
        </p:txBody>
      </p:sp>
      <p:sp>
        <p:nvSpPr>
          <p:cNvPr id="6" name="Content Placeholder 5"/>
          <p:cNvSpPr>
            <a:spLocks noGrp="1"/>
          </p:cNvSpPr>
          <p:nvPr>
            <p:ph idx="1"/>
          </p:nvPr>
        </p:nvSpPr>
        <p:spPr>
          <a:xfrm>
            <a:off x="1526529" y="1850842"/>
            <a:ext cx="9566192" cy="3995322"/>
          </a:xfrm>
        </p:spPr>
        <p:txBody>
          <a:bodyPr>
            <a:noAutofit/>
          </a:bodyPr>
          <a:lstStyle/>
          <a:p>
            <a:pPr lvl="0" algn="just"/>
            <a:r>
              <a:rPr lang="en-IN" sz="2900" b="1" dirty="0">
                <a:solidFill>
                  <a:srgbClr val="C00000"/>
                </a:solidFill>
              </a:rPr>
              <a:t>Autonomous Vehicles</a:t>
            </a:r>
            <a:r>
              <a:rPr lang="en-IN" sz="2900" dirty="0">
                <a:solidFill>
                  <a:srgbClr val="C00000"/>
                </a:solidFill>
              </a:rPr>
              <a:t>: </a:t>
            </a:r>
            <a:r>
              <a:rPr lang="en-IN" sz="2900" dirty="0"/>
              <a:t>AI powers self-driving cars by processing data from sensors and cameras to navigate safely.</a:t>
            </a:r>
          </a:p>
          <a:p>
            <a:pPr lvl="0" algn="just"/>
            <a:r>
              <a:rPr lang="en-IN" sz="2900" b="1" dirty="0">
                <a:solidFill>
                  <a:srgbClr val="C00000"/>
                </a:solidFill>
              </a:rPr>
              <a:t>Traffic Management</a:t>
            </a:r>
            <a:r>
              <a:rPr lang="en-IN" sz="2900" dirty="0">
                <a:solidFill>
                  <a:srgbClr val="C00000"/>
                </a:solidFill>
              </a:rPr>
              <a:t>: </a:t>
            </a:r>
            <a:r>
              <a:rPr lang="en-IN" sz="2900" dirty="0"/>
              <a:t>AI systems analyse traffic patterns to optimize signal timings and reduce congestion.</a:t>
            </a:r>
          </a:p>
          <a:p>
            <a:pPr lvl="0" algn="just"/>
            <a:r>
              <a:rPr lang="en-IN" sz="2900" b="1" dirty="0">
                <a:solidFill>
                  <a:srgbClr val="C00000"/>
                </a:solidFill>
              </a:rPr>
              <a:t>Logistics and Supply Chain</a:t>
            </a:r>
            <a:r>
              <a:rPr lang="en-IN" sz="2900" dirty="0">
                <a:solidFill>
                  <a:srgbClr val="C00000"/>
                </a:solidFill>
              </a:rPr>
              <a:t>: </a:t>
            </a:r>
            <a:r>
              <a:rPr lang="en-IN" sz="2900" dirty="0"/>
              <a:t>AI optimizes routes for delivery trucks, manages inventory levels, and predicts demand.</a:t>
            </a:r>
          </a:p>
          <a:p>
            <a:pPr lvl="0" algn="just"/>
            <a:endParaRPr lang="en-IN" sz="290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ABCCC1-BF11-4F37-963E-1BCD5B23FD72}" type="slidenum">
              <a:rPr lang="en-IN" smtClean="0"/>
              <a:pPr/>
              <a:t>16</a:t>
            </a:fld>
            <a:endParaRPr lang="en-IN"/>
          </a:p>
        </p:txBody>
      </p:sp>
      <p:sp>
        <p:nvSpPr>
          <p:cNvPr id="5" name="Title 4"/>
          <p:cNvSpPr>
            <a:spLocks noGrp="1"/>
          </p:cNvSpPr>
          <p:nvPr>
            <p:ph type="title"/>
          </p:nvPr>
        </p:nvSpPr>
        <p:spPr>
          <a:xfrm>
            <a:off x="1451579" y="804519"/>
            <a:ext cx="9865995" cy="1049235"/>
          </a:xfrm>
        </p:spPr>
        <p:txBody>
          <a:bodyPr>
            <a:normAutofit fontScale="90000"/>
          </a:bodyPr>
          <a:lstStyle/>
          <a:p>
            <a:r>
              <a:rPr lang="en-IN" b="1"/>
              <a:t>Applications of </a:t>
            </a:r>
            <a:r>
              <a:rPr lang="en-IN" b="1">
                <a:solidFill>
                  <a:srgbClr val="FF0000"/>
                </a:solidFill>
              </a:rPr>
              <a:t>AI</a:t>
            </a:r>
            <a:r>
              <a:rPr lang="en-IN" b="1"/>
              <a:t> in </a:t>
            </a:r>
            <a:r>
              <a:rPr lang="en-IN" sz="3100" b="1">
                <a:solidFill>
                  <a:srgbClr val="0070C0"/>
                </a:solidFill>
              </a:rPr>
              <a:t>Smart Homes and Cities</a:t>
            </a:r>
            <a:br>
              <a:rPr lang="en-IN"/>
            </a:br>
            <a:endParaRPr lang="en-IN">
              <a:solidFill>
                <a:srgbClr val="CC6600"/>
              </a:solidFill>
            </a:endParaRPr>
          </a:p>
        </p:txBody>
      </p:sp>
      <p:sp>
        <p:nvSpPr>
          <p:cNvPr id="6" name="Content Placeholder 5"/>
          <p:cNvSpPr>
            <a:spLocks noGrp="1"/>
          </p:cNvSpPr>
          <p:nvPr>
            <p:ph idx="1"/>
          </p:nvPr>
        </p:nvSpPr>
        <p:spPr>
          <a:xfrm>
            <a:off x="1526529" y="1850842"/>
            <a:ext cx="9566192" cy="3995322"/>
          </a:xfrm>
        </p:spPr>
        <p:txBody>
          <a:bodyPr>
            <a:noAutofit/>
          </a:bodyPr>
          <a:lstStyle/>
          <a:p>
            <a:pPr lvl="0" algn="just"/>
            <a:r>
              <a:rPr lang="en-IN" sz="3000" b="1">
                <a:solidFill>
                  <a:srgbClr val="C00000"/>
                </a:solidFill>
              </a:rPr>
              <a:t>Home Automation</a:t>
            </a:r>
            <a:r>
              <a:rPr lang="en-IN" sz="3000">
                <a:solidFill>
                  <a:srgbClr val="C00000"/>
                </a:solidFill>
              </a:rPr>
              <a:t>: </a:t>
            </a:r>
            <a:r>
              <a:rPr lang="en-IN" sz="3000"/>
              <a:t>AI controls home devices such as lights, thermostats, and security systems for convenience and energy efficiency.</a:t>
            </a:r>
          </a:p>
          <a:p>
            <a:pPr lvl="0" algn="just"/>
            <a:r>
              <a:rPr lang="en-IN" sz="3000" b="1">
                <a:solidFill>
                  <a:srgbClr val="C00000"/>
                </a:solidFill>
              </a:rPr>
              <a:t>Smart Grids</a:t>
            </a:r>
            <a:r>
              <a:rPr lang="en-IN" sz="3000">
                <a:solidFill>
                  <a:srgbClr val="C00000"/>
                </a:solidFill>
              </a:rPr>
              <a:t>: </a:t>
            </a:r>
            <a:r>
              <a:rPr lang="en-IN" sz="3000"/>
              <a:t>AI optimizes energy distribution and usage in power grids, enhancing sustainability.</a:t>
            </a:r>
          </a:p>
          <a:p>
            <a:pPr lvl="0" algn="just"/>
            <a:r>
              <a:rPr lang="en-IN" sz="3000" b="1">
                <a:solidFill>
                  <a:srgbClr val="C00000"/>
                </a:solidFill>
              </a:rPr>
              <a:t>Urban Planning</a:t>
            </a:r>
            <a:r>
              <a:rPr lang="en-IN" sz="3000">
                <a:solidFill>
                  <a:srgbClr val="C00000"/>
                </a:solidFill>
              </a:rPr>
              <a:t>: </a:t>
            </a:r>
            <a:r>
              <a:rPr lang="en-IN" sz="3000"/>
              <a:t>AI analyzes data on traffic, pollution, and population to improve city planning and infrastructure.</a:t>
            </a:r>
          </a:p>
          <a:p>
            <a:pPr lvl="0" algn="just"/>
            <a:endParaRPr lang="en-IN" sz="290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/>
              <a:t>What </a:t>
            </a:r>
            <a:r>
              <a:rPr lang="en-US" b="1">
                <a:solidFill>
                  <a:srgbClr val="FF0000"/>
                </a:solidFill>
              </a:rPr>
              <a:t>AI</a:t>
            </a:r>
            <a:r>
              <a:rPr lang="en-US"/>
              <a:t> can do now a days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451579" y="1997071"/>
            <a:ext cx="9603275" cy="4058496"/>
          </a:xfrm>
        </p:spPr>
        <p:txBody>
          <a:bodyPr>
            <a:noAutofit/>
          </a:bodyPr>
          <a:lstStyle/>
          <a:p>
            <a:pPr marL="266700" lvl="0" indent="-266700" algn="just" eaLnBrk="0" fontAlgn="base" hangingPunct="0">
              <a:lnSpc>
                <a:spcPct val="100000"/>
              </a:lnSpc>
              <a:spcBef>
                <a:spcPct val="0"/>
              </a:spcBef>
              <a:spcAft>
                <a:spcPts val="500"/>
              </a:spcAft>
              <a:buClrTx/>
              <a:buSzTx/>
            </a:pPr>
            <a:r>
              <a:rPr lang="en-US" sz="1600">
                <a:solidFill>
                  <a:srgbClr val="0000FF"/>
                </a:solidFill>
              </a:rPr>
              <a:t>Autonomous planning and scheduling: </a:t>
            </a:r>
            <a:r>
              <a:rPr lang="en-US" sz="1600"/>
              <a:t>NASA's Remote Agent program became the first on-board autonomous planning program.</a:t>
            </a:r>
          </a:p>
          <a:p>
            <a:pPr marL="266700" lvl="0" indent="-266700" algn="just" eaLnBrk="0" fontAlgn="base" hangingPunct="0">
              <a:lnSpc>
                <a:spcPct val="100000"/>
              </a:lnSpc>
              <a:spcBef>
                <a:spcPct val="0"/>
              </a:spcBef>
              <a:spcAft>
                <a:spcPts val="500"/>
              </a:spcAft>
              <a:buClrTx/>
              <a:buSzTx/>
            </a:pPr>
            <a:r>
              <a:rPr lang="en-US" sz="1600">
                <a:solidFill>
                  <a:srgbClr val="0000FF"/>
                </a:solidFill>
              </a:rPr>
              <a:t>Game playing: </a:t>
            </a:r>
            <a:r>
              <a:rPr lang="en-US" sz="1600"/>
              <a:t>IBM's Deep Blue became the first computer program to defeat the world champion in a chess match when it bested Garry Kasparov by a score of 3.5 to 2.5 .</a:t>
            </a:r>
          </a:p>
          <a:p>
            <a:pPr marL="266700" lvl="0" indent="-266700" algn="just" eaLnBrk="0" fontAlgn="base" hangingPunct="0">
              <a:lnSpc>
                <a:spcPct val="100000"/>
              </a:lnSpc>
              <a:spcBef>
                <a:spcPct val="0"/>
              </a:spcBef>
              <a:spcAft>
                <a:spcPts val="500"/>
              </a:spcAft>
              <a:buClrTx/>
              <a:buSzTx/>
            </a:pPr>
            <a:r>
              <a:rPr lang="en-US" sz="1600">
                <a:solidFill>
                  <a:srgbClr val="0000FF"/>
                </a:solidFill>
              </a:rPr>
              <a:t>Autonomous control: </a:t>
            </a:r>
            <a:r>
              <a:rPr lang="en-US" sz="1600"/>
              <a:t>The ALVINN computer vision system was trained to steer a car to keep it following a lane. </a:t>
            </a:r>
          </a:p>
          <a:p>
            <a:pPr marL="266700" lvl="0" indent="-266700" algn="just" eaLnBrk="0" fontAlgn="base" hangingPunct="0">
              <a:lnSpc>
                <a:spcPct val="100000"/>
              </a:lnSpc>
              <a:spcBef>
                <a:spcPct val="0"/>
              </a:spcBef>
              <a:spcAft>
                <a:spcPts val="500"/>
              </a:spcAft>
              <a:buClrTx/>
              <a:buSzTx/>
            </a:pPr>
            <a:r>
              <a:rPr lang="en-US" sz="1600">
                <a:solidFill>
                  <a:srgbClr val="0000FF"/>
                </a:solidFill>
              </a:rPr>
              <a:t>Diagnosis: </a:t>
            </a:r>
            <a:r>
              <a:rPr lang="en-US" sz="1600"/>
              <a:t>Medical diagnosis programs based on probabilistic analysis have been able to perform at the level of an expert physician in several areas of medicine. </a:t>
            </a:r>
          </a:p>
          <a:p>
            <a:pPr marL="266700" lvl="0" indent="-266700" algn="just" eaLnBrk="0" fontAlgn="base" hangingPunct="0">
              <a:lnSpc>
                <a:spcPct val="100000"/>
              </a:lnSpc>
              <a:spcBef>
                <a:spcPct val="0"/>
              </a:spcBef>
              <a:spcAft>
                <a:spcPts val="500"/>
              </a:spcAft>
              <a:buClrTx/>
              <a:buSzTx/>
            </a:pPr>
            <a:r>
              <a:rPr lang="en-US" sz="1600">
                <a:solidFill>
                  <a:srgbClr val="0000FF"/>
                </a:solidFill>
              </a:rPr>
              <a:t>Logistics Planning: </a:t>
            </a:r>
            <a:r>
              <a:rPr lang="en-US" sz="1600"/>
              <a:t>During the Persian Gulf crisis of 1991, U.S. forces deployed a Dynamic Analysis and preplanning Tool, DART to do automated logistics planning and scheduling for transportation. </a:t>
            </a:r>
          </a:p>
          <a:p>
            <a:pPr marL="266700" lvl="0" indent="-266700" algn="just" eaLnBrk="0" fontAlgn="base" hangingPunct="0">
              <a:lnSpc>
                <a:spcPct val="100000"/>
              </a:lnSpc>
              <a:spcBef>
                <a:spcPct val="0"/>
              </a:spcBef>
              <a:spcAft>
                <a:spcPts val="500"/>
              </a:spcAft>
              <a:buClrTx/>
              <a:buSzTx/>
            </a:pPr>
            <a:r>
              <a:rPr lang="en-US" sz="1600">
                <a:solidFill>
                  <a:srgbClr val="0000FF"/>
                </a:solidFill>
              </a:rPr>
              <a:t>Robotics: </a:t>
            </a:r>
            <a:r>
              <a:rPr lang="en-US" sz="1600"/>
              <a:t>Many surgeons now use robot assistants in microsurgery. </a:t>
            </a:r>
            <a:r>
              <a:rPr lang="en-US" sz="1600" err="1"/>
              <a:t>HipNav</a:t>
            </a:r>
            <a:r>
              <a:rPr lang="en-US" sz="1600"/>
              <a:t> is a system that uses computer vision techniques to create a three-dimensional model of a patient's internal anatomy and then uses robotic control to guide the insertion of a hip replacement prosthesis.</a:t>
            </a:r>
          </a:p>
          <a:p>
            <a:pPr marL="266700" lvl="0" indent="-266700" algn="just" eaLnBrk="0" fontAlgn="base" hangingPunct="0">
              <a:lnSpc>
                <a:spcPct val="100000"/>
              </a:lnSpc>
              <a:spcBef>
                <a:spcPct val="0"/>
              </a:spcBef>
              <a:spcAft>
                <a:spcPts val="500"/>
              </a:spcAft>
              <a:buClrTx/>
              <a:buSzTx/>
            </a:pPr>
            <a:r>
              <a:rPr lang="en-US" sz="1600">
                <a:solidFill>
                  <a:srgbClr val="0000FF"/>
                </a:solidFill>
              </a:rPr>
              <a:t>Language understanding and problem solving: </a:t>
            </a:r>
            <a:r>
              <a:rPr lang="en-US" sz="1600"/>
              <a:t>PROVERB  is a computer program that solves crossword puzzles better than humans.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ABCCC1-BF11-4F37-963E-1BCD5B23FD72}" type="slidenum">
              <a:rPr lang="en-IN" smtClean="0"/>
              <a:pPr/>
              <a:t>17</a:t>
            </a:fld>
            <a:endParaRPr lang="en-IN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Self assessment questions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451579" y="2015732"/>
            <a:ext cx="9603275" cy="4049166"/>
          </a:xfrm>
        </p:spPr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ABCCC1-BF11-4F37-963E-1BCD5B23FD72}" type="slidenum">
              <a:rPr lang="en-IN" smtClean="0"/>
              <a:pPr/>
              <a:t>18</a:t>
            </a:fld>
            <a:endParaRPr lang="en-IN"/>
          </a:p>
        </p:txBody>
      </p:sp>
      <p:sp>
        <p:nvSpPr>
          <p:cNvPr id="5" name="Google Shape;502;p17">
            <a:extLst>
              <a:ext uri="{FF2B5EF4-FFF2-40B4-BE49-F238E27FC236}">
                <a16:creationId xmlns:a16="http://schemas.microsoft.com/office/drawing/2014/main" id="{AE3D0AA7-0A5F-7BD6-7BC7-1D38F326B8B4}"/>
              </a:ext>
            </a:extLst>
          </p:cNvPr>
          <p:cNvSpPr/>
          <p:nvPr/>
        </p:nvSpPr>
        <p:spPr>
          <a:xfrm>
            <a:off x="1433999" y="2007928"/>
            <a:ext cx="7355456" cy="710244"/>
          </a:xfrm>
          <a:prstGeom prst="roundRect">
            <a:avLst>
              <a:gd name="adj" fmla="val 35613"/>
            </a:avLst>
          </a:prstGeom>
          <a:solidFill>
            <a:srgbClr val="E84845"/>
          </a:solidFill>
          <a:ln>
            <a:noFill/>
          </a:ln>
          <a:effectLst>
            <a:outerShdw blurRad="190500" sx="102000" sy="102000" algn="ctr" rotWithShape="0">
              <a:srgbClr val="000000">
                <a:alpha val="24705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342900" marR="0" lvl="0" indent="-342900" rtl="0">
              <a:spcBef>
                <a:spcPts val="0"/>
              </a:spcBef>
              <a:spcAft>
                <a:spcPts val="0"/>
              </a:spcAft>
              <a:buFont typeface="+mj-lt"/>
              <a:buAutoNum type="arabicPeriod"/>
            </a:pPr>
            <a:r>
              <a:rPr lang="en-US" sz="3200" b="1">
                <a:solidFill>
                  <a:schemeClr val="bg1"/>
                </a:solidFill>
                <a:latin typeface="Poppins" panose="00000500000000000000" pitchFamily="2" charset="0"/>
                <a:ea typeface="Calibri"/>
                <a:cs typeface="Poppins" panose="00000500000000000000" pitchFamily="2" charset="0"/>
                <a:sym typeface="Calibri"/>
              </a:rPr>
              <a:t>AI Technology makes the machines to ……………………</a:t>
            </a:r>
            <a:endParaRPr sz="3200" b="1">
              <a:solidFill>
                <a:schemeClr val="bg1"/>
              </a:solidFill>
              <a:latin typeface="Poppins" panose="00000500000000000000" pitchFamily="2" charset="0"/>
              <a:ea typeface="Calibri"/>
              <a:cs typeface="Poppins" panose="00000500000000000000" pitchFamily="2" charset="0"/>
              <a:sym typeface="Calibri"/>
            </a:endParaRPr>
          </a:p>
        </p:txBody>
      </p:sp>
      <p:sp>
        <p:nvSpPr>
          <p:cNvPr id="6" name="Rounded Rectangle 17">
            <a:extLst>
              <a:ext uri="{FF2B5EF4-FFF2-40B4-BE49-F238E27FC236}">
                <a16:creationId xmlns:a16="http://schemas.microsoft.com/office/drawing/2014/main" id="{5D8B791C-9B35-CF16-C192-D202E0DB9A60}"/>
              </a:ext>
            </a:extLst>
          </p:cNvPr>
          <p:cNvSpPr/>
          <p:nvPr/>
        </p:nvSpPr>
        <p:spPr>
          <a:xfrm>
            <a:off x="1670658" y="2724361"/>
            <a:ext cx="5038070" cy="1493080"/>
          </a:xfrm>
          <a:prstGeom prst="roundRect">
            <a:avLst/>
          </a:prstGeom>
          <a:gradFill flip="none" rotWithShape="1">
            <a:gsLst>
              <a:gs pos="0">
                <a:schemeClr val="accent5">
                  <a:lumMod val="89000"/>
                </a:schemeClr>
              </a:gs>
              <a:gs pos="23000">
                <a:schemeClr val="accent5">
                  <a:lumMod val="89000"/>
                </a:schemeClr>
              </a:gs>
              <a:gs pos="69000">
                <a:schemeClr val="accent5">
                  <a:lumMod val="75000"/>
                </a:schemeClr>
              </a:gs>
              <a:gs pos="97000">
                <a:schemeClr val="accent5">
                  <a:lumMod val="70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>
            <a:outerShdw blurRad="50800" dist="38100" dir="2700000" algn="tl" rotWithShape="0">
              <a:srgbClr val="BA2532">
                <a:alpha val="4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342900" indent="-342900">
              <a:buAutoNum type="alphaLcParenBoth"/>
            </a:pPr>
            <a:r>
              <a:rPr lang="en-US" sz="2000">
                <a:latin typeface="Arial" panose="020B0604020202020204" pitchFamily="34" charset="0"/>
              </a:rPr>
              <a:t>Act like Human…</a:t>
            </a:r>
          </a:p>
          <a:p>
            <a:pPr marL="342900" indent="-342900">
              <a:buAutoNum type="alphaLcParenBoth"/>
            </a:pPr>
            <a:r>
              <a:rPr lang="en-US" sz="2000">
                <a:latin typeface="Arial" panose="020B0604020202020204" pitchFamily="34" charset="0"/>
              </a:rPr>
              <a:t>Think like Human…</a:t>
            </a:r>
          </a:p>
          <a:p>
            <a:pPr marL="342900" indent="-342900">
              <a:buAutoNum type="alphaLcParenBoth"/>
            </a:pPr>
            <a:r>
              <a:rPr lang="en-US" sz="2000">
                <a:latin typeface="Arial" panose="020B0604020202020204" pitchFamily="34" charset="0"/>
              </a:rPr>
              <a:t>Speak like Human…</a:t>
            </a:r>
          </a:p>
          <a:p>
            <a:pPr marL="342900" indent="-342900">
              <a:buAutoNum type="alphaLcParenBoth"/>
            </a:pPr>
            <a:r>
              <a:rPr lang="en-US" sz="2000">
                <a:latin typeface="Arial" panose="020B0604020202020204" pitchFamily="34" charset="0"/>
              </a:rPr>
              <a:t>All the above …</a:t>
            </a:r>
            <a:endParaRPr lang="en-US" sz="2000"/>
          </a:p>
        </p:txBody>
      </p:sp>
      <p:sp>
        <p:nvSpPr>
          <p:cNvPr id="7" name="Google Shape;502;p17">
            <a:extLst>
              <a:ext uri="{FF2B5EF4-FFF2-40B4-BE49-F238E27FC236}">
                <a16:creationId xmlns:a16="http://schemas.microsoft.com/office/drawing/2014/main" id="{BB41B87C-BE5F-4BF2-531D-57DC21D1A451}"/>
              </a:ext>
            </a:extLst>
          </p:cNvPr>
          <p:cNvSpPr/>
          <p:nvPr/>
        </p:nvSpPr>
        <p:spPr>
          <a:xfrm>
            <a:off x="1485777" y="4370854"/>
            <a:ext cx="8078101" cy="710244"/>
          </a:xfrm>
          <a:prstGeom prst="roundRect">
            <a:avLst>
              <a:gd name="adj" fmla="val 35613"/>
            </a:avLst>
          </a:prstGeom>
          <a:solidFill>
            <a:srgbClr val="E84845"/>
          </a:solidFill>
          <a:ln>
            <a:noFill/>
          </a:ln>
          <a:effectLst>
            <a:outerShdw blurRad="190500" sx="102000" sy="102000" algn="ctr" rotWithShape="0">
              <a:srgbClr val="000000">
                <a:alpha val="24705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342900" lvl="0" indent="-342900" algn="just">
              <a:buFont typeface="+mj-lt"/>
              <a:buAutoNum type="arabicPeriod" startAt="2"/>
            </a:pPr>
            <a:r>
              <a:rPr lang="en-IN" sz="2000" b="1">
                <a:solidFill>
                  <a:schemeClr val="bg1"/>
                </a:solidFill>
              </a:rPr>
              <a:t>AI is a rapidly evolving field with vast potential to transform numerous aspects of society</a:t>
            </a:r>
            <a:endParaRPr sz="2400" b="1">
              <a:solidFill>
                <a:schemeClr val="bg1"/>
              </a:solidFill>
              <a:latin typeface="Poppins" panose="00000500000000000000" pitchFamily="2" charset="0"/>
              <a:ea typeface="Calibri"/>
              <a:cs typeface="Poppins" panose="00000500000000000000" pitchFamily="2" charset="0"/>
              <a:sym typeface="Calibri"/>
            </a:endParaRPr>
          </a:p>
        </p:txBody>
      </p:sp>
      <p:sp>
        <p:nvSpPr>
          <p:cNvPr id="8" name="Rounded Rectangle 17">
            <a:extLst>
              <a:ext uri="{FF2B5EF4-FFF2-40B4-BE49-F238E27FC236}">
                <a16:creationId xmlns:a16="http://schemas.microsoft.com/office/drawing/2014/main" id="{7E00138C-2256-5D01-E821-A57ADA3BBCB0}"/>
              </a:ext>
            </a:extLst>
          </p:cNvPr>
          <p:cNvSpPr/>
          <p:nvPr/>
        </p:nvSpPr>
        <p:spPr>
          <a:xfrm>
            <a:off x="1663064" y="5170860"/>
            <a:ext cx="5344252" cy="810068"/>
          </a:xfrm>
          <a:prstGeom prst="roundRect">
            <a:avLst/>
          </a:prstGeom>
          <a:gradFill flip="none" rotWithShape="1">
            <a:gsLst>
              <a:gs pos="0">
                <a:schemeClr val="accent5">
                  <a:lumMod val="89000"/>
                </a:schemeClr>
              </a:gs>
              <a:gs pos="23000">
                <a:schemeClr val="accent5">
                  <a:lumMod val="89000"/>
                </a:schemeClr>
              </a:gs>
              <a:gs pos="69000">
                <a:schemeClr val="accent5">
                  <a:lumMod val="75000"/>
                </a:schemeClr>
              </a:gs>
              <a:gs pos="97000">
                <a:schemeClr val="accent5">
                  <a:lumMod val="70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>
            <a:outerShdw blurRad="50800" dist="38100" dir="2700000" algn="tl" rotWithShape="0">
              <a:srgbClr val="BA2532">
                <a:alpha val="4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342900" indent="-342900">
              <a:buAutoNum type="alphaLcParenBoth"/>
            </a:pPr>
            <a:r>
              <a:rPr lang="en-US" sz="2000"/>
              <a:t>True</a:t>
            </a:r>
          </a:p>
          <a:p>
            <a:pPr marL="342900" indent="-342900">
              <a:buAutoNum type="alphaLcParenBoth"/>
            </a:pPr>
            <a:r>
              <a:rPr lang="en-US" sz="2000"/>
              <a:t> False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Terminal questions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451579" y="2015733"/>
            <a:ext cx="10330690" cy="2166524"/>
          </a:xfrm>
        </p:spPr>
        <p:txBody>
          <a:bodyPr>
            <a:normAutofit lnSpcReduction="10000"/>
          </a:bodyPr>
          <a:lstStyle/>
          <a:p>
            <a:r>
              <a:rPr lang="en-US" sz="2400"/>
              <a:t>Define Artificial Intelligence (AI) and explain its significance in various fields.</a:t>
            </a:r>
          </a:p>
          <a:p>
            <a:r>
              <a:rPr lang="en-US" sz="2400"/>
              <a:t>Discuss the difference between narrow AI and general AI with suitable example</a:t>
            </a:r>
          </a:p>
          <a:p>
            <a:r>
              <a:rPr lang="en-US" sz="2400"/>
              <a:t>Sketch and Illustrate about types of AI with suitable example</a:t>
            </a:r>
          </a:p>
          <a:p>
            <a:r>
              <a:rPr lang="en-US" sz="2400"/>
              <a:t>Illustrate the role on AI In Healthcare and Education Field.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ABCCC1-BF11-4F37-963E-1BCD5B23FD72}" type="slidenum">
              <a:rPr lang="en-IN" smtClean="0"/>
              <a:pPr/>
              <a:t>19</a:t>
            </a:fld>
            <a:endParaRPr lang="en-IN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Reference books and web links</a:t>
            </a:r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ABCCC1-BF11-4F37-963E-1BCD5B23FD72}" type="slidenum">
              <a:rPr lang="en-IN" smtClean="0"/>
              <a:pPr/>
              <a:t>20</a:t>
            </a:fld>
            <a:endParaRPr lang="en-IN"/>
          </a:p>
        </p:txBody>
      </p:sp>
      <p:sp>
        <p:nvSpPr>
          <p:cNvPr id="5" name="TextBox 4"/>
          <p:cNvSpPr txBox="1"/>
          <p:nvPr/>
        </p:nvSpPr>
        <p:spPr>
          <a:xfrm>
            <a:off x="909662" y="3528263"/>
            <a:ext cx="9608234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b="1"/>
              <a:t>Web links:</a:t>
            </a:r>
          </a:p>
          <a:p>
            <a:pPr marL="342900" indent="-342900">
              <a:buFont typeface="+mj-lt"/>
              <a:buAutoNum type="arabicPeriod"/>
            </a:pPr>
            <a:r>
              <a:rPr lang="en-IN">
                <a:hlinkClick r:id="rId2"/>
              </a:rPr>
              <a:t>https://www.geeksforgeeks.org/agents-artificial-intelligence/</a:t>
            </a:r>
            <a:endParaRPr lang="en-IN"/>
          </a:p>
          <a:p>
            <a:pPr marL="342900" indent="-342900">
              <a:buFont typeface="+mj-lt"/>
              <a:buAutoNum type="arabicPeriod"/>
            </a:pPr>
            <a:r>
              <a:rPr lang="en-IN"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https://www.simplilearn.com/what-is-intelligent-agent-in-ai-types-function-article</a:t>
            </a:r>
            <a:endParaRPr lang="en-IN" b="1"/>
          </a:p>
          <a:p>
            <a:pPr marL="342900" indent="-342900">
              <a:buFont typeface="+mj-lt"/>
              <a:buAutoNum type="arabicPeriod"/>
            </a:pPr>
            <a:r>
              <a:rPr lang="en-IN"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https://www.javatpoint.com/turing-test-in-ai</a:t>
            </a:r>
            <a:endParaRPr lang="en-IN"/>
          </a:p>
          <a:p>
            <a:pPr marL="342900" indent="-342900">
              <a:buFont typeface="+mj-lt"/>
              <a:buAutoNum type="arabicPeriod"/>
            </a:pPr>
            <a:r>
              <a:rPr lang="en-IN"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https://www.geeksforgeeks.org/turing-test-artificial-intelligence/</a:t>
            </a:r>
            <a:endParaRPr lang="en-IN"/>
          </a:p>
          <a:p>
            <a:pPr marL="342900" indent="-342900">
              <a:buFont typeface="+mj-lt"/>
              <a:buAutoNum type="arabicPeriod"/>
            </a:pPr>
            <a:r>
              <a:rPr lang="en-IN">
                <a:hlinkClick r:id="rId6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https://www.section.io/engineering-education/turing-test-in-ai/</a:t>
            </a:r>
            <a:endParaRPr lang="en-IN"/>
          </a:p>
          <a:p>
            <a:pPr>
              <a:lnSpc>
                <a:spcPct val="150000"/>
              </a:lnSpc>
            </a:pPr>
            <a:endParaRPr lang="en-US"/>
          </a:p>
        </p:txBody>
      </p:sp>
      <p:sp>
        <p:nvSpPr>
          <p:cNvPr id="7" name="Rectangle 6"/>
          <p:cNvSpPr/>
          <p:nvPr/>
        </p:nvSpPr>
        <p:spPr>
          <a:xfrm>
            <a:off x="877078" y="1999870"/>
            <a:ext cx="10972799" cy="10618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defTabSz="914400" fontAlgn="base">
              <a:spcBef>
                <a:spcPct val="0"/>
              </a:spcBef>
              <a:spcAft>
                <a:spcPct val="0"/>
              </a:spcAft>
            </a:pPr>
            <a:r>
              <a:rPr lang="en-US" b="1">
                <a:latin typeface="Arial" pitchFamily="34" charset="0"/>
                <a:ea typeface="Times New Roman" pitchFamily="18" charset="0"/>
                <a:cs typeface="Arial" pitchFamily="34" charset="0"/>
              </a:rPr>
              <a:t>Text Books:</a:t>
            </a:r>
          </a:p>
          <a:p>
            <a:pPr marL="342900" lvl="0" indent="-342900" defTabSz="914400" eaLnBrk="0" fontAlgn="base" hangingPunct="0">
              <a:spcBef>
                <a:spcPct val="0"/>
              </a:spcBef>
              <a:spcAft>
                <a:spcPct val="0"/>
              </a:spcAft>
              <a:buFont typeface="+mj-lt"/>
              <a:buAutoNum type="arabicParenR"/>
            </a:pPr>
            <a:r>
              <a:rPr lang="en-US" err="1">
                <a:latin typeface="Arial" pitchFamily="34" charset="0"/>
                <a:ea typeface="Times New Roman" pitchFamily="18" charset="0"/>
                <a:cs typeface="Arial" pitchFamily="34" charset="0"/>
              </a:rPr>
              <a:t>Russel</a:t>
            </a:r>
            <a:r>
              <a:rPr lang="en-US">
                <a:latin typeface="Arial" pitchFamily="34" charset="0"/>
                <a:ea typeface="Times New Roman" pitchFamily="18" charset="0"/>
                <a:cs typeface="Arial" pitchFamily="34" charset="0"/>
              </a:rPr>
              <a:t> and </a:t>
            </a:r>
            <a:r>
              <a:rPr lang="en-US" err="1">
                <a:latin typeface="Arial" pitchFamily="34" charset="0"/>
                <a:ea typeface="Times New Roman" pitchFamily="18" charset="0"/>
                <a:cs typeface="Arial" pitchFamily="34" charset="0"/>
              </a:rPr>
              <a:t>Norvig</a:t>
            </a:r>
            <a:r>
              <a:rPr lang="en-US">
                <a:latin typeface="Arial" pitchFamily="34" charset="0"/>
                <a:ea typeface="Times New Roman" pitchFamily="18" charset="0"/>
                <a:cs typeface="Arial" pitchFamily="34" charset="0"/>
              </a:rPr>
              <a:t>, ‘Artificial Intelligence’, third edition, Pearson Education, PHI, (2015)</a:t>
            </a:r>
            <a:endParaRPr lang="en-US" sz="1100">
              <a:latin typeface="Arial" pitchFamily="34" charset="0"/>
              <a:cs typeface="Arial" pitchFamily="34" charset="0"/>
            </a:endParaRPr>
          </a:p>
          <a:p>
            <a:pPr marL="342900" lvl="0" indent="-342900" defTabSz="9144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+mj-lt"/>
              <a:buAutoNum type="arabicParenR"/>
            </a:pPr>
            <a:r>
              <a:rPr lang="en-US">
                <a:latin typeface="Arial" pitchFamily="34" charset="0"/>
                <a:ea typeface="Times New Roman" pitchFamily="18" charset="0"/>
                <a:cs typeface="Arial" pitchFamily="34" charset="0"/>
              </a:rPr>
              <a:t>Elaine Rich &amp; Kevin Knight, ‘Artificial Intelligence’, 3nd Edition, Tata McGraw Hill Edition, Reprint (2008)</a:t>
            </a:r>
            <a:endParaRPr lang="en-US" sz="3200">
              <a:latin typeface="Arial" pitchFamily="34" charset="0"/>
              <a:cs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99696256"/>
      </p:ext>
    </p:extLst>
  </p:cSld>
  <p:clrMapOvr>
    <a:masterClrMapping/>
  </p:clrMapOvr>
</p:sld>
</file>

<file path=ppt/theme/theme1.xml><?xml version="1.0" encoding="utf-8"?>
<a:theme xmlns:a="http://schemas.openxmlformats.org/drawingml/2006/main" name="Gallery">
  <a:themeElements>
    <a:clrScheme name="Gallery">
      <a:dk1>
        <a:sysClr val="windowText" lastClr="000000"/>
      </a:dk1>
      <a:lt1>
        <a:sysClr val="window" lastClr="FFFFFF"/>
      </a:lt1>
      <a:dk2>
        <a:srgbClr val="454545"/>
      </a:dk2>
      <a:lt2>
        <a:srgbClr val="DFDBD5"/>
      </a:lt2>
      <a:accent1>
        <a:srgbClr val="B71E42"/>
      </a:accent1>
      <a:accent2>
        <a:srgbClr val="DE478E"/>
      </a:accent2>
      <a:accent3>
        <a:srgbClr val="BC72F0"/>
      </a:accent3>
      <a:accent4>
        <a:srgbClr val="795FAF"/>
      </a:accent4>
      <a:accent5>
        <a:srgbClr val="586EA6"/>
      </a:accent5>
      <a:accent6>
        <a:srgbClr val="6892A0"/>
      </a:accent6>
      <a:hlink>
        <a:srgbClr val="FA2B5C"/>
      </a:hlink>
      <a:folHlink>
        <a:srgbClr val="BC658E"/>
      </a:folHlink>
    </a:clrScheme>
    <a:fontScheme name="Gallery">
      <a:majorFont>
        <a:latin typeface="Gill Sans M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Gill Sans MT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/>
        </a:solidFill>
        <a:gradFill rotWithShape="1">
          <a:gsLst>
            <a:gs pos="0">
              <a:schemeClr val="phClr">
                <a:tint val="94000"/>
                <a:satMod val="80000"/>
                <a:lumMod val="106000"/>
              </a:schemeClr>
            </a:gs>
            <a:gs pos="100000">
              <a:schemeClr val="phClr">
                <a:shade val="80000"/>
              </a:schemeClr>
            </a:gs>
          </a:gsLst>
          <a:path path="circle">
            <a:fillToRect l="43000" r="43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resentation1" id="{24598BE9-BD78-4C1A-902E-0BA786164A9D}" vid="{1551CBD6-114D-4A17-981D-82FBB9D54941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PPT Template (1)</Template>
  <Application>Microsoft Office PowerPoint</Application>
  <PresentationFormat>Widescreen</PresentationFormat>
  <Slides>20</Slides>
  <Notes>0</Notes>
  <HiddenSlides>0</Hidden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1" baseType="lpstr">
      <vt:lpstr>Gallery</vt:lpstr>
      <vt:lpstr>ARTIFICIAL INTELLIGENCE  &amp;  MACHINE LEARNING</vt:lpstr>
      <vt:lpstr>Over of AI</vt:lpstr>
      <vt:lpstr>Types of Artificial Intelligence</vt:lpstr>
      <vt:lpstr>Type-1: Based on Capabilities</vt:lpstr>
      <vt:lpstr>Type-2: Based on Functionality</vt:lpstr>
      <vt:lpstr>AI Technologies and Tools</vt:lpstr>
      <vt:lpstr>history of AI</vt:lpstr>
      <vt:lpstr>history of AI: The Golden Years (1960-1970)</vt:lpstr>
      <vt:lpstr>history of AI: The Rise of Modern AI (2000s-Present)</vt:lpstr>
      <vt:lpstr>Applications of AI </vt:lpstr>
      <vt:lpstr>Applications of AI in Healthcare  </vt:lpstr>
      <vt:lpstr>Applications of AI in Finance </vt:lpstr>
      <vt:lpstr>Applications of AI in Agriculture </vt:lpstr>
      <vt:lpstr>Applications of AI in Education</vt:lpstr>
      <vt:lpstr>Applications of AI in Transportation </vt:lpstr>
      <vt:lpstr>Applications of AI in Smart Homes and Cities </vt:lpstr>
      <vt:lpstr>What AI can do now a days</vt:lpstr>
      <vt:lpstr>Self assessment questions</vt:lpstr>
      <vt:lpstr>Terminal questions</vt:lpstr>
      <vt:lpstr>Reference books and web links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 Driven Artificial intelligent systems</dc:title>
  <dc:creator>IMRAN RASHEED</dc:creator>
  <cp:revision>10</cp:revision>
  <dcterms:created xsi:type="dcterms:W3CDTF">2023-06-21T10:47:53Z</dcterms:created>
  <dcterms:modified xsi:type="dcterms:W3CDTF">2024-07-24T07:08:15Z</dcterms:modified>
</cp:coreProperties>
</file>