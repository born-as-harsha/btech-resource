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-624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A45B898-A507-6673-C8A7-486A61BD48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CC0E18E-077F-B47B-4B28-E95C9A6ADE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4E03062-3861-BB79-C48E-1EB30B4E1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FF8D-FDEE-485E-9669-CA4006E9F76D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55918E8-625C-6ACA-A397-CE2BB6556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2BB9524-1EC6-5508-0B24-7FA04ABA1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AC756-467F-4898-8BB0-1ED2716126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49285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C8E2649-6786-1537-047B-0C6FAEBDC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0B52E74-B5E6-9FE2-C069-9CD6247B5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6EC21CD-B4AA-8C2A-7F4A-F1BC5847E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FF8D-FDEE-485E-9669-CA4006E9F76D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4C6BC5A-07B6-837F-36FF-4600DBECF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C1C24E4-CEE4-B185-67B9-DA58E96D8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AC756-467F-4898-8BB0-1ED2716126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41471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47D4D19-8533-4F00-2C91-B83D30E87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40C24C1-1F75-7B4B-9DF4-77042DF9C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CDB72E7-8B48-3F34-33C9-7A3BE9DFA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FF8D-FDEE-485E-9669-CA4006E9F76D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7D7CC40-720B-85A5-9F61-9466D16CA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AACC9D7-E054-C99F-32FF-199DC7AC5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AC756-467F-4898-8BB0-1ED2716126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85177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C0522F2-6671-7D91-6AB4-C869D42C2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1BD4E99-4D49-2C04-0830-9F09C3597A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662ABD8-E8F9-9D11-7208-4C490AEBB8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60DE842-A840-E342-E5DF-62526D5AB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FF8D-FDEE-485E-9669-CA4006E9F76D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C36F964-C506-7202-2A9A-D6838E037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D3C5452-D419-E007-06E2-C95CAED77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AC756-467F-4898-8BB0-1ED2716126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96282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2AAEEE7-B8E0-8ADF-F46D-0D9B35F64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1A2631C-9250-F5B0-9FC7-FCFB2585C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C309F7A8-C36B-AD22-0D1A-606EE68772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F725FBC5-E70A-D5CC-35FD-AB5A447D12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3F30AF20-247C-E802-E226-F562A5535B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6EEEDCB4-DB22-5AC1-13A4-ACBE5688A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FF8D-FDEE-485E-9669-CA4006E9F76D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39A5AED6-95E7-2A06-5E20-D1C2D07F8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CC8E2FF0-3561-4AD6-ADF9-1A12ED4CC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AC756-467F-4898-8BB0-1ED2716126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45036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E32635-869C-E3DA-71E9-020B26B1B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14DB2AF-C24C-E515-9DD2-616DB9D9E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FF8D-FDEE-485E-9669-CA4006E9F76D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975740E-6332-439B-8EFB-5F8A21B9F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D8F1B901-22BD-ECEA-2987-987A09C3B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AC756-467F-4898-8BB0-1ED2716126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27452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1B9B8FAC-AE45-6B29-AACC-96AE3B474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FF8D-FDEE-485E-9669-CA4006E9F76D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3A9301FB-DC17-ACCF-72A2-3E053CBA8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071FDF8-CF04-2418-C8D2-B1887C109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AC756-467F-4898-8BB0-1ED2716126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2933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91B44B-7EE2-64FC-D422-CB5F94C14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0027DA2-A374-7607-ECC3-2BB2FBB2B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32037C5-0BEC-09FD-BACB-C74D1221F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9AAE291-382B-ADBF-1028-EDDB6ADC3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FF8D-FDEE-485E-9669-CA4006E9F76D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E9971E2-D17A-432D-771C-CBBE2555A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648110A-2503-AB1C-6308-AE72FD2CF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AC756-467F-4898-8BB0-1ED2716126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64660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0EAC0D-1294-6E07-5FD5-1E52C7AD0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DF145698-D9EC-11C4-C862-1B08B94004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DDFFAD3-510C-4CC9-6B89-5701E54E72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1F317C4-CC28-97CC-385B-47E7AA3F2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FF8D-FDEE-485E-9669-CA4006E9F76D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13E1448-9866-64E6-9251-F59890D26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D4BCADB-E384-16E8-B536-F9D5E6A7E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AC756-467F-4898-8BB0-1ED2716126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39965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6009840-E6B1-346E-8219-E7CDA8D67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92B90F4-3F47-1481-6A79-6683CF34FD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F44DF17-00E7-2C67-D659-9A941E40B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FF8D-FDEE-485E-9669-CA4006E9F76D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C00196B-4FFE-89B6-EC7D-27859CD7F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3AD0DF2-AFDE-DEF2-35FB-ACAF9F817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AC756-467F-4898-8BB0-1ED2716126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17449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C7CB4B90-6264-8E04-5344-4E25981F3D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C2BE4052-CF92-D5B8-1543-E3B8B35210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4844019-D40B-54E0-D0E6-1DE2F9DD9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FF8D-FDEE-485E-9669-CA4006E9F76D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78BB991-D28D-5DD8-432A-E8FB0E05E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246FCA9-9118-34DD-B738-2C00750C9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AC756-467F-4898-8BB0-1ED2716126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93224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7136016E-CE8E-FAFD-C299-47203BB97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8F5BBEC-E3E4-D588-5A7A-1F7545D28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4F6D700-4E74-22C4-F2A4-6F26481B28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C6FF8D-FDEE-485E-9669-CA4006E9F76D}" type="datetimeFigureOut">
              <a:rPr lang="en-US" smtClean="0"/>
              <a:pPr/>
              <a:t>7/26/2024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D8FA73A-DC43-0CB7-A151-CD24C54052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0F38A24-A978-D69D-7996-F2F2714605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2AC756-467F-4898-8BB0-1ED2716126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20635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BD6EB97-09B5-B1D5-53F8-FEBF7113C4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9476" y="557180"/>
            <a:ext cx="9144000" cy="1601558"/>
          </a:xfrm>
        </p:spPr>
        <p:txBody>
          <a:bodyPr>
            <a:normAutofit fontScale="90000"/>
          </a:bodyPr>
          <a:lstStyle/>
          <a:p>
            <a:pPr marL="857250" indent="-857250">
              <a:buFont typeface="Arial" panose="020B0604020202020204" pitchFamily="34" charset="0"/>
              <a:buChar char="•"/>
            </a:pPr>
            <a:r>
              <a:rPr lang="en-IN" b="1" dirty="0"/>
              <a:t/>
            </a:r>
            <a:br>
              <a:rPr lang="en-IN" b="1" dirty="0"/>
            </a:br>
            <a:r>
              <a:rPr lang="en-IN" b="1" dirty="0"/>
              <a:t/>
            </a:r>
            <a:br>
              <a:rPr lang="en-IN" b="1" dirty="0"/>
            </a:br>
            <a:r>
              <a:rPr lang="en-IN" b="1" dirty="0"/>
              <a:t/>
            </a:r>
            <a:br>
              <a:rPr lang="en-IN" b="1" dirty="0"/>
            </a:br>
            <a:r>
              <a:rPr lang="en-IN" b="1" dirty="0"/>
              <a:t/>
            </a:r>
            <a:br>
              <a:rPr lang="en-IN" b="1" dirty="0"/>
            </a:br>
            <a:r>
              <a:rPr lang="en-IN" b="1" dirty="0"/>
              <a:t/>
            </a:r>
            <a:br>
              <a:rPr lang="en-IN" b="1" dirty="0"/>
            </a:br>
            <a:r>
              <a:rPr lang="en-IN" b="1" dirty="0"/>
              <a:t/>
            </a:r>
            <a:br>
              <a:rPr lang="en-IN" b="1" dirty="0"/>
            </a:br>
            <a:r>
              <a:rPr lang="en-IN" b="1" dirty="0"/>
              <a:t/>
            </a:r>
            <a:br>
              <a:rPr lang="en-IN" b="1" dirty="0"/>
            </a:br>
            <a:r>
              <a:rPr lang="en-IN" b="1" dirty="0"/>
              <a:t>1,Greetings in Japanese</a:t>
            </a:r>
            <a:br>
              <a:rPr lang="en-IN" b="1" dirty="0"/>
            </a:br>
            <a:r>
              <a:rPr lang="ja-JP" altLang="en-US" b="1" dirty="0"/>
              <a:t>（あいさつ</a:t>
            </a:r>
            <a:r>
              <a:rPr lang="en-US" altLang="ja-JP" b="1" dirty="0"/>
              <a:t>- Aisatsu)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59545FE-16AB-5CF7-7A9A-F726E8611C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12156" y="2488677"/>
            <a:ext cx="8279876" cy="4487158"/>
          </a:xfrm>
        </p:spPr>
        <p:txBody>
          <a:bodyPr/>
          <a:lstStyle/>
          <a:p>
            <a:r>
              <a:rPr lang="en-IN" altLang="ja-JP" b="1" u="sng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0EEC20F5-BD9C-3C5F-DF50-3A41D27E9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856" y="2325210"/>
            <a:ext cx="7507740" cy="448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76804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59545FE-16AB-5CF7-7A9A-F726E8611C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6180"/>
            <a:ext cx="9144000" cy="5401560"/>
          </a:xfrm>
        </p:spPr>
        <p:txBody>
          <a:bodyPr>
            <a:normAutofit fontScale="92500"/>
          </a:bodyPr>
          <a:lstStyle/>
          <a:p>
            <a:endParaRPr lang="en-IN" altLang="ja-JP" b="1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altLang="ja-JP" sz="4400" b="1" u="sng" dirty="0"/>
              <a:t>Good Morning</a:t>
            </a:r>
          </a:p>
          <a:p>
            <a:endParaRPr lang="en-IN" altLang="ja-JP" sz="4400" b="1" u="sng" dirty="0"/>
          </a:p>
          <a:p>
            <a:endParaRPr lang="en-IN" altLang="ja-JP" sz="4400" b="1" u="sng" dirty="0"/>
          </a:p>
          <a:p>
            <a:endParaRPr lang="en-IN" altLang="ja-JP" sz="4400" b="1" u="sng" dirty="0"/>
          </a:p>
          <a:p>
            <a:endParaRPr lang="en-IN" altLang="ja-JP" sz="4400" b="1" u="sng" dirty="0"/>
          </a:p>
          <a:p>
            <a:endParaRPr lang="en-IN" altLang="ja-JP" sz="4400" b="1" u="sng" dirty="0"/>
          </a:p>
          <a:p>
            <a:r>
              <a:rPr lang="ja-JP" altLang="en-US" sz="4400" b="1" u="sng" dirty="0"/>
              <a:t>おはようございます</a:t>
            </a:r>
            <a:r>
              <a:rPr lang="en-US" altLang="ja-JP" sz="4400" b="1" u="sng" dirty="0"/>
              <a:t>(</a:t>
            </a:r>
            <a:r>
              <a:rPr lang="en-US" altLang="ja-JP" sz="4400" b="1" u="sng" dirty="0" err="1"/>
              <a:t>Ohayo</a:t>
            </a:r>
            <a:r>
              <a:rPr lang="en-US" altLang="ja-JP" sz="4400" b="1" u="sng" dirty="0"/>
              <a:t> </a:t>
            </a:r>
            <a:r>
              <a:rPr lang="en-US" altLang="ja-JP" sz="4400" b="1" u="sng" dirty="0" err="1"/>
              <a:t>gozaimasu</a:t>
            </a:r>
            <a:r>
              <a:rPr lang="en-US" altLang="ja-JP" sz="4400" b="1" u="sng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8A0711B0-5148-8B30-4263-2A73C63B80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672618" y="1659116"/>
            <a:ext cx="8429774" cy="31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48130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D339F69-B685-E2B5-3247-34D6C6242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	</a:t>
            </a:r>
            <a:r>
              <a:rPr lang="en-IN" b="1" dirty="0"/>
              <a:t>		 	</a:t>
            </a:r>
            <a:r>
              <a:rPr lang="en-IN" b="1" u="sng" dirty="0"/>
              <a:t>Good Afternoon</a:t>
            </a:r>
            <a:endParaRPr lang="en-US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D67D34B-0954-BF53-1B5C-343CBBF1A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 </a:t>
            </a:r>
            <a:r>
              <a:rPr lang="ja-JP" altLang="en-US" sz="4000" b="1" dirty="0"/>
              <a:t>こんにちは（</a:t>
            </a:r>
            <a:r>
              <a:rPr lang="en-US" altLang="ja-JP" sz="4000" b="1" dirty="0" err="1"/>
              <a:t>Konnichiwa</a:t>
            </a:r>
            <a:r>
              <a:rPr lang="en-US" altLang="ja-JP" sz="4000" b="1" dirty="0"/>
              <a:t>)</a:t>
            </a:r>
            <a:endParaRPr lang="en-US" sz="4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81328F61-4993-7EA4-6E58-11354F6966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748836" y="1680058"/>
            <a:ext cx="4694327" cy="3497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94911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ABB2FC3-0B03-F196-1FD7-870AFABDF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	</a:t>
            </a:r>
            <a:r>
              <a:rPr lang="en-US" b="1" u="sng" dirty="0"/>
              <a:t>Good Evening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84A88D8-CEB3-8324-103A-61C4820BF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</a:t>
            </a:r>
          </a:p>
          <a:p>
            <a:pPr marL="0" indent="0">
              <a:buNone/>
            </a:pPr>
            <a:r>
              <a:rPr lang="en-US" altLang="ja-JP" sz="4000" b="1" dirty="0"/>
              <a:t>			</a:t>
            </a:r>
            <a:r>
              <a:rPr lang="ja-JP" altLang="en-US" sz="4000" b="1" dirty="0"/>
              <a:t>こんばんは。（</a:t>
            </a:r>
            <a:r>
              <a:rPr lang="en-US" altLang="ja-JP" sz="4000" b="1" dirty="0" err="1"/>
              <a:t>Konbanwa</a:t>
            </a:r>
            <a:r>
              <a:rPr lang="ja-JP" altLang="en-US" sz="4000" b="1" dirty="0"/>
              <a:t>）</a:t>
            </a:r>
            <a:endParaRPr lang="en-US" sz="4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802BF4A-06BF-0A83-6EC0-9E11B22483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417338" y="1668627"/>
            <a:ext cx="5357324" cy="3520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63986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2398004-35DD-412C-A3CD-609F710D5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		</a:t>
            </a:r>
            <a:r>
              <a:rPr lang="en-US" altLang="ja-JP" b="1" u="sng" dirty="0"/>
              <a:t>Good</a:t>
            </a:r>
            <a:r>
              <a:rPr lang="en-IN" altLang="ja-JP" b="1" u="sng" dirty="0"/>
              <a:t>-</a:t>
            </a:r>
            <a:r>
              <a:rPr lang="en-US" altLang="ja-JP" b="1" u="sng" dirty="0"/>
              <a:t>Bye</a:t>
            </a:r>
            <a:endParaRPr lang="en-US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6318813-081B-9292-E97F-6DE2558B7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</a:t>
            </a:r>
            <a:r>
              <a:rPr lang="ja-JP" altLang="en-US" sz="4400" b="1" dirty="0"/>
              <a:t>さようなら　（</a:t>
            </a:r>
            <a:r>
              <a:rPr lang="en-US" altLang="ja-JP" sz="4400" b="1" dirty="0"/>
              <a:t>Sayonara)</a:t>
            </a:r>
            <a:endParaRPr lang="en-US" sz="4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CEFFA1A-DD3B-1AFB-AB9A-02CD697DFF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645117" y="1514012"/>
            <a:ext cx="5621431" cy="3529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12485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E3CB00-FDAA-E345-C160-ADAA5A870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	</a:t>
            </a:r>
            <a:r>
              <a:rPr lang="en-US" b="1" u="sng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7B90457-8E48-C515-E656-AA243F2FA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718" y="1555423"/>
            <a:ext cx="10609082" cy="462154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ja-JP" altLang="en-US" sz="3600" b="1" dirty="0"/>
              <a:t>ありがとう　ございます（</a:t>
            </a:r>
            <a:r>
              <a:rPr lang="en-US" altLang="ja-JP" sz="3600" b="1" dirty="0" err="1"/>
              <a:t>Arigato</a:t>
            </a:r>
            <a:r>
              <a:rPr lang="en-US" altLang="ja-JP" sz="3600" b="1" dirty="0"/>
              <a:t> </a:t>
            </a:r>
            <a:r>
              <a:rPr lang="en-US" altLang="ja-JP" sz="3600" b="1" dirty="0" err="1"/>
              <a:t>Gozaimasu</a:t>
            </a:r>
            <a:r>
              <a:rPr lang="en-US" altLang="ja-JP" sz="3600" b="1" dirty="0"/>
              <a:t>)</a:t>
            </a:r>
            <a:endParaRPr lang="en-US" sz="36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90F9AA80-B968-5654-AC16-CA37AA0A17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129699" y="1474301"/>
            <a:ext cx="5740923" cy="309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122607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681B0E-51B8-1ACC-2D28-7E0FBE785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</a:t>
            </a:r>
            <a:r>
              <a:rPr lang="en-US" b="1" u="sng" dirty="0"/>
              <a:t>Please (when ask to see something)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577FA45-5818-57EF-51E9-0BACF3DF0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</a:t>
            </a:r>
            <a:r>
              <a:rPr lang="ja-JP" altLang="en-US" b="1" dirty="0"/>
              <a:t>おねがいします（</a:t>
            </a:r>
            <a:r>
              <a:rPr lang="en-US" altLang="ja-JP" b="1" dirty="0"/>
              <a:t>Onegaishimasu</a:t>
            </a:r>
            <a:r>
              <a:rPr lang="ja-JP" altLang="en-US" b="1" dirty="0"/>
              <a:t>）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5CB3110-7FE6-5AA8-0BE4-955D68C66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304" y="1508593"/>
            <a:ext cx="6103512" cy="384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84381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D786365-A145-9B38-34BA-41FD737B3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				</a:t>
            </a:r>
            <a:r>
              <a:rPr lang="en-IN" b="1" u="sng" dirty="0"/>
              <a:t>Excuse me</a:t>
            </a:r>
            <a:endParaRPr lang="en-US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3D0FC90-BC3D-C5E5-2C60-4F5197131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			</a:t>
            </a:r>
            <a:r>
              <a:rPr lang="ja-JP" altLang="en-US" b="1" dirty="0"/>
              <a:t>すみません </a:t>
            </a:r>
            <a:r>
              <a:rPr lang="en-US" altLang="ja-JP" b="1" dirty="0"/>
              <a:t>(</a:t>
            </a:r>
            <a:r>
              <a:rPr lang="en-US" altLang="ja-JP" b="1" dirty="0" err="1"/>
              <a:t>Sumimasen</a:t>
            </a:r>
            <a:r>
              <a:rPr lang="en-US" altLang="ja-JP" b="1" dirty="0"/>
              <a:t>)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3451363-3AFE-31B2-2478-43D1101D7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480" y="1714351"/>
            <a:ext cx="6570483" cy="342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03852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7DFBAE-FF0D-493B-B361-F4097E44A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b="1" u="sng" dirty="0"/>
              <a:t>May I came in ? (when enter to office or classroom)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8F9BA9B-2163-C322-22D5-11A8624F8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</a:t>
            </a:r>
            <a:r>
              <a:rPr lang="ja-JP" altLang="en-US" b="1" dirty="0"/>
              <a:t>しつれいします。はいっても　いいですか？</a:t>
            </a:r>
            <a:r>
              <a:rPr lang="en-US" altLang="ja-JP" b="1" dirty="0"/>
              <a:t>				</a:t>
            </a:r>
            <a:r>
              <a:rPr lang="ja-JP" altLang="en-US" b="1" dirty="0"/>
              <a:t>（</a:t>
            </a:r>
            <a:r>
              <a:rPr lang="en-US" altLang="ja-JP" b="1" dirty="0"/>
              <a:t>Shitsure shimas , Haittemo ii desu ka?)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944BE70-26DA-247B-9E78-C55E164AA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556" y="1577179"/>
            <a:ext cx="6938126" cy="3041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59421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F6F1C65-87AC-A15F-B793-63AFDD139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     </a:t>
            </a:r>
            <a:r>
              <a:rPr lang="en-US" b="1" u="sng" dirty="0"/>
              <a:t>Good Night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0E82CEF2-8BBE-A52B-6B7B-704002B88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</a:t>
            </a:r>
            <a:r>
              <a:rPr lang="ja-JP" altLang="en-US" b="1" dirty="0"/>
              <a:t>おやすみなさい </a:t>
            </a:r>
            <a:r>
              <a:rPr lang="en-US" altLang="ja-JP" b="1" dirty="0"/>
              <a:t>(</a:t>
            </a:r>
            <a:r>
              <a:rPr lang="en-US" altLang="ja-JP" b="1" dirty="0" err="1"/>
              <a:t>Oyasumi-nasai</a:t>
            </a:r>
            <a:r>
              <a:rPr lang="en-US" altLang="ja-JP" b="1" dirty="0"/>
              <a:t>)</a:t>
            </a:r>
            <a:endParaRPr lang="en-US" b="1" dirty="0"/>
          </a:p>
        </p:txBody>
      </p:sp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xmlns="" id="{DD1D7C1F-0365-EBEE-58E4-EA6FB0B00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056" y="1498862"/>
            <a:ext cx="8616099" cy="3959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89247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25</Words>
  <Application>Microsoft Office PowerPoint</Application>
  <PresentationFormat>Custom</PresentationFormat>
  <Paragraphs>85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       1,Greetings in Japanese （あいさつ- Aisatsu)</vt:lpstr>
      <vt:lpstr>Slide 2</vt:lpstr>
      <vt:lpstr>     Good Afternoon</vt:lpstr>
      <vt:lpstr>    Good Evening</vt:lpstr>
      <vt:lpstr>     Good-Bye</vt:lpstr>
      <vt:lpstr>    Thank You</vt:lpstr>
      <vt:lpstr>      Please (when ask to see something)</vt:lpstr>
      <vt:lpstr>    Excuse me</vt:lpstr>
      <vt:lpstr> May I came in ? (when enter to office or classroom)</vt:lpstr>
      <vt:lpstr>        Good Night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1, Greetings in Japanese （あいさつ）</dc:title>
  <dc:creator>MOHD SALMAN</dc:creator>
  <cp:lastModifiedBy>admin</cp:lastModifiedBy>
  <cp:revision>20</cp:revision>
  <dcterms:created xsi:type="dcterms:W3CDTF">2023-03-17T04:41:44Z</dcterms:created>
  <dcterms:modified xsi:type="dcterms:W3CDTF">2024-07-26T03:59:23Z</dcterms:modified>
</cp:coreProperties>
</file>