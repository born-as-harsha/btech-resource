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72" r:id="rId3"/>
    <p:sldId id="256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29" autoAdjust="0"/>
    <p:restoredTop sz="94660"/>
  </p:normalViewPr>
  <p:slideViewPr>
    <p:cSldViewPr snapToGrid="0">
      <p:cViewPr varScale="1">
        <p:scale>
          <a:sx n="83" d="100"/>
          <a:sy n="83" d="100"/>
        </p:scale>
        <p:origin x="216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DF472B-F28E-07A1-7A81-3CB2D98D8E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CC2B61-BE7A-A3B6-8BAF-3BD9321405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36A653-6084-BA81-DA93-A4F5BF1DAD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64728-032D-442D-B24D-0B713EC6BD53}" type="datetimeFigureOut">
              <a:rPr lang="en-US" smtClean="0"/>
              <a:t>1/28/2025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B51A06-B948-8190-0BEE-2B6AF000B3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CF6B63-4299-F948-F475-9CA77C5958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5B913-DAED-467D-AF29-B6E867B277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72619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921E24-1C6A-888C-F782-4F24293A6F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0C3D48-F787-1599-4065-A250A72F63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15739C-1173-4A62-AA16-E59E2DFA35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64728-032D-442D-B24D-0B713EC6BD53}" type="datetimeFigureOut">
              <a:rPr lang="en-US" smtClean="0"/>
              <a:t>1/28/2025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42F346-8D3C-70A4-5688-B9713F5DDF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1E2774-6C1F-808D-EE76-11C8BFE1C6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5B913-DAED-467D-AF29-B6E867B277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82698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A1C28A-70D8-68B5-F64D-019CEDF1FE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87298F-20C5-3B48-CA0F-885622D76D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C7D361-F58E-3556-26E8-4085785D46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64728-032D-442D-B24D-0B713EC6BD53}" type="datetimeFigureOut">
              <a:rPr lang="en-US" smtClean="0"/>
              <a:t>1/28/2025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DA3A12-A8FF-B39B-F9AF-342A5B6ABE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6C7CF9-9406-349B-47ED-B1F619370E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5B913-DAED-467D-AF29-B6E867B277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97126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C2728-DF2F-C059-936F-7A1E99B026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B1154A-4D58-C77E-F9B9-470ACC4C653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849001-5B2C-0C67-9DEE-03E4603985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B8D05B-C19F-AA26-6083-363BBCC248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64728-032D-442D-B24D-0B713EC6BD53}" type="datetimeFigureOut">
              <a:rPr lang="en-US" smtClean="0"/>
              <a:t>1/28/2025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46F266-F6E8-3827-71EE-973D7E43FC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2CE2BB-FA03-6F1B-84D9-2BD41F4EB0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5B913-DAED-467D-AF29-B6E867B277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99047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E87876-4042-7B10-646C-4AB68C4796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9F691A-D6D1-D007-40F6-AD80C46901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5FC9005-0B50-12DA-1207-CB7B79E138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556A861-5ED6-DB68-1929-DA09AFA5543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4C1B8FB-81E1-4BCC-7D5C-462AA7FB541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906E3ED-333A-F90E-E11F-571479B374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64728-032D-442D-B24D-0B713EC6BD53}" type="datetimeFigureOut">
              <a:rPr lang="en-US" smtClean="0"/>
              <a:t>1/28/2025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D888F4B-BAC8-D6F1-529B-A14D1658C9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DBC1768-5B68-5868-6F86-4242E43E6D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5B913-DAED-467D-AF29-B6E867B277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79608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F18144-8731-AF62-0165-DB2CE8386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9A8E76-5227-ED2F-11BA-E7F48138ED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64728-032D-442D-B24D-0B713EC6BD53}" type="datetimeFigureOut">
              <a:rPr lang="en-US" smtClean="0"/>
              <a:t>1/28/2025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04130FB-110F-383E-C7A1-AD02CB719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2887272-D0B2-59F3-F4A9-4C6966BC66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5B913-DAED-467D-AF29-B6E867B277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82669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8A672AB-7224-2E2B-1C39-43CC05A390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64728-032D-442D-B24D-0B713EC6BD53}" type="datetimeFigureOut">
              <a:rPr lang="en-US" smtClean="0"/>
              <a:t>1/28/2025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6DA0F23-910E-01D1-043F-2674F3CDBB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6A7E45-0C73-3524-38D8-9A0C10CC66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5B913-DAED-467D-AF29-B6E867B277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10050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70375E-C84F-51B8-0C4E-04452B563E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BD277F-70AA-FCDD-C513-3E33271587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41F05BF-7ABA-5CD3-66C0-C67671076B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D67D8E-8D59-A16B-291C-7C9AB61065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64728-032D-442D-B24D-0B713EC6BD53}" type="datetimeFigureOut">
              <a:rPr lang="en-US" smtClean="0"/>
              <a:t>1/28/2025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E2E1F1-1E77-6961-A979-04F34B7187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6F954D-1D11-36DE-0B7D-02874BCDA2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5B913-DAED-467D-AF29-B6E867B277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30666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C93C40-A6CB-B05E-5C23-FBF3D14527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0DBAA89-BFBB-7CA1-8B6C-10A88902873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637166-67F3-414A-B1B5-E5234188C0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0C20F9-55A5-CDC2-187D-8F73675499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64728-032D-442D-B24D-0B713EC6BD53}" type="datetimeFigureOut">
              <a:rPr lang="en-US" smtClean="0"/>
              <a:t>1/28/2025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761656-72C7-39BB-F0B4-0EF491FEB0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D88C9B-B95F-7118-1606-31AEF7F8B1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5B913-DAED-467D-AF29-B6E867B277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90003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3BB4F5-EC35-5487-B8DD-400DDD468C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C6C8FE5-1089-7DB7-D2A9-D40A9B7AE0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2F2DC2-5A6D-0EB6-EAA5-27CE09947D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64728-032D-442D-B24D-0B713EC6BD53}" type="datetimeFigureOut">
              <a:rPr lang="en-US" smtClean="0"/>
              <a:t>1/28/2025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869B0F-A1EE-DA13-FD36-340EC5854F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F8E7C1-F8C7-2808-5133-04F63F7752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5B913-DAED-467D-AF29-B6E867B277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43521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392DCD6-1002-A57A-5B69-69A622A09A9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4293054-5CA7-716D-56AA-982D3BD0F1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CDAFA4-2400-F5C4-3902-55157B46BE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64728-032D-442D-B24D-0B713EC6BD53}" type="datetimeFigureOut">
              <a:rPr lang="en-US" smtClean="0"/>
              <a:t>1/28/2025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6A3C16-C740-230D-D4B5-DD567F9A22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C75542-2A4C-3A8C-3076-076F7F1D14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5B913-DAED-467D-AF29-B6E867B277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12072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EDC8FA-9CD0-CC7C-C95E-028E3D4F78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4DEF55-2160-031C-A3C7-AB853DD649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EE6B69-8C41-C5DA-C63C-919FB3E9CF9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3864728-032D-442D-B24D-0B713EC6BD53}" type="datetimeFigureOut">
              <a:rPr lang="en-US" smtClean="0"/>
              <a:t>1/28/2025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19CE61-0372-E227-616C-159AF33D37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436220-7D3F-9B12-7E07-7F72195E23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DB5B913-DAED-467D-AF29-B6E867B277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96527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cartoon of a child with different names">
            <a:extLst>
              <a:ext uri="{FF2B5EF4-FFF2-40B4-BE49-F238E27FC236}">
                <a16:creationId xmlns:a16="http://schemas.microsoft.com/office/drawing/2014/main" id="{C9F4B583-950B-0A20-4E0C-1C4C7D56F6A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9580" y="81023"/>
            <a:ext cx="5949387" cy="6596371"/>
          </a:xfrm>
        </p:spPr>
      </p:pic>
    </p:spTree>
    <p:extLst>
      <p:ext uri="{BB962C8B-B14F-4D97-AF65-F5344CB8AC3E}">
        <p14:creationId xmlns:p14="http://schemas.microsoft.com/office/powerpoint/2010/main" val="39805712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1CE78E-4601-094A-96E1-A6FAE08BFF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 fontScale="92500" lnSpcReduction="20000"/>
          </a:bodyPr>
          <a:lstStyle/>
          <a:p>
            <a:r>
              <a:rPr lang="en-IN" b="1" u="sng" dirty="0" err="1">
                <a:highlight>
                  <a:srgbClr val="FFFF00"/>
                </a:highlight>
              </a:rPr>
              <a:t>Hiraagana</a:t>
            </a:r>
            <a:r>
              <a:rPr lang="en-IN" b="1" dirty="0"/>
              <a:t>				</a:t>
            </a:r>
            <a:r>
              <a:rPr lang="en-IN" b="1" u="sng" dirty="0">
                <a:highlight>
                  <a:srgbClr val="FFFF00"/>
                </a:highlight>
              </a:rPr>
              <a:t>Romaji</a:t>
            </a:r>
            <a:r>
              <a:rPr lang="en-IN" b="1" dirty="0"/>
              <a:t>					</a:t>
            </a:r>
            <a:r>
              <a:rPr lang="en-IN" b="1" u="sng" dirty="0">
                <a:highlight>
                  <a:srgbClr val="FFFF00"/>
                </a:highlight>
              </a:rPr>
              <a:t>English</a:t>
            </a:r>
          </a:p>
          <a:p>
            <a:pPr marL="514350" indent="-514350">
              <a:buFont typeface="+mj-lt"/>
              <a:buAutoNum type="arabicPeriod"/>
            </a:pPr>
            <a:r>
              <a:rPr lang="ja-JP" altLang="en-US" dirty="0"/>
              <a:t>からだ</a:t>
            </a:r>
            <a:r>
              <a:rPr lang="en-US" altLang="ja-JP" dirty="0"/>
              <a:t>				</a:t>
            </a:r>
            <a:r>
              <a:rPr lang="en-US" altLang="ja-JP" dirty="0" err="1"/>
              <a:t>Karada</a:t>
            </a:r>
            <a:r>
              <a:rPr lang="en-US" altLang="ja-JP" dirty="0"/>
              <a:t>				   	Body, health</a:t>
            </a:r>
          </a:p>
          <a:p>
            <a:pPr marL="514350" indent="-514350">
              <a:buFont typeface="+mj-lt"/>
              <a:buAutoNum type="arabicPeriod"/>
            </a:pPr>
            <a:r>
              <a:rPr lang="ja-JP" altLang="en-US" dirty="0"/>
              <a:t>あたま</a:t>
            </a:r>
            <a:r>
              <a:rPr lang="en-US" altLang="ja-JP" dirty="0"/>
              <a:t>				</a:t>
            </a:r>
            <a:r>
              <a:rPr lang="en-US" altLang="ja-JP" dirty="0" err="1"/>
              <a:t>Aatama</a:t>
            </a:r>
            <a:r>
              <a:rPr lang="en-US" altLang="ja-JP" dirty="0"/>
              <a:t>					Head, brain</a:t>
            </a:r>
          </a:p>
          <a:p>
            <a:pPr marL="514350" indent="-514350">
              <a:buFont typeface="+mj-lt"/>
              <a:buAutoNum type="arabicPeriod"/>
            </a:pPr>
            <a:r>
              <a:rPr lang="ja-JP" altLang="en-US" dirty="0"/>
              <a:t>かみ</a:t>
            </a:r>
            <a:r>
              <a:rPr lang="en-US" altLang="ja-JP" dirty="0"/>
              <a:t>				</a:t>
            </a:r>
            <a:r>
              <a:rPr lang="en-US" altLang="ja-JP" dirty="0" err="1"/>
              <a:t>Kaami</a:t>
            </a:r>
            <a:r>
              <a:rPr lang="en-US" altLang="ja-JP" dirty="0"/>
              <a:t>						Hair</a:t>
            </a:r>
          </a:p>
          <a:p>
            <a:pPr marL="514350" indent="-514350">
              <a:buFont typeface="+mj-lt"/>
              <a:buAutoNum type="arabicPeriod"/>
            </a:pPr>
            <a:r>
              <a:rPr lang="ja-JP" altLang="en-US" dirty="0"/>
              <a:t>かお</a:t>
            </a:r>
            <a:r>
              <a:rPr lang="en-US" altLang="ja-JP" dirty="0"/>
              <a:t>				</a:t>
            </a:r>
            <a:r>
              <a:rPr lang="en-US" altLang="ja-JP" dirty="0" err="1"/>
              <a:t>Kaao</a:t>
            </a:r>
            <a:r>
              <a:rPr lang="en-US" altLang="ja-JP" dirty="0"/>
              <a:t>						Face</a:t>
            </a:r>
          </a:p>
          <a:p>
            <a:pPr marL="514350" indent="-514350">
              <a:buFont typeface="+mj-lt"/>
              <a:buAutoNum type="arabicPeriod"/>
            </a:pPr>
            <a:r>
              <a:rPr lang="ja-JP" altLang="en-US" dirty="0"/>
              <a:t>め</a:t>
            </a:r>
            <a:r>
              <a:rPr lang="en-US" altLang="ja-JP" dirty="0"/>
              <a:t>					Mei						Eye</a:t>
            </a:r>
          </a:p>
          <a:p>
            <a:pPr marL="514350" indent="-514350">
              <a:buFont typeface="+mj-lt"/>
              <a:buAutoNum type="arabicPeriod"/>
            </a:pPr>
            <a:r>
              <a:rPr lang="ja-JP" altLang="en-US" dirty="0"/>
              <a:t>みみ</a:t>
            </a:r>
            <a:r>
              <a:rPr lang="en-US" altLang="ja-JP" dirty="0"/>
              <a:t>				Mimi						Ear</a:t>
            </a:r>
          </a:p>
          <a:p>
            <a:pPr marL="514350" indent="-514350">
              <a:buFont typeface="+mj-lt"/>
              <a:buAutoNum type="arabicPeriod"/>
            </a:pPr>
            <a:r>
              <a:rPr lang="ja-JP" altLang="en-US" dirty="0"/>
              <a:t>はな</a:t>
            </a:r>
            <a:r>
              <a:rPr lang="en-US" altLang="ja-JP" dirty="0"/>
              <a:t>				</a:t>
            </a:r>
            <a:r>
              <a:rPr lang="en-US" altLang="ja-JP" dirty="0" err="1"/>
              <a:t>Haana</a:t>
            </a:r>
            <a:r>
              <a:rPr lang="en-US" altLang="ja-JP" dirty="0"/>
              <a:t>					Nose</a:t>
            </a:r>
          </a:p>
          <a:p>
            <a:pPr marL="514350" indent="-514350">
              <a:buFont typeface="+mj-lt"/>
              <a:buAutoNum type="arabicPeriod"/>
            </a:pPr>
            <a:r>
              <a:rPr lang="ja-JP" altLang="en-US" dirty="0"/>
              <a:t>くち</a:t>
            </a:r>
            <a:r>
              <a:rPr lang="en-US" altLang="ja-JP" dirty="0"/>
              <a:t>				</a:t>
            </a:r>
            <a:r>
              <a:rPr lang="en-US" altLang="ja-JP" dirty="0" err="1"/>
              <a:t>Kuchi</a:t>
            </a:r>
            <a:r>
              <a:rPr lang="en-US" altLang="ja-JP" dirty="0"/>
              <a:t>						Mouth</a:t>
            </a:r>
          </a:p>
          <a:p>
            <a:pPr marL="514350" indent="-514350">
              <a:buFont typeface="+mj-lt"/>
              <a:buAutoNum type="arabicPeriod"/>
            </a:pPr>
            <a:r>
              <a:rPr lang="ja-JP" altLang="en-US" dirty="0"/>
              <a:t>は</a:t>
            </a:r>
            <a:r>
              <a:rPr lang="en-US" altLang="ja-JP" dirty="0"/>
              <a:t>					</a:t>
            </a:r>
            <a:r>
              <a:rPr lang="en-US" altLang="ja-JP" dirty="0" err="1"/>
              <a:t>Haa</a:t>
            </a:r>
            <a:r>
              <a:rPr lang="en-US" altLang="ja-JP" dirty="0"/>
              <a:t>						Teeth, tooth</a:t>
            </a:r>
          </a:p>
          <a:p>
            <a:pPr marL="514350" indent="-514350">
              <a:buFont typeface="+mj-lt"/>
              <a:buAutoNum type="arabicPeriod"/>
            </a:pPr>
            <a:r>
              <a:rPr lang="ja-JP" altLang="en-US" dirty="0"/>
              <a:t>おなか</a:t>
            </a:r>
            <a:r>
              <a:rPr lang="en-US" altLang="ja-JP" dirty="0"/>
              <a:t>				</a:t>
            </a:r>
            <a:r>
              <a:rPr lang="en-US" altLang="ja-JP" dirty="0" err="1"/>
              <a:t>Onaaka</a:t>
            </a:r>
            <a:r>
              <a:rPr lang="en-US" altLang="ja-JP" dirty="0"/>
              <a:t>					Stomach</a:t>
            </a:r>
          </a:p>
          <a:p>
            <a:pPr marL="514350" indent="-514350">
              <a:buFont typeface="+mj-lt"/>
              <a:buAutoNum type="arabicPeriod"/>
            </a:pPr>
            <a:r>
              <a:rPr lang="ja-JP" altLang="en-US" dirty="0"/>
              <a:t>あし</a:t>
            </a:r>
            <a:r>
              <a:rPr lang="en-US" altLang="ja-JP" dirty="0"/>
              <a:t>				Aashi						Leg</a:t>
            </a:r>
          </a:p>
          <a:p>
            <a:pPr marL="514350" indent="-514350">
              <a:buFont typeface="+mj-lt"/>
              <a:buAutoNum type="arabicPeriod"/>
            </a:pPr>
            <a:r>
              <a:rPr lang="ja-JP" altLang="en-US" dirty="0"/>
              <a:t>せ</a:t>
            </a:r>
            <a:r>
              <a:rPr lang="en-US" altLang="ja-JP" dirty="0"/>
              <a:t>					Se						Hight</a:t>
            </a:r>
            <a:r>
              <a:rPr lang="ja-JP" altLang="en-US" dirty="0"/>
              <a:t> </a:t>
            </a:r>
            <a:r>
              <a:rPr lang="en-US" altLang="ja-JP" dirty="0"/>
              <a:t>(body)</a:t>
            </a:r>
          </a:p>
          <a:p>
            <a:pPr marL="514350" indent="-514350">
              <a:buFont typeface="+mj-lt"/>
              <a:buAutoNum type="arabicPeriod"/>
            </a:pPr>
            <a:r>
              <a:rPr lang="ja-JP" altLang="en-US" dirty="0"/>
              <a:t>ひくい</a:t>
            </a:r>
            <a:r>
              <a:rPr lang="en-US" altLang="ja-JP" dirty="0"/>
              <a:t>				</a:t>
            </a:r>
            <a:r>
              <a:rPr lang="en-US" altLang="ja-JP" dirty="0" err="1"/>
              <a:t>Hikui</a:t>
            </a:r>
            <a:r>
              <a:rPr lang="en-US" altLang="ja-JP" dirty="0"/>
              <a:t>						Short(Hight)</a:t>
            </a:r>
          </a:p>
          <a:p>
            <a:pPr marL="514350" indent="-514350">
              <a:buFont typeface="+mj-lt"/>
              <a:buAutoNum type="arabicPeriod"/>
            </a:pPr>
            <a:r>
              <a:rPr lang="ja-JP" altLang="en-US" dirty="0"/>
              <a:t>たかい</a:t>
            </a:r>
            <a:r>
              <a:rPr lang="en-US" altLang="ja-JP" dirty="0"/>
              <a:t>				</a:t>
            </a:r>
            <a:r>
              <a:rPr lang="en-US" altLang="ja-JP" dirty="0" err="1"/>
              <a:t>Taakai</a:t>
            </a:r>
            <a:r>
              <a:rPr lang="en-US" altLang="ja-JP" dirty="0"/>
              <a:t>						Tall</a:t>
            </a:r>
            <a:r>
              <a:rPr lang="ja-JP" altLang="en-US" dirty="0"/>
              <a:t> </a:t>
            </a:r>
            <a:r>
              <a:rPr lang="en-US" altLang="ja-JP" dirty="0"/>
              <a:t>(Hight)</a:t>
            </a:r>
          </a:p>
          <a:p>
            <a:pPr marL="514350" indent="-514350">
              <a:buFont typeface="+mj-lt"/>
              <a:buAutoNum type="arabicPeriod"/>
            </a:pPr>
            <a:r>
              <a:rPr lang="ja-JP" altLang="en-US" dirty="0"/>
              <a:t>てい</a:t>
            </a:r>
            <a:r>
              <a:rPr lang="en-US" altLang="ja-JP" dirty="0"/>
              <a:t>				</a:t>
            </a:r>
            <a:r>
              <a:rPr lang="en-US" altLang="ja-JP" dirty="0" err="1"/>
              <a:t>Tei</a:t>
            </a:r>
            <a:r>
              <a:rPr lang="en-US" altLang="ja-JP" dirty="0"/>
              <a:t>						Hand					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66937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D6B46D8-03E7-3C51-81F6-FB33C2E036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3458" y="335665"/>
            <a:ext cx="10054542" cy="6123007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en-IN" b="1" u="sng" dirty="0">
                <a:highlight>
                  <a:srgbClr val="FFFF00"/>
                </a:highlight>
              </a:rPr>
              <a:t>Hiragana</a:t>
            </a:r>
            <a:r>
              <a:rPr lang="en-IN" b="1" dirty="0"/>
              <a:t>				</a:t>
            </a:r>
            <a:r>
              <a:rPr lang="en-IN" b="1" dirty="0">
                <a:highlight>
                  <a:srgbClr val="FFFF00"/>
                </a:highlight>
              </a:rPr>
              <a:t>Romaji	</a:t>
            </a:r>
            <a:r>
              <a:rPr lang="en-IN" b="1" dirty="0"/>
              <a:t>			</a:t>
            </a:r>
            <a:r>
              <a:rPr lang="en-IN" b="1" dirty="0">
                <a:highlight>
                  <a:srgbClr val="FFFF00"/>
                </a:highlight>
              </a:rPr>
              <a:t>English</a:t>
            </a:r>
            <a:endParaRPr lang="en-US" altLang="ja-JP" b="1" dirty="0"/>
          </a:p>
          <a:p>
            <a:pPr marL="457200" indent="-457200" algn="l">
              <a:buFont typeface="+mj-lt"/>
              <a:buAutoNum type="arabicPeriod"/>
            </a:pPr>
            <a:r>
              <a:rPr lang="ja-JP" altLang="en-US" b="1" dirty="0"/>
              <a:t>ひたい</a:t>
            </a:r>
            <a:r>
              <a:rPr lang="en-US" altLang="ja-JP" b="1" dirty="0"/>
              <a:t>				</a:t>
            </a:r>
            <a:r>
              <a:rPr lang="en-US" altLang="ja-JP" b="1" dirty="0" err="1"/>
              <a:t>Hitaai</a:t>
            </a:r>
            <a:r>
              <a:rPr lang="en-US" altLang="ja-JP" b="1" dirty="0"/>
              <a:t>				Forehead</a:t>
            </a:r>
          </a:p>
          <a:p>
            <a:pPr marL="457200" indent="-457200" algn="l">
              <a:buFont typeface="+mj-lt"/>
              <a:buAutoNum type="arabicPeriod"/>
            </a:pPr>
            <a:r>
              <a:rPr lang="ja-JP" altLang="en-US" b="1" dirty="0"/>
              <a:t>まゆ</a:t>
            </a:r>
            <a:r>
              <a:rPr lang="en-US" altLang="ja-JP" b="1" dirty="0"/>
              <a:t>				</a:t>
            </a:r>
            <a:r>
              <a:rPr lang="en-US" altLang="ja-JP" b="1" dirty="0" err="1"/>
              <a:t>Maayu</a:t>
            </a:r>
            <a:r>
              <a:rPr lang="en-US" altLang="ja-JP" b="1" dirty="0"/>
              <a:t>				Eyebrow</a:t>
            </a:r>
          </a:p>
          <a:p>
            <a:pPr marL="457200" indent="-457200" algn="l">
              <a:buFont typeface="+mj-lt"/>
              <a:buAutoNum type="arabicPeriod"/>
            </a:pPr>
            <a:r>
              <a:rPr lang="ja-JP" altLang="en-US" b="1" dirty="0"/>
              <a:t>まぶた</a:t>
            </a:r>
            <a:r>
              <a:rPr lang="en-US" altLang="ja-JP" b="1" dirty="0"/>
              <a:t>			                </a:t>
            </a:r>
            <a:r>
              <a:rPr lang="en-US" altLang="ja-JP" b="1" dirty="0" err="1"/>
              <a:t>Maabuta</a:t>
            </a:r>
            <a:r>
              <a:rPr lang="en-US" altLang="ja-JP" b="1" dirty="0"/>
              <a:t>			Eyelid</a:t>
            </a:r>
          </a:p>
          <a:p>
            <a:pPr marL="457200" indent="-457200" algn="l">
              <a:buFont typeface="+mj-lt"/>
              <a:buAutoNum type="arabicPeriod"/>
            </a:pPr>
            <a:r>
              <a:rPr lang="ja-JP" altLang="en-US" b="1" dirty="0"/>
              <a:t>まつげ</a:t>
            </a:r>
            <a:r>
              <a:rPr lang="en-US" altLang="ja-JP" b="1" dirty="0"/>
              <a:t>				</a:t>
            </a:r>
            <a:r>
              <a:rPr lang="ja-JP" altLang="en-US" b="1" dirty="0"/>
              <a:t>Ｍ</a:t>
            </a:r>
            <a:r>
              <a:rPr lang="en-US" altLang="ja-JP" b="1" dirty="0" err="1"/>
              <a:t>atsuge</a:t>
            </a:r>
            <a:r>
              <a:rPr lang="en-US" altLang="ja-JP" b="1" dirty="0"/>
              <a:t>			Eyelash</a:t>
            </a:r>
          </a:p>
          <a:p>
            <a:pPr marL="457200" indent="-457200" algn="l">
              <a:buFont typeface="+mj-lt"/>
              <a:buAutoNum type="arabicPeriod"/>
            </a:pPr>
            <a:r>
              <a:rPr lang="ja-JP" altLang="en-US" b="1" dirty="0"/>
              <a:t>はな</a:t>
            </a:r>
            <a:r>
              <a:rPr lang="en-US" altLang="ja-JP" b="1" dirty="0"/>
              <a:t>				</a:t>
            </a:r>
            <a:r>
              <a:rPr lang="en-US" altLang="ja-JP" b="1" dirty="0" err="1"/>
              <a:t>Haana</a:t>
            </a:r>
            <a:r>
              <a:rPr lang="en-US" altLang="ja-JP" b="1" dirty="0"/>
              <a:t>				Nose</a:t>
            </a:r>
          </a:p>
          <a:p>
            <a:pPr marL="457200" indent="-457200" algn="l">
              <a:buFont typeface="+mj-lt"/>
              <a:buAutoNum type="arabicPeriod"/>
            </a:pPr>
            <a:r>
              <a:rPr lang="ja-JP" altLang="en-US" b="1" dirty="0"/>
              <a:t>した</a:t>
            </a:r>
            <a:r>
              <a:rPr lang="en-US" altLang="ja-JP" b="1" dirty="0"/>
              <a:t>				</a:t>
            </a:r>
            <a:r>
              <a:rPr lang="en-US" altLang="ja-JP" b="1" dirty="0" err="1"/>
              <a:t>Shita</a:t>
            </a:r>
            <a:r>
              <a:rPr lang="en-US" altLang="ja-JP" b="1" dirty="0"/>
              <a:t>				Tongue</a:t>
            </a:r>
          </a:p>
          <a:p>
            <a:pPr marL="457200" indent="-457200" algn="l">
              <a:buFont typeface="+mj-lt"/>
              <a:buAutoNum type="arabicPeriod"/>
            </a:pPr>
            <a:r>
              <a:rPr lang="ja-JP" altLang="en-US" b="1" dirty="0"/>
              <a:t>くちびる</a:t>
            </a:r>
            <a:r>
              <a:rPr lang="en-US" altLang="ja-JP" b="1" dirty="0"/>
              <a:t>				</a:t>
            </a:r>
            <a:r>
              <a:rPr lang="en-US" altLang="ja-JP" b="1" dirty="0" err="1"/>
              <a:t>Kuchibiru</a:t>
            </a:r>
            <a:r>
              <a:rPr lang="en-US" altLang="ja-JP" b="1" dirty="0"/>
              <a:t>			Lips</a:t>
            </a:r>
          </a:p>
          <a:p>
            <a:pPr marL="457200" indent="-457200" algn="l">
              <a:buFont typeface="+mj-lt"/>
              <a:buAutoNum type="arabicPeriod"/>
            </a:pPr>
            <a:r>
              <a:rPr lang="ja-JP" altLang="en-US" b="1" dirty="0"/>
              <a:t>くち</a:t>
            </a:r>
            <a:r>
              <a:rPr lang="en-US" altLang="ja-JP" b="1" dirty="0"/>
              <a:t>				</a:t>
            </a:r>
            <a:r>
              <a:rPr lang="en-US" altLang="ja-JP" b="1" dirty="0" err="1"/>
              <a:t>Kuchi</a:t>
            </a:r>
            <a:r>
              <a:rPr lang="en-US" altLang="ja-JP" b="1" dirty="0"/>
              <a:t>				Mouth</a:t>
            </a:r>
          </a:p>
          <a:p>
            <a:pPr marL="457200" indent="-457200" algn="l">
              <a:buFont typeface="+mj-lt"/>
              <a:buAutoNum type="arabicPeriod"/>
            </a:pPr>
            <a:r>
              <a:rPr lang="ja-JP" altLang="en-US" b="1" dirty="0"/>
              <a:t>あご</a:t>
            </a:r>
            <a:r>
              <a:rPr lang="en-US" altLang="ja-JP" b="1" dirty="0"/>
              <a:t>				</a:t>
            </a:r>
            <a:r>
              <a:rPr lang="en-US" altLang="ja-JP" b="1" dirty="0" err="1"/>
              <a:t>Aago</a:t>
            </a:r>
            <a:r>
              <a:rPr lang="en-US" altLang="ja-JP" b="1" dirty="0"/>
              <a:t>				Chin</a:t>
            </a:r>
          </a:p>
          <a:p>
            <a:pPr marL="457200" indent="-457200" algn="l">
              <a:buFont typeface="+mj-lt"/>
              <a:buAutoNum type="arabicPeriod"/>
            </a:pPr>
            <a:r>
              <a:rPr lang="ja-JP" altLang="en-US" b="1" dirty="0"/>
              <a:t>は</a:t>
            </a:r>
            <a:r>
              <a:rPr lang="en-US" altLang="ja-JP" b="1" dirty="0"/>
              <a:t>					</a:t>
            </a:r>
            <a:r>
              <a:rPr lang="en-US" altLang="ja-JP" b="1" dirty="0" err="1"/>
              <a:t>Haa</a:t>
            </a:r>
            <a:r>
              <a:rPr lang="en-US" altLang="ja-JP" b="1" dirty="0"/>
              <a:t>				Teeth</a:t>
            </a:r>
          </a:p>
          <a:p>
            <a:pPr marL="457200" indent="-457200" algn="l">
              <a:buFont typeface="+mj-lt"/>
              <a:buAutoNum type="arabicPeriod"/>
            </a:pPr>
            <a:r>
              <a:rPr lang="ja-JP" altLang="en-US" b="1" dirty="0"/>
              <a:t>ほお</a:t>
            </a:r>
            <a:r>
              <a:rPr lang="en-US" altLang="ja-JP" b="1" dirty="0"/>
              <a:t>				Ho-o				Cheeks</a:t>
            </a:r>
          </a:p>
          <a:p>
            <a:pPr marL="457200" indent="-457200" algn="l">
              <a:buFont typeface="+mj-lt"/>
              <a:buAutoNum type="arabicPeriod"/>
            </a:pPr>
            <a:r>
              <a:rPr lang="ja-JP" altLang="en-US" b="1" dirty="0"/>
              <a:t>かみ</a:t>
            </a:r>
            <a:r>
              <a:rPr lang="en-US" altLang="ja-JP" b="1" dirty="0"/>
              <a:t>				</a:t>
            </a:r>
            <a:r>
              <a:rPr lang="en-US" altLang="ja-JP" b="1" dirty="0" err="1"/>
              <a:t>Kaami</a:t>
            </a:r>
            <a:r>
              <a:rPr lang="en-US" altLang="ja-JP" b="1" dirty="0"/>
              <a:t>				Hair</a:t>
            </a:r>
          </a:p>
          <a:p>
            <a:pPr marL="457200" indent="-457200" algn="l">
              <a:buFont typeface="+mj-lt"/>
              <a:buAutoNum type="arabicPeriod"/>
            </a:pPr>
            <a:r>
              <a:rPr lang="ja-JP" altLang="en-US" b="1" dirty="0"/>
              <a:t>かみのけい</a:t>
            </a:r>
            <a:r>
              <a:rPr lang="en-US" altLang="ja-JP" b="1" dirty="0"/>
              <a:t>			</a:t>
            </a:r>
            <a:r>
              <a:rPr lang="en-US" altLang="ja-JP" b="1" dirty="0" err="1"/>
              <a:t>Kaami</a:t>
            </a:r>
            <a:r>
              <a:rPr lang="en-US" altLang="ja-JP" b="1" dirty="0"/>
              <a:t>-no-</a:t>
            </a:r>
            <a:r>
              <a:rPr lang="en-US" altLang="ja-JP" b="1" dirty="0" err="1"/>
              <a:t>ke</a:t>
            </a:r>
            <a:r>
              <a:rPr lang="en-US" altLang="ja-JP" b="1" dirty="0"/>
              <a:t>			Hair</a:t>
            </a:r>
            <a:r>
              <a:rPr lang="ja-JP" altLang="en-US" b="1" dirty="0"/>
              <a:t> </a:t>
            </a:r>
            <a:r>
              <a:rPr lang="en-US" altLang="ja-JP" b="1" dirty="0"/>
              <a:t>length</a:t>
            </a:r>
          </a:p>
          <a:p>
            <a:pPr marL="457200" indent="-457200" algn="l">
              <a:buFont typeface="+mj-lt"/>
              <a:buAutoNum type="arabicPeriod"/>
            </a:pPr>
            <a:r>
              <a:rPr lang="ja-JP" altLang="en-US" b="1" dirty="0"/>
              <a:t>かお</a:t>
            </a:r>
            <a:r>
              <a:rPr lang="en-US" altLang="ja-JP" b="1" dirty="0"/>
              <a:t>				</a:t>
            </a:r>
            <a:r>
              <a:rPr lang="en-US" altLang="ja-JP" b="1" dirty="0" err="1"/>
              <a:t>Kaao</a:t>
            </a:r>
            <a:r>
              <a:rPr lang="en-US" altLang="ja-JP" b="1" dirty="0"/>
              <a:t>				Face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93635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428</Words>
  <Application>Microsoft Office PowerPoint</Application>
  <PresentationFormat>Widescreen</PresentationFormat>
  <Paragraphs>31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Irfan mohammed</dc:creator>
  <cp:lastModifiedBy>Irfan mohammed</cp:lastModifiedBy>
  <cp:revision>3</cp:revision>
  <dcterms:created xsi:type="dcterms:W3CDTF">2025-01-28T05:36:20Z</dcterms:created>
  <dcterms:modified xsi:type="dcterms:W3CDTF">2025-01-28T05:58:38Z</dcterms:modified>
</cp:coreProperties>
</file>