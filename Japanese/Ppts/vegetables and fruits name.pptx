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7E6F-0DCC-EAFA-1D74-D4BC7619D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B0FA1-C7A3-D6A8-B7DE-E15DD86AA9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10A0F-4ABC-AFF7-06B1-624C037F1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3DB1-E51F-4148-9E60-AAB44FFC5B5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EE85A-2CBE-F9B6-BD1E-00F3853A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CBE37-275E-FDB9-B64C-8B65149D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C58C2-9662-4DC1-8525-93A3A1506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4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DC4BE-1F56-1F1F-4340-DB7C6E1E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54440-1CE9-B5CF-BEF7-A21AF7D5E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C0EA5-24EA-2BA7-62CE-BFAB49832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3DB1-E51F-4148-9E60-AAB44FFC5B5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6C1CC-1EC6-571E-5280-F2FF8B83D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FBD2C-C5EA-39F0-9F5C-AC8B8B94E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C58C2-9662-4DC1-8525-93A3A1506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5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18C06-2445-9576-9582-E43A70D63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B2A1D-ECD9-4142-795F-112E4CD4C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952D7-EBC2-2FE4-A52B-075B1BC1F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3DB1-E51F-4148-9E60-AAB44FFC5B5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8AF22-E129-1F19-EE06-FEBD6DC89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1FE8D-C7D3-DB0F-1D68-7B07DA59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C58C2-9662-4DC1-8525-93A3A1506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07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B6C98-36BC-5365-AD07-3E04EA62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EA59F-1C1A-0CED-FEC4-1159794854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808BD-DE85-5B0A-78B4-8A25D1347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0D60F-77EF-12F3-1D1F-457E1667D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3DB1-E51F-4148-9E60-AAB44FFC5B5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40F1F-8910-5BE8-B051-2D1DEFF9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02FBB-6DDE-E903-1E5F-EE562156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C58C2-9662-4DC1-8525-93A3A1506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7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6C75-6D8F-1773-80B1-15A47206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64119-175B-198B-C001-4F58DF034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8687C-E307-43B7-BBAF-CF6FDDCAB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32CD5-E63A-5F1A-C4BC-21A440D5A6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173C9D-BAA7-FAD1-6932-2C132486C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42B26D-F74C-00A8-D67D-252E04A3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3DB1-E51F-4148-9E60-AAB44FFC5B5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814B71-C0A7-3233-3B64-A26EA823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42D0B-2C29-D857-13AA-3FF96003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C58C2-9662-4DC1-8525-93A3A1506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86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1B567-5AF0-9126-2B7F-E9900F1AF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BA9FD-35F2-3DDD-418C-40B640262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3DB1-E51F-4148-9E60-AAB44FFC5B5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1D594-DBBC-B7DF-9F2F-1CEC3D90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C171E-86C2-91F3-6B9E-A80C6EFD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C58C2-9662-4DC1-8525-93A3A1506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4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216827-A507-871D-0F0D-5A2A7EA31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3DB1-E51F-4148-9E60-AAB44FFC5B5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750D98-B6F8-DB73-6849-EF3ECA7B4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CA661-A42C-7584-7FBF-C343F598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C58C2-9662-4DC1-8525-93A3A1506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14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CADE-3A08-2246-EFB5-17366E859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D2173-22ED-B60F-3FEC-0C370568F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BC26E-04A1-E598-67A7-382FCFA23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1AE49-66A3-7060-9134-90C48C6B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3DB1-E51F-4148-9E60-AAB44FFC5B5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04040-2BB8-4AEA-57A7-70D43671E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FC50E-64C1-47D0-FC6F-E213BEC1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C58C2-9662-4DC1-8525-93A3A1506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8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8830-C872-258A-2130-ADBB78D80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796781-540C-4B32-6506-EE4B5D014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1A45F-01E8-B67E-E3FE-E5F4D5A4C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A98A3-F947-5DB2-62AF-C3540350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3DB1-E51F-4148-9E60-AAB44FFC5B5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36179-AA67-0215-8C86-907FD8A8F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CBA5B-6BF4-5E85-DAB9-B0FD676D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C58C2-9662-4DC1-8525-93A3A1506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3343-692A-FC4C-7B32-C7C5DFE4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31477-D7FB-09B8-651A-0FF90F475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25635-36D3-20C6-0A4B-B59A579B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3DB1-E51F-4148-9E60-AAB44FFC5B5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911AE-EE4D-3073-D3BC-8B98477D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F5CC-03D1-D499-5564-6259DC7F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C58C2-9662-4DC1-8525-93A3A1506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5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94C05D-1849-B4A2-BB66-EEE5416BE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115E1-C4E3-8AED-2893-03A42441E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D7EE6-0C38-7AD5-1C88-44553AFFB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3DB1-E51F-4148-9E60-AAB44FFC5B5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CF2BF-D398-6993-B7C4-C4C28972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C01E9-B0B3-E08C-0501-927D0626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C58C2-9662-4DC1-8525-93A3A1506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2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F02B3C-F51B-7070-E3CC-4510C1A28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A33F8-A865-9E8B-10B6-71B86182C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61CAD-959E-F465-410D-BE535C857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733DB1-E51F-4148-9E60-AAB44FFC5B5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B6FBD-47AB-F63B-0930-2804465D5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D5B1B-937F-8242-26E0-00C157138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C58C2-9662-4DC1-8525-93A3A1506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3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B02A8-1F31-BD37-8F29-FBA95A1EB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938468"/>
          </a:xfrm>
        </p:spPr>
        <p:txBody>
          <a:bodyPr>
            <a:normAutofit fontScale="90000"/>
          </a:bodyPr>
          <a:lstStyle/>
          <a:p>
            <a:pPr marL="285750" indent="-285750" algn="l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				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Yasai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(Vegetables)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1.kyūri — cucumber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2.tomato — tomato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3.nasu — eggplant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4.mame — beans, peas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5.kyabetsu — cabbage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6.negi — Welsh onion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7.hakusai — Chinese cabbage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8.hōrensō — spinach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9.retasu — lettuce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10.jagaimo — potato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11.daikon — Japanese radish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12.tamanegi — onion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13.ninjin — carrot</a:t>
            </a:r>
            <a:b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75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5C546EF-3C49-D6C2-527B-E4A4B29A0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6862"/>
            <a:ext cx="10515600" cy="5790101"/>
          </a:xfrm>
        </p:spPr>
        <p:txBody>
          <a:bodyPr>
            <a:normAutofit/>
          </a:bodyPr>
          <a:lstStyle/>
          <a:p>
            <a:pPr lvl="8">
              <a:lnSpc>
                <a:spcPct val="115000"/>
              </a:lnSpc>
              <a:spcAft>
                <a:spcPts val="1000"/>
              </a:spcAft>
            </a:pPr>
            <a:r>
              <a:rPr lang="en-US" sz="24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Kudamono</a:t>
            </a:r>
            <a:r>
              <a:rPr lang="en-US" sz="24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kern="10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(Fruits</a:t>
            </a:r>
            <a:endParaRPr lang="en-US" sz="800" kern="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ichigo</a:t>
            </a: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strawberry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momo</a:t>
            </a: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peach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suika</a:t>
            </a: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watermelon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budō</a:t>
            </a: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grape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nashi — Japanese pear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kaki — persimmon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mikan — mandarin orange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ringo</a:t>
            </a: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apple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banana — banana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111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Symbol</vt:lpstr>
      <vt:lpstr>Office Theme</vt:lpstr>
      <vt:lpstr>    Yasai (Vegetables) 1.kyūri — cucumber 2.tomato — tomato 3.nasu — eggplant 4.mame — beans, peas 5.kyabetsu — cabbage 6.negi — Welsh onion 7.hakusai — Chinese cabbage 8.hōrensō — spinach 9.retasu — lettuce 10.jagaimo — potato 11.daikon — Japanese radish 12.tamanegi — onion 13.ninjin — carrot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Irfan mohammed</dc:creator>
  <cp:lastModifiedBy>Irfan mohammed</cp:lastModifiedBy>
  <cp:revision>1</cp:revision>
  <dcterms:created xsi:type="dcterms:W3CDTF">2025-04-24T08:26:40Z</dcterms:created>
  <dcterms:modified xsi:type="dcterms:W3CDTF">2025-04-24T08:26:41Z</dcterms:modified>
</cp:coreProperties>
</file>