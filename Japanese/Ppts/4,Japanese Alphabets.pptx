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DA97-4D08-2BAD-8ED5-BB221084A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DED51-2037-9A10-848F-44E819685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B10F4E-00C6-3931-21A3-086375F40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E49FB-C941-9A9F-BAD5-75E5F672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9FBF4-9535-4CCF-EBE6-F0D32102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0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85CA-23FD-32D7-7583-FBF03A59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D517B-0C92-5C8E-F552-563A10252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4EA6F-1D91-FA85-AD9F-8A3F4117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CC01D-1D50-0A4B-D788-17BDCEAD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6A4A7-128B-529B-B311-40BF21AF8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51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6DF6B-48D8-C484-78EA-32FFF617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634D1-0F14-E22E-5B0A-AEC625695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87D00-8E39-18DC-C1C3-4F080A97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EDC29-DD48-E847-8BEA-276C93FCF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47DBC-AFAE-32F7-2521-505DF883D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89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158EC-7645-0557-B4BA-49EFFF254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B32C5-0C08-AF3C-A2B2-79A12A3C96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A8862-FAD9-983B-C18A-DCDFD1DB3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F020A-6929-5A26-13D4-22546F72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AA51F-6F70-79F8-C7B3-4A828B691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BAF57-4936-289E-3269-633BA15F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0C2F-4AA1-1371-56BC-D10AA0A8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B05B8-561C-A5E1-26F3-A34E043B0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10BD2-383E-3649-DD70-0251E8AB2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12AD6-E97F-FA6B-A1FE-10BFC323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C7C34-5C5C-051C-8B2E-BDE1F286D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07836-66A7-8297-92F3-2B95CB39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F11B4-9872-4B89-DF02-8661CE57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05DB8D-D80B-DCE3-66EC-75BB6C28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34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BB4F-A1C6-553B-075A-6C9B55504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18029-AA9F-B063-5943-CFE711C56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BF158-07F5-4E42-44AB-ED12E8299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A3A6A-651C-1C6D-4BC7-183F927D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40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2BEBD-76FB-28CB-9DF5-73F76977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D13BE-C62F-BBDF-55A1-2BB1E2721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60202-D9ED-9E1D-C241-22FED2A60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29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9E96-F09B-056F-CD28-0745AB54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8A987-2CCD-2AC5-2792-E2A8E2A71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C6D58-BF4A-0BC2-3FE3-D779801D8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AA79B-CFBB-2C53-827B-17840F9A9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E733D-3B51-0623-56E6-9DD84BCE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86D7B-1F85-4DE1-79D1-F223C131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0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92348-63BC-7061-6D21-E6BED3896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8699B-6823-2124-1DD3-E7B3AAA87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9AEF3-9C75-D674-42F3-6A39E0CD6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48E0E-CC15-7DCF-2208-021DED07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E20F4-9D80-4DC8-DD3C-E78B890D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8C123-402B-A502-E033-CC8E628E5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47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7FAA-D407-1689-0E56-7E389D37C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E8901-5F02-103E-A367-FB23535B8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6E52-E4B9-D87A-5F3F-A79B24AA4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F6911-A540-8C74-1B6B-E6FAE0328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92728-E94B-5953-FCC2-E1D35F30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3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3AE78-D8E5-2002-2EA7-3FD35CB5D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DA4BB-5C37-C8A8-9E5D-2F34E2EB1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418E7-F77D-4C36-84C9-D5F232A80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3FCE4-7D5A-60E4-2E9C-1CD52B399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2BD28-B9F2-FD97-F655-FA4308216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D55625-A52A-7128-1C7C-2C02F882D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3F323-B0CB-04DE-20C4-CE307888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03DA9-FB97-C91E-C322-1E971DF82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165B2-4D0A-4958-9DE9-AD0F12805B09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5FC2E-F643-2172-9C6C-807DEB20B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FF416-68CE-926D-CF65-12886AEFD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CFB06-7CA7-46BD-9C40-53BE02726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1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5AC7-1FA0-52EF-00D9-CE8B581A3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330" y="248452"/>
            <a:ext cx="9144000" cy="781851"/>
          </a:xfrm>
        </p:spPr>
        <p:txBody>
          <a:bodyPr>
            <a:normAutofit/>
          </a:bodyPr>
          <a:lstStyle/>
          <a:p>
            <a:r>
              <a:rPr lang="en-US" sz="3600" b="1" u="sng" dirty="0"/>
              <a:t>Japanese Alphabe</a:t>
            </a:r>
            <a:r>
              <a:rPr lang="en-US" sz="3600" u="sng" dirty="0"/>
              <a:t>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39D93-F9E5-9480-08A7-5A6C26346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131215"/>
            <a:ext cx="9144000" cy="6381947"/>
          </a:xfrm>
        </p:spPr>
        <p:txBody>
          <a:bodyPr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In Japanese has three writing system</a:t>
            </a:r>
          </a:p>
          <a:p>
            <a:r>
              <a:rPr lang="en-US" sz="2000" b="1" dirty="0"/>
              <a:t>1- Hiragana</a:t>
            </a:r>
          </a:p>
          <a:p>
            <a:r>
              <a:rPr lang="en-US" sz="2000" b="1" dirty="0"/>
              <a:t>2-Katakana</a:t>
            </a:r>
          </a:p>
          <a:p>
            <a:r>
              <a:rPr lang="en-US" sz="2000" b="1" dirty="0"/>
              <a:t>3- Kanji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b="1" u="sng" dirty="0"/>
              <a:t>Hiragana-</a:t>
            </a:r>
            <a:r>
              <a:rPr lang="en-US" dirty="0"/>
              <a:t> this alphabet use for Japanese words for example : Japanese people’s name ,  Japan cities name, Japanese MNC’s etc. </a:t>
            </a:r>
            <a:r>
              <a:rPr lang="en-US" b="1" dirty="0"/>
              <a:t>in hiragana has 46 alphabets.</a:t>
            </a:r>
          </a:p>
          <a:p>
            <a:pPr algn="l"/>
            <a:r>
              <a:rPr lang="en-US" dirty="0"/>
              <a:t>Some example of hiragana words looks like - </a:t>
            </a:r>
            <a:r>
              <a:rPr lang="ja-JP" altLang="en-US" b="1" u="sng" dirty="0"/>
              <a:t>あ </a:t>
            </a:r>
            <a:r>
              <a:rPr lang="en-US" altLang="ja-JP" b="1" u="sng" dirty="0"/>
              <a:t>(Aa),</a:t>
            </a:r>
            <a:r>
              <a:rPr lang="ja-JP" altLang="en-US" b="1" u="sng" dirty="0"/>
              <a:t>い</a:t>
            </a:r>
            <a:r>
              <a:rPr lang="en-US" altLang="ja-JP" b="1" u="sng" dirty="0"/>
              <a:t>(e),</a:t>
            </a:r>
            <a:r>
              <a:rPr lang="ja-JP" altLang="en-US" b="1" u="sng" dirty="0"/>
              <a:t>う</a:t>
            </a:r>
            <a:r>
              <a:rPr lang="en-US" altLang="ja-JP" b="1" u="sng" dirty="0"/>
              <a:t>(u),</a:t>
            </a:r>
            <a:r>
              <a:rPr lang="ja-JP" altLang="en-US" b="1" u="sng" dirty="0"/>
              <a:t>え</a:t>
            </a:r>
            <a:r>
              <a:rPr lang="en-US" altLang="ja-JP" b="1" u="sng" dirty="0"/>
              <a:t>(ae), </a:t>
            </a:r>
            <a:r>
              <a:rPr lang="ja-JP" altLang="en-US" b="1" u="sng" dirty="0"/>
              <a:t>お </a:t>
            </a:r>
            <a:r>
              <a:rPr lang="en-US" altLang="ja-JP" b="1" u="sng" dirty="0"/>
              <a:t>(O).</a:t>
            </a:r>
            <a:endParaRPr lang="en-US" b="1" u="sng" dirty="0"/>
          </a:p>
          <a:p>
            <a:pPr algn="l"/>
            <a:r>
              <a:rPr lang="en-US" b="1" dirty="0"/>
              <a:t>2.   </a:t>
            </a:r>
            <a:r>
              <a:rPr lang="en-US" b="1" u="sng" dirty="0"/>
              <a:t>Katakana – </a:t>
            </a:r>
            <a:r>
              <a:rPr lang="en-US" dirty="0"/>
              <a:t>In Japanese has some words adopted from other languages, so this type of words is  written in katakana. For example: Non-Japanese native’s name, other language words, other countries name etc.</a:t>
            </a:r>
            <a:r>
              <a:rPr lang="en-US" b="1" dirty="0"/>
              <a:t> in katakana has 46 alphabets.</a:t>
            </a:r>
          </a:p>
          <a:p>
            <a:pPr algn="l"/>
            <a:r>
              <a:rPr lang="en-US" b="1" dirty="0"/>
              <a:t>Example of katakana- </a:t>
            </a:r>
            <a:r>
              <a:rPr lang="ja-JP" altLang="en-US" b="1" u="sng" dirty="0"/>
              <a:t>ア </a:t>
            </a:r>
            <a:r>
              <a:rPr lang="en-US" altLang="ja-JP" b="1" u="sng" dirty="0"/>
              <a:t>(Aa), </a:t>
            </a:r>
            <a:r>
              <a:rPr lang="ja-JP" altLang="en-US" b="1" u="sng" dirty="0"/>
              <a:t>イ</a:t>
            </a:r>
            <a:r>
              <a:rPr lang="en-US" altLang="ja-JP" b="1" u="sng" dirty="0"/>
              <a:t>(e),</a:t>
            </a:r>
            <a:r>
              <a:rPr lang="ja-JP" altLang="en-US" b="1" u="sng" dirty="0"/>
              <a:t>ウ</a:t>
            </a:r>
            <a:r>
              <a:rPr lang="en-US" altLang="ja-JP" b="1" u="sng" dirty="0"/>
              <a:t>(u),</a:t>
            </a:r>
            <a:r>
              <a:rPr lang="ja-JP" altLang="en-US" b="1" u="sng" dirty="0"/>
              <a:t>エ</a:t>
            </a:r>
            <a:r>
              <a:rPr lang="en-US" altLang="ja-JP" b="1" u="sng" dirty="0"/>
              <a:t>(ae),</a:t>
            </a:r>
            <a:r>
              <a:rPr lang="ja-JP" altLang="en-US" b="1" u="sng" dirty="0"/>
              <a:t>オ</a:t>
            </a:r>
            <a:r>
              <a:rPr lang="en-US" altLang="ja-JP" b="1" u="sng" dirty="0"/>
              <a:t>(O)</a:t>
            </a:r>
            <a:endParaRPr lang="en-US" u="sng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20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AC91E-05D7-004D-722A-D8684B91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3.  </a:t>
            </a:r>
            <a:r>
              <a:rPr lang="en-US" b="1" u="sng" dirty="0"/>
              <a:t>Kanji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F0943-B489-56A9-3492-83D79E49A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Kanji means Chinese script and adopted from Chinese language, it makes easy to read and understand the Japanese words in symbol.</a:t>
            </a:r>
          </a:p>
          <a:p>
            <a:pPr marL="0" indent="0">
              <a:buNone/>
            </a:pPr>
            <a:r>
              <a:rPr lang="en-US" dirty="0"/>
              <a:t>For JLPT N5 ( Beginner level) required minimum 100 kanjis we have to remember.</a:t>
            </a:r>
          </a:p>
          <a:p>
            <a:r>
              <a:rPr lang="en-US" dirty="0"/>
              <a:t>Some examples of kanjis:- </a:t>
            </a:r>
            <a:r>
              <a:rPr lang="ja-JP" altLang="en-US" b="1" i="0" u="sng" dirty="0">
                <a:solidFill>
                  <a:srgbClr val="000000"/>
                </a:solidFill>
                <a:effectLst/>
                <a:latin typeface="source-sans-3"/>
              </a:rPr>
              <a:t>日 </a:t>
            </a:r>
            <a:r>
              <a:rPr lang="en-US" altLang="ja-JP" b="1" i="0" u="sng" dirty="0">
                <a:solidFill>
                  <a:srgbClr val="000000"/>
                </a:solidFill>
                <a:effectLst/>
                <a:latin typeface="source-sans-3"/>
              </a:rPr>
              <a:t>,</a:t>
            </a:r>
            <a:r>
              <a:rPr lang="ja-JP" altLang="en-US" b="1" i="0" u="sng" dirty="0">
                <a:solidFill>
                  <a:srgbClr val="000000"/>
                </a:solidFill>
                <a:effectLst/>
                <a:latin typeface="source-sans-3"/>
              </a:rPr>
              <a:t> 週</a:t>
            </a:r>
            <a:r>
              <a:rPr lang="en-US" altLang="ja-JP" b="1" i="0" u="sng" dirty="0">
                <a:solidFill>
                  <a:srgbClr val="000000"/>
                </a:solidFill>
                <a:effectLst/>
                <a:latin typeface="source-sans-3"/>
              </a:rPr>
              <a:t>,</a:t>
            </a:r>
            <a:r>
              <a:rPr lang="ja-JP" altLang="en-US" b="1" i="0" u="sng" dirty="0">
                <a:solidFill>
                  <a:srgbClr val="000000"/>
                </a:solidFill>
                <a:effectLst/>
                <a:latin typeface="source-sans-3"/>
              </a:rPr>
              <a:t> 月</a:t>
            </a:r>
            <a:r>
              <a:rPr lang="en-US" altLang="ja-JP" b="1" i="0" u="sng" dirty="0">
                <a:solidFill>
                  <a:srgbClr val="000000"/>
                </a:solidFill>
                <a:effectLst/>
                <a:latin typeface="source-sans-3"/>
              </a:rPr>
              <a:t>,</a:t>
            </a:r>
            <a:r>
              <a:rPr lang="ja-JP" altLang="en-US" b="1" i="0" u="sng" dirty="0">
                <a:solidFill>
                  <a:srgbClr val="000000"/>
                </a:solidFill>
                <a:effectLst/>
                <a:latin typeface="source-sans-3"/>
              </a:rPr>
              <a:t> 年</a:t>
            </a:r>
            <a:r>
              <a:rPr lang="en-US" altLang="ja-JP" b="1" i="0" u="sng" dirty="0">
                <a:solidFill>
                  <a:srgbClr val="000000"/>
                </a:solidFill>
                <a:effectLst/>
                <a:latin typeface="source-sans-3"/>
              </a:rPr>
              <a:t>,</a:t>
            </a:r>
            <a:r>
              <a:rPr lang="ja-JP" altLang="en-US" b="1" i="0" u="sng" dirty="0">
                <a:solidFill>
                  <a:srgbClr val="000000"/>
                </a:solidFill>
                <a:effectLst/>
                <a:latin typeface="source-sans-3"/>
              </a:rPr>
              <a:t> 何</a:t>
            </a:r>
            <a:r>
              <a:rPr lang="en-US" altLang="ja-JP" b="1" i="0" u="sng" dirty="0">
                <a:solidFill>
                  <a:srgbClr val="000000"/>
                </a:solidFill>
                <a:effectLst/>
                <a:latin typeface="source-sans-3"/>
              </a:rPr>
              <a:t>,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source-sans-3"/>
              </a:rPr>
              <a:t> </a:t>
            </a:r>
            <a:r>
              <a:rPr lang="ja-JP" altLang="en-US" b="1" i="0" dirty="0">
                <a:solidFill>
                  <a:srgbClr val="000000"/>
                </a:solidFill>
                <a:effectLst/>
                <a:latin typeface="source-sans-3"/>
              </a:rPr>
              <a:t>今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39813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858A8-7CF6-EB8E-F626-DB2CC9DA5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14" y="0"/>
            <a:ext cx="10515600" cy="663166"/>
          </a:xfrm>
        </p:spPr>
        <p:txBody>
          <a:bodyPr>
            <a:normAutofit fontScale="90000"/>
          </a:bodyPr>
          <a:lstStyle/>
          <a:p>
            <a:r>
              <a:rPr lang="en-US" dirty="0"/>
              <a:t>				</a:t>
            </a:r>
            <a:r>
              <a:rPr lang="en-US" b="1" dirty="0"/>
              <a:t>1. </a:t>
            </a:r>
            <a:r>
              <a:rPr lang="en-US" b="1" u="sng" dirty="0"/>
              <a:t>Hiragana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9D92945-DCF3-77F0-83B1-A67CDEE44E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609" y="663165"/>
            <a:ext cx="10515600" cy="6340449"/>
          </a:xfrm>
        </p:spPr>
      </p:pic>
    </p:spTree>
    <p:extLst>
      <p:ext uri="{BB962C8B-B14F-4D97-AF65-F5344CB8AC3E}">
        <p14:creationId xmlns:p14="http://schemas.microsoft.com/office/powerpoint/2010/main" val="321135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95E48D-40C8-87A4-8098-F97B72815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680" y="148244"/>
            <a:ext cx="11856320" cy="6561511"/>
          </a:xfrm>
        </p:spPr>
      </p:pic>
    </p:spTree>
    <p:extLst>
      <p:ext uri="{BB962C8B-B14F-4D97-AF65-F5344CB8AC3E}">
        <p14:creationId xmlns:p14="http://schemas.microsoft.com/office/powerpoint/2010/main" val="4028593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DC440-7261-3D32-CFE9-5AE1ED459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5443"/>
            <a:ext cx="10515600" cy="652970"/>
          </a:xfrm>
        </p:spPr>
        <p:txBody>
          <a:bodyPr>
            <a:normAutofit fontScale="90000"/>
          </a:bodyPr>
          <a:lstStyle/>
          <a:p>
            <a:r>
              <a:rPr lang="en-US" dirty="0"/>
              <a:t>				2</a:t>
            </a:r>
            <a:r>
              <a:rPr lang="en-US" b="1" dirty="0"/>
              <a:t>. Katakana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851416-03EB-FD76-BC49-D7A99E111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30FE94-9C09-1AC6-4DE5-23C1BDF54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5443"/>
            <a:ext cx="11391899" cy="646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41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81337-1D51-B465-2F41-F20EAFB6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5FE54A-FCF7-FCC2-393C-896C03D6C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00" y="0"/>
            <a:ext cx="11666989" cy="6756400"/>
          </a:xfrm>
        </p:spPr>
      </p:pic>
    </p:spTree>
    <p:extLst>
      <p:ext uri="{BB962C8B-B14F-4D97-AF65-F5344CB8AC3E}">
        <p14:creationId xmlns:p14="http://schemas.microsoft.com/office/powerpoint/2010/main" val="636141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2192-2E09-9599-4F5B-13D9DD4B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201" y="65988"/>
            <a:ext cx="10515600" cy="659876"/>
          </a:xfrm>
        </p:spPr>
        <p:txBody>
          <a:bodyPr>
            <a:normAutofit fontScale="90000"/>
          </a:bodyPr>
          <a:lstStyle/>
          <a:p>
            <a:r>
              <a:rPr lang="en-US" dirty="0"/>
              <a:t>		</a:t>
            </a:r>
            <a:r>
              <a:rPr lang="en-US" b="1" u="sng" dirty="0"/>
              <a:t>3, Kanji for beginners level</a:t>
            </a:r>
          </a:p>
        </p:txBody>
      </p:sp>
      <p:pic>
        <p:nvPicPr>
          <p:cNvPr id="1026" name="Picture 2" descr="1 to 10 Japanese Counting Flashcards - Languages - Primary">
            <a:extLst>
              <a:ext uri="{FF2B5EF4-FFF2-40B4-BE49-F238E27FC236}">
                <a16:creationId xmlns:a16="http://schemas.microsoft.com/office/drawing/2014/main" id="{7B5C89C2-C31A-2205-6AF1-63F9A82B3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985837"/>
            <a:ext cx="10504601" cy="537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73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222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source-sans-3</vt:lpstr>
      <vt:lpstr>Arial</vt:lpstr>
      <vt:lpstr>Calibri</vt:lpstr>
      <vt:lpstr>Calibri Light</vt:lpstr>
      <vt:lpstr>Courier New</vt:lpstr>
      <vt:lpstr>Office Theme</vt:lpstr>
      <vt:lpstr>Japanese Alphabets</vt:lpstr>
      <vt:lpstr>    3.  Kanji</vt:lpstr>
      <vt:lpstr>    1. Hiragana</vt:lpstr>
      <vt:lpstr>PowerPoint Presentation</vt:lpstr>
      <vt:lpstr>    2. Katakana</vt:lpstr>
      <vt:lpstr>PowerPoint Presentation</vt:lpstr>
      <vt:lpstr>  3, Kanji for beginners level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Japanese Alphabets</dc:title>
  <dc:creator>MOHD SALMAN</dc:creator>
  <cp:lastModifiedBy>Irfan mohammed</cp:lastModifiedBy>
  <cp:revision>9</cp:revision>
  <dcterms:created xsi:type="dcterms:W3CDTF">2023-03-17T05:47:19Z</dcterms:created>
  <dcterms:modified xsi:type="dcterms:W3CDTF">2025-01-22T10:08:10Z</dcterms:modified>
</cp:coreProperties>
</file>