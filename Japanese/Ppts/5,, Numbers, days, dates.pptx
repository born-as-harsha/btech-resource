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CA51-BDCA-4C2E-47E8-4652B6100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DB30A-3E93-4874-729F-47830AA33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9F411-E761-DE55-F89B-3228C5A8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38C16-D9D5-694A-9362-A7D88170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1C667-F332-3F7C-4990-FAA4E3AC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6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4A2E-5EA7-C4C9-C36D-15C61138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DAA9-2E59-B242-B873-2B9149431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1CC89-B69F-2DB9-F255-551F4398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0F368-68BD-ED59-AF39-8416D2D29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E90DC-C3A5-1B21-5FF3-B1F6C17B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7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9E40-917F-E5ED-051A-FF1FB19E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C0236-354C-216A-00E3-83BFBA0C9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096A8-4158-2026-D216-C4ACF2E0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E74BE-3FBC-4973-00B7-0BBA1FE6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E56BA-97F5-0189-7324-A6CAB17C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9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406BC-3A57-3250-271A-20029CACC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5C516-A7DC-8772-A6C6-00BAF95AA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46F4E-31CB-0B8C-12D3-FC164C557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E5DD9-5C5E-078B-3830-B0F6121EB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93EE6-57BD-AA09-E0A7-1E072A12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F84BE-C91A-BB5F-532C-35CDF652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0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B8C6C-F065-6C67-3B3C-7CCE47787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87882-1355-7441-F89C-3072C943A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9326B-06EE-D14D-09BD-D77D267F7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9328B-5C7F-EB20-6F78-DB586CA30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FAE9B4-5950-1828-0BCC-801DA7F8B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C5913-70DB-C65C-A04A-EB9A5310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132BF2-6DE7-3474-0CAA-6CD6083A9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037BA-F29A-C756-AF10-BA2C4F8B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5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8112-0256-468C-17C5-7E35CBE0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573E5-E16F-6329-16EF-522A62EF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0331D-5062-882D-A882-70FE85FE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A963D-6E55-80D7-7067-8EF61E26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2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037765-FDAB-41ED-A771-3E1506A6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818B3D-CF87-4F5E-006D-28A5D7979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5848D-DD6C-752D-70D3-ABACDC95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4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5CE1-2BAA-27D8-C566-ABA4DAA33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846F9-5AA6-F25A-C7ED-611709CF9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A1E4-8E1B-3703-C56C-4DF411EEF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A6E5A-A65A-FBA0-9F71-2CFE9459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DA510-C1A0-E83E-B269-A6DDFFAA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A3CA9-43E1-DFF9-089C-5F660A65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1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2D4A-524A-255E-A0CA-C8A2E5381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02FDE-64D1-A0A1-A034-F69F4D96B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CE03E-E4A4-71FD-6830-929ECF3C3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9F1FD-BB1D-951D-4BFF-2CF082B18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A61C9-EB63-7312-E58C-C7B1CF530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4D263-2736-ED44-34E2-9DF95C62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1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6C2D-37A3-B80F-A278-8C4F1BC8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F8E32-D305-B46E-F8E3-23903A41A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EFDC-8624-4EE4-2132-21DC70DB3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680BF-2E60-C37D-5759-8E17AABF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4FD7A-0188-5901-A004-212C1005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8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DD16F9-CF82-8262-8091-FA83BDC4C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10247-8EC5-BF29-CD64-6D76624F7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731EA-57BA-1881-D535-D325EE8B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F095B-F8CA-99A7-3152-B9A01B29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6912A-4399-4570-02D1-945D2584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2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619FF-EA9D-8F40-9928-19B5B2B6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98AD9-2A95-5D87-F755-ECACA1440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EDC02-3D8B-E211-29F3-B5B8DE9193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7CD0E-CE0D-4078-9B6F-0B12F84C9A6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8D893-F36B-B70D-EEED-477453ADA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3D22-C7A7-F5E1-A478-302499B5F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AE3EC-28CA-4693-BEC9-823AE89521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6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26BA-772B-42B9-4AC1-4E563D01F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464" y="216816"/>
            <a:ext cx="9144000" cy="744718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Numbers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3998A-BAA1-A896-2710-F4BDBB8B9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68924"/>
            <a:ext cx="9144000" cy="547225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944F9-7433-FD3A-0DF0-092946BC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0" y="972457"/>
            <a:ext cx="7087266" cy="571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73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FF99-BB81-33C6-514C-C4721E30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			</a:t>
            </a:r>
            <a:r>
              <a:rPr lang="en-US" b="1" u="sng" dirty="0"/>
              <a:t>Months In Japanese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2D24B-878C-483F-BFCD-394B65D75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3608" y="1414462"/>
            <a:ext cx="7396202" cy="5443538"/>
          </a:xfrm>
        </p:spPr>
      </p:pic>
    </p:spTree>
    <p:extLst>
      <p:ext uri="{BB962C8B-B14F-4D97-AF65-F5344CB8AC3E}">
        <p14:creationId xmlns:p14="http://schemas.microsoft.com/office/powerpoint/2010/main" val="166579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D96C-F8A6-E606-CC8B-E360A6446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900"/>
            <a:ext cx="10515600" cy="475219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</a:t>
            </a:r>
            <a:r>
              <a:rPr lang="en-US" b="1" i="0" dirty="0">
                <a:solidFill>
                  <a:srgbClr val="002044"/>
                </a:solidFill>
                <a:effectLst/>
                <a:latin typeface="Source Sans Pro" panose="020F0502020204030204" pitchFamily="34" charset="0"/>
              </a:rPr>
              <a:t>Days Of The Week In Japanese</a:t>
            </a:r>
            <a:br>
              <a:rPr lang="en-US" b="1" i="0" dirty="0">
                <a:solidFill>
                  <a:srgbClr val="002044"/>
                </a:solidFill>
                <a:effectLst/>
                <a:latin typeface="Source Sans Pro" panose="020F0502020204030204" pitchFamily="34" charset="0"/>
              </a:rPr>
            </a:br>
            <a:endParaRPr lang="en-US" b="1" u="sng" dirty="0"/>
          </a:p>
        </p:txBody>
      </p:sp>
      <p:pic>
        <p:nvPicPr>
          <p:cNvPr id="2052" name="Picture 4" descr="Learn using Japanese Numbers to give Days, Months and Days of the Week">
            <a:extLst>
              <a:ext uri="{FF2B5EF4-FFF2-40B4-BE49-F238E27FC236}">
                <a16:creationId xmlns:a16="http://schemas.microsoft.com/office/drawing/2014/main" id="{1E60ABF9-003A-FACE-D4A4-DBE29945C4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91" y="648509"/>
            <a:ext cx="10969009" cy="582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74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Say and Count the Days of the Week, Months, Years in Japanese |  WeXpats Guide">
            <a:extLst>
              <a:ext uri="{FF2B5EF4-FFF2-40B4-BE49-F238E27FC236}">
                <a16:creationId xmlns:a16="http://schemas.microsoft.com/office/drawing/2014/main" id="{3ECAE334-8A96-5EE5-8E01-1331808A16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53" y="10017"/>
            <a:ext cx="10255170" cy="684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92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4821A-EB2F-5FDF-2AD7-ECF74AE1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r>
              <a:rPr lang="en-IN" b="1" u="sng" dirty="0">
                <a:highlight>
                  <a:srgbClr val="FFFF00"/>
                </a:highlight>
              </a:rPr>
              <a:t>Numbers</a:t>
            </a:r>
          </a:p>
          <a:p>
            <a:endParaRPr lang="en-IN" b="1" u="sng" dirty="0">
              <a:highlight>
                <a:srgbClr val="FFFF00"/>
              </a:highligh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5EA720-FB70-D641-7936-D8C34BD40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173528"/>
              </p:ext>
            </p:extLst>
          </p:nvPr>
        </p:nvGraphicFramePr>
        <p:xfrm>
          <a:off x="162045" y="648182"/>
          <a:ext cx="11489441" cy="5833036"/>
        </p:xfrm>
        <a:graphic>
          <a:graphicData uri="http://schemas.openxmlformats.org/drawingml/2006/table">
            <a:tbl>
              <a:tblPr/>
              <a:tblGrid>
                <a:gridCol w="2283653">
                  <a:extLst>
                    <a:ext uri="{9D8B030D-6E8A-4147-A177-3AD203B41FA5}">
                      <a16:colId xmlns:a16="http://schemas.microsoft.com/office/drawing/2014/main" val="104337958"/>
                    </a:ext>
                  </a:extLst>
                </a:gridCol>
                <a:gridCol w="2301447">
                  <a:extLst>
                    <a:ext uri="{9D8B030D-6E8A-4147-A177-3AD203B41FA5}">
                      <a16:colId xmlns:a16="http://schemas.microsoft.com/office/drawing/2014/main" val="17902635"/>
                    </a:ext>
                  </a:extLst>
                </a:gridCol>
                <a:gridCol w="2301447">
                  <a:extLst>
                    <a:ext uri="{9D8B030D-6E8A-4147-A177-3AD203B41FA5}">
                      <a16:colId xmlns:a16="http://schemas.microsoft.com/office/drawing/2014/main" val="73108681"/>
                    </a:ext>
                  </a:extLst>
                </a:gridCol>
                <a:gridCol w="2301447">
                  <a:extLst>
                    <a:ext uri="{9D8B030D-6E8A-4147-A177-3AD203B41FA5}">
                      <a16:colId xmlns:a16="http://schemas.microsoft.com/office/drawing/2014/main" val="2147232842"/>
                    </a:ext>
                  </a:extLst>
                </a:gridCol>
                <a:gridCol w="2301447">
                  <a:extLst>
                    <a:ext uri="{9D8B030D-6E8A-4147-A177-3AD203B41FA5}">
                      <a16:colId xmlns:a16="http://schemas.microsoft.com/office/drawing/2014/main" val="178944497"/>
                    </a:ext>
                  </a:extLst>
                </a:gridCol>
              </a:tblGrid>
              <a:tr h="55851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Kanji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 dirty="0">
                          <a:effectLst/>
                        </a:rPr>
                        <a:t>一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ja-JP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English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effectLst/>
                        </a:rPr>
                        <a:t>One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Romaji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1" dirty="0" err="1">
                          <a:effectLst/>
                        </a:rPr>
                        <a:t>ichi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itsu</a:t>
                      </a: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2295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 dirty="0">
                          <a:effectLst/>
                        </a:rPr>
                        <a:t>二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Two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ni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141689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 dirty="0">
                          <a:effectLst/>
                        </a:rPr>
                        <a:t>三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Three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 err="1">
                          <a:effectLst/>
                        </a:rPr>
                        <a:t>san</a:t>
                      </a: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869197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 dirty="0">
                          <a:effectLst/>
                        </a:rPr>
                        <a:t>四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Four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effectLst/>
                        </a:rPr>
                        <a:t>Shi/YON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359541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>
                          <a:effectLst/>
                        </a:rPr>
                        <a:t>五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effectLst/>
                        </a:rPr>
                        <a:t>Five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go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683977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>
                          <a:effectLst/>
                        </a:rPr>
                        <a:t>六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Six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roku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790479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>
                          <a:effectLst/>
                        </a:rPr>
                        <a:t>七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effectLst/>
                        </a:rPr>
                        <a:t>Seven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 err="1">
                          <a:effectLst/>
                        </a:rPr>
                        <a:t>Shichi</a:t>
                      </a:r>
                      <a:r>
                        <a:rPr lang="en-US" sz="2000" b="1" dirty="0">
                          <a:effectLst/>
                        </a:rPr>
                        <a:t>/NANA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177955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>
                          <a:effectLst/>
                        </a:rPr>
                        <a:t>八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effectLst/>
                        </a:rPr>
                        <a:t>Eight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 err="1">
                          <a:effectLst/>
                        </a:rPr>
                        <a:t>hachi</a:t>
                      </a: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906713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>
                          <a:effectLst/>
                        </a:rPr>
                        <a:t>九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Nine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 err="1">
                          <a:effectLst/>
                        </a:rPr>
                        <a:t>kyuu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  <a:r>
                        <a:rPr lang="en-US" sz="2000" b="1" dirty="0" err="1">
                          <a:effectLst/>
                        </a:rPr>
                        <a:t>ku</a:t>
                      </a: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712299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>
                          <a:effectLst/>
                        </a:rPr>
                        <a:t>十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Ten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 err="1">
                          <a:effectLst/>
                        </a:rPr>
                        <a:t>juu</a:t>
                      </a:r>
                      <a:r>
                        <a:rPr lang="en-US" sz="2000" b="1" dirty="0">
                          <a:effectLst/>
                        </a:rPr>
                        <a:t>, 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556611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>
                          <a:effectLst/>
                        </a:rPr>
                        <a:t>百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Hundred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 err="1">
                          <a:effectLst/>
                        </a:rPr>
                        <a:t>hyaku</a:t>
                      </a: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331406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>
                          <a:effectLst/>
                        </a:rPr>
                        <a:t>千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Thousand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 err="1">
                          <a:effectLst/>
                        </a:rPr>
                        <a:t>sen</a:t>
                      </a: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604492"/>
                  </a:ext>
                </a:extLst>
              </a:tr>
              <a:tr h="37708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 dirty="0">
                          <a:effectLst/>
                        </a:rPr>
                        <a:t>万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Ten thousand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man, ban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16255"/>
                  </a:ext>
                </a:extLst>
              </a:tr>
              <a:tr h="558519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1">
                          <a:effectLst/>
                        </a:rPr>
                        <a:t>円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>
                          <a:effectLst/>
                        </a:rPr>
                        <a:t>Yen, circle, and round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 err="1">
                          <a:effectLst/>
                        </a:rPr>
                        <a:t>en</a:t>
                      </a: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b="1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316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425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80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Source Sans Pro</vt:lpstr>
      <vt:lpstr>Office Theme</vt:lpstr>
      <vt:lpstr>Numbers </vt:lpstr>
      <vt:lpstr>    Months In Japanese</vt:lpstr>
      <vt:lpstr>               Days Of The Week In Japanese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In Japanese</dc:title>
  <dc:creator>MOHD SALMAN</dc:creator>
  <cp:lastModifiedBy>Irfan mohammed</cp:lastModifiedBy>
  <cp:revision>15</cp:revision>
  <dcterms:created xsi:type="dcterms:W3CDTF">2023-03-17T06:19:34Z</dcterms:created>
  <dcterms:modified xsi:type="dcterms:W3CDTF">2025-01-28T05:27:05Z</dcterms:modified>
</cp:coreProperties>
</file>