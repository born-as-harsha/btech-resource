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05" r:id="rId5"/>
    <p:sldId id="30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CA77CF4-75E0-44CF-B699-3D6664BE37A7}">
          <p14:sldIdLst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79" autoAdjust="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3/28/2023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3/28/2023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A26D6E84-B5BE-5F3E-8B3F-1A46C7F307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0A7E03F-5776-960D-3CA6-7CE62AC96693}"/>
              </a:ext>
            </a:extLst>
          </p:cNvPr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7464AF-3FD6-6193-CC95-A941ECE17B9D}"/>
              </a:ext>
            </a:extLst>
          </p:cNvPr>
          <p:cNvCxnSpPr>
            <a:cxnSpLocks/>
          </p:cNvCxnSpPr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E5214731-3110-8D76-56DF-6335371041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16369FF-9501-1944-3E3F-46CBFD515D8D}"/>
              </a:ext>
            </a:extLst>
          </p:cNvPr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AB1576B0-66ED-3F92-2AF8-4EF965E4E3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76603-B88C-9F7F-98A5-E94BD2C23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9296" y="2660904"/>
            <a:ext cx="6693408" cy="1088136"/>
          </a:xfrm>
        </p:spPr>
        <p:txBody>
          <a:bodyPr anchor="b">
            <a:noAutofit/>
          </a:bodyPr>
          <a:lstStyle>
            <a:lvl1pPr algn="ctr"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6384" y="2267712"/>
            <a:ext cx="2999232" cy="4389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&#10;&#10;Description automatically generated">
            <a:extLst>
              <a:ext uri="{FF2B5EF4-FFF2-40B4-BE49-F238E27FC236}">
                <a16:creationId xmlns:a16="http://schemas.microsoft.com/office/drawing/2014/main" id="{ABAD6905-AD97-1EAF-A4A3-D0BB13B12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BCB4CA-03FB-81F4-F8A2-FA9C0DBDEB11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138EDBF7-FA56-2BF9-ECFA-6C39FEE8F8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0FE36A83-31CF-DF76-5708-55ED9FB70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5BF6365E-74A9-6D7B-5F20-7C29F290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B4DE27-1913-8274-9943-46641EA0DAB7}"/>
              </a:ext>
            </a:extLst>
          </p:cNvPr>
          <p:cNvSpPr/>
          <p:nvPr userDrawn="1"/>
        </p:nvSpPr>
        <p:spPr>
          <a:xfrm>
            <a:off x="1174276" y="-756"/>
            <a:ext cx="9843449" cy="5690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01AB4A-AE17-BFA4-697C-75EC6407E147}"/>
              </a:ext>
            </a:extLst>
          </p:cNvPr>
          <p:cNvSpPr/>
          <p:nvPr userDrawn="1"/>
        </p:nvSpPr>
        <p:spPr>
          <a:xfrm>
            <a:off x="1604189" y="-13446"/>
            <a:ext cx="8983623" cy="52577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C7F01FE-99A8-35BD-05A1-6D93A2578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33" y="5110810"/>
            <a:ext cx="1207554" cy="354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6660DF-FD7A-4340-E854-B4680A6B88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2474" y="-1953000"/>
            <a:ext cx="14859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2651760"/>
            <a:ext cx="7744968" cy="269748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ctr">
              <a:lnSpc>
                <a:spcPct val="100000"/>
              </a:lnSpc>
              <a:defRPr sz="18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05D25C-B703-1868-603E-D468EF44D7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8FDB2CC-A975-BC07-042A-228D387E51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6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ADFA29-47E3-2E16-12B7-D8031DC04C0D}"/>
              </a:ext>
            </a:extLst>
          </p:cNvPr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close up of a plant&#10;&#10;Description automatically generated with low confidence">
            <a:extLst>
              <a:ext uri="{FF2B5EF4-FFF2-40B4-BE49-F238E27FC236}">
                <a16:creationId xmlns:a16="http://schemas.microsoft.com/office/drawing/2014/main" id="{D373DB44-C887-96AC-D32D-B7656F28F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Picture 8" descr="A picture containing bedclothes, fabric&#10;&#10;Description automatically generated">
            <a:extLst>
              <a:ext uri="{FF2B5EF4-FFF2-40B4-BE49-F238E27FC236}">
                <a16:creationId xmlns:a16="http://schemas.microsoft.com/office/drawing/2014/main" id="{6A080FF9-A96B-AA38-428D-5F2CF533D0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150280-02E2-686D-A130-65EBDA15EF13}"/>
              </a:ext>
            </a:extLst>
          </p:cNvPr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5" name="Picture 14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3DD4D68C-6665-333E-98E8-785116A05A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7E0939A-D971-0D79-9B6D-834913C959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53668" y="3977640"/>
            <a:ext cx="9884664" cy="7315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70832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7200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0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45E1C-47F6-0AF9-7468-BA613D681E1D}"/>
              </a:ext>
            </a:extLst>
          </p:cNvPr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abric&#10;&#10;Description automatically generated">
            <a:extLst>
              <a:ext uri="{FF2B5EF4-FFF2-40B4-BE49-F238E27FC236}">
                <a16:creationId xmlns:a16="http://schemas.microsoft.com/office/drawing/2014/main" id="{AB9E0D8B-7031-366D-884B-EB3FABD78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59314F-DCEF-A5A7-C5D9-F0D39AAC9FFA}"/>
              </a:ext>
            </a:extLst>
          </p:cNvPr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DAAE5EB8-5B6B-6FA6-E6E7-D2F58FDF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Picture 18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BB1368FF-AA1B-4423-30B1-BE082E6F19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5E2B84E-B4F2-ED93-8084-ECFC3B9C3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FDD82133-EB75-7E07-A9CE-730CB7F6CD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7870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8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B23EF08B-7D0C-7D96-413D-71C22E3F74D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9">
            <a:extLst>
              <a:ext uri="{FF2B5EF4-FFF2-40B4-BE49-F238E27FC236}">
                <a16:creationId xmlns:a16="http://schemas.microsoft.com/office/drawing/2014/main" id="{A6866782-6675-4F37-E5D2-68CB0191C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9F53AB27-DDFA-AA5D-8253-546C9BBA9C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DD9CE7E9-3BC2-0321-457B-61D363708B3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0DD1941-A469-A457-B987-E0E2C300A8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D6B84B7D-A7EC-6FE1-9925-F78AF0DE230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A1AC2FE-336D-4E7F-2C86-6A8C29BA8F90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FA370BF1-09EC-DBE1-5118-8A92A0F90B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5089D72C-E865-F5D3-CB1E-050AEF6844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17">
            <a:extLst>
              <a:ext uri="{FF2B5EF4-FFF2-40B4-BE49-F238E27FC236}">
                <a16:creationId xmlns:a16="http://schemas.microsoft.com/office/drawing/2014/main" id="{4F7ECA98-24CD-8CC5-A3EC-BFF5E9B1174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46CBECF2-D93E-3DF9-064C-CB4A3262B6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71E06E16-A083-B853-8155-7FF97AD1DE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B05881-FB11-43E8-CCDD-8C12CDB4FE47}"/>
              </a:ext>
            </a:extLst>
          </p:cNvPr>
          <p:cNvSpPr/>
          <p:nvPr userDrawn="1"/>
        </p:nvSpPr>
        <p:spPr>
          <a:xfrm>
            <a:off x="838199" y="196052"/>
            <a:ext cx="10515601" cy="168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fabric&#10;&#10;Description automatically generated">
            <a:extLst>
              <a:ext uri="{FF2B5EF4-FFF2-40B4-BE49-F238E27FC236}">
                <a16:creationId xmlns:a16="http://schemas.microsoft.com/office/drawing/2014/main" id="{A4941BBB-13FC-2ACE-1A50-C0F465531B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14950" y="-64113"/>
            <a:ext cx="1562100" cy="4394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BE9E36-E9D5-3FA6-EE22-A6E5CE13C462}"/>
              </a:ext>
            </a:extLst>
          </p:cNvPr>
          <p:cNvSpPr/>
          <p:nvPr userDrawn="1"/>
        </p:nvSpPr>
        <p:spPr>
          <a:xfrm>
            <a:off x="995423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479E4054-0885-457B-35B3-A9B26ED93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69421" y="459092"/>
            <a:ext cx="749300" cy="2755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632"/>
            <a:ext cx="10515600" cy="1133856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088"/>
            <a:ext cx="10515600" cy="347472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6C79F3B-6B68-BA3C-6CBE-C26E339E4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D503431-982D-5D35-88BF-09474F76D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4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68407D-A1C4-B842-0C34-B2DE8AD312D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AE7FB-DFC0-DCDA-47AD-6ED81A6427FA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7A4DFCBA-879E-D6C9-9F81-B4F9225423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62BF3-1BFC-6948-02E0-8A1C121C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D7F8-0920-52BA-580D-072491228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11EB-89A4-4C55-4032-4D0C41839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963F99-41C3-5ED4-AAD8-B904145CC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034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7EB7A-F5B6-E308-68EE-3065E2B039A6}"/>
              </a:ext>
            </a:extLst>
          </p:cNvPr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close-up of a tree&#10;&#10;Description automatically generated with medium confidence">
            <a:extLst>
              <a:ext uri="{FF2B5EF4-FFF2-40B4-BE49-F238E27FC236}">
                <a16:creationId xmlns:a16="http://schemas.microsoft.com/office/drawing/2014/main" id="{FED57607-56F6-9FD5-F0A8-DE0BCFE8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F26CDF-94D4-BA22-7D14-8D328904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0017BF0C-B2B7-932F-A9AE-5BFAE4AB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DEAB8B47-DF86-7C9F-F027-2D4D22B2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8" name="Picture 37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5B08C513-7071-2499-7E9D-CFD5A027C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D46E6E9-39FE-B605-0786-F7F7E656F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8546F5-5752-9595-980A-9978EC65B179}"/>
              </a:ext>
            </a:extLst>
          </p:cNvPr>
          <p:cNvSpPr/>
          <p:nvPr userDrawn="1"/>
        </p:nvSpPr>
        <p:spPr>
          <a:xfrm>
            <a:off x="491679" y="319214"/>
            <a:ext cx="11208641" cy="5857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B1DFD-B7E9-D65B-0A47-8D442617B0D0}"/>
              </a:ext>
            </a:extLst>
          </p:cNvPr>
          <p:cNvCxnSpPr>
            <a:cxnSpLocks/>
          </p:cNvCxnSpPr>
          <p:nvPr userDrawn="1"/>
        </p:nvCxnSpPr>
        <p:spPr>
          <a:xfrm>
            <a:off x="837235" y="1767119"/>
            <a:ext cx="1051656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4190CCC3-E5E8-9E96-318B-F3F62E232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8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12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12" y="2629116"/>
            <a:ext cx="3200400" cy="3320861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8848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270D939-D128-D431-82CE-9C15D5A7A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09560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AAE69C6-BB37-BC70-8424-BC928D19C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9560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08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fabric&#10;&#10;Description automatically generated">
            <a:extLst>
              <a:ext uri="{FF2B5EF4-FFF2-40B4-BE49-F238E27FC236}">
                <a16:creationId xmlns:a16="http://schemas.microsoft.com/office/drawing/2014/main" id="{E0606CB6-3E28-F128-51B5-3786D7404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4BBC1B-7DD9-DA00-15CC-B446DA472005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C88A03B2-8C41-A023-CB90-5F79A1F01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Picture 9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9EA6110C-517A-C447-DB03-9A264F112F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Picture 11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DC4249CD-2B45-A435-5B21-CFA70421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7568A0-F819-551E-4780-20A651246990}"/>
              </a:ext>
            </a:extLst>
          </p:cNvPr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11D903-56F9-B09B-0443-A76786804823}"/>
              </a:ext>
            </a:extLst>
          </p:cNvPr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91551-9B41-0ACF-0BE6-9D174E69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5D3FB1-678F-0A9A-CCB6-435CE57D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8246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362110-9E75-C1E6-F3D3-769A27CB658B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61109-4A99-6337-9E7D-6AE0370E2A33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3B4663F-72DF-CD37-DE9D-C35DFB37E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8BE494-2D3C-A618-4422-6EA949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B248-9F11-0A11-E6AF-776D371E1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EFD48A-F270-E4EE-7C35-F4304F3DD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DEB86-4C56-EB31-FEEE-EC8AA99FB456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19EDA-96E7-C255-DFF9-F36A187EBACD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FAD938FE-3B63-4832-B610-64346C06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38128B-385C-B928-A4A8-BD98929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80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9" r:id="rId3"/>
    <p:sldLayoutId id="2147483651" r:id="rId4"/>
    <p:sldLayoutId id="2147483650" r:id="rId5"/>
    <p:sldLayoutId id="2147483663" r:id="rId6"/>
    <p:sldLayoutId id="2147483665" r:id="rId7"/>
    <p:sldLayoutId id="2147483660" r:id="rId8"/>
    <p:sldLayoutId id="2147483661" r:id="rId9"/>
    <p:sldLayoutId id="2147483662" r:id="rId10"/>
    <p:sldLayoutId id="2147483666" r:id="rId11"/>
    <p:sldLayoutId id="2147483653" r:id="rId12"/>
    <p:sldLayoutId id="2147483664" r:id="rId13"/>
    <p:sldLayoutId id="2147483667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73292A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80B-35BA-C28E-820F-59C84FBDD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u="sng" dirty="0"/>
              <a:t>Family In Japanese</a:t>
            </a:r>
            <a:endParaRPr lang="en-US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260E8-21BF-1371-4767-5E86248A7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KL University​</a:t>
            </a:r>
          </a:p>
        </p:txBody>
      </p:sp>
    </p:spTree>
    <p:extLst>
      <p:ext uri="{BB962C8B-B14F-4D97-AF65-F5344CB8AC3E}">
        <p14:creationId xmlns:p14="http://schemas.microsoft.com/office/powerpoint/2010/main" val="31771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43750-B2DB-6882-A3E8-B3D433A4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74A3-0FBE-466D-8856-C664C0FF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  <p:pic>
        <p:nvPicPr>
          <p:cNvPr id="10" name="Picture 9" descr="Timeline&#10;&#10;Description automatically generated">
            <a:extLst>
              <a:ext uri="{FF2B5EF4-FFF2-40B4-BE49-F238E27FC236}">
                <a16:creationId xmlns:a16="http://schemas.microsoft.com/office/drawing/2014/main" id="{342BD4C1-A11B-7098-2B6A-53560837F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70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3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-Flourish_Win32_CP_v8" id="{BCFB3359-BC8B-4F4E-99DD-822A55018E7C}" vid="{7DF7CEC2-9D9A-40F6-95E4-E2F6E93D64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BB2F3B-6257-41BB-8B64-5AC7494F27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ACE2AAA-C718-435C-B4E6-95A08ACAC4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4EFF02-EA18-493C-972D-813DB244CB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{D15FB704-5E7D-47C0-A820-19EF6A6CAE35}tf56410444_win32</Template>
  <TotalTime>9</TotalTime>
  <Words>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Baskerville</vt:lpstr>
      <vt:lpstr>Gill Sans Light</vt:lpstr>
      <vt:lpstr>Arial</vt:lpstr>
      <vt:lpstr>Baskerville Old Face</vt:lpstr>
      <vt:lpstr>Calibri</vt:lpstr>
      <vt:lpstr>Gill Sans Nova</vt:lpstr>
      <vt:lpstr>Gill Sans Nova Light</vt:lpstr>
      <vt:lpstr>Office Theme</vt:lpstr>
      <vt:lpstr>Family In Japanese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In Japanese</dc:title>
  <dc:creator>MOHD SALMAN</dc:creator>
  <cp:lastModifiedBy>MOHD SALMAN</cp:lastModifiedBy>
  <cp:revision>2</cp:revision>
  <dcterms:created xsi:type="dcterms:W3CDTF">2023-03-28T04:46:54Z</dcterms:created>
  <dcterms:modified xsi:type="dcterms:W3CDTF">2023-03-28T04:56:11Z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