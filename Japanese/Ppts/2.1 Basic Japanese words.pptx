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B0CC-0DA4-5DC8-B487-8A2B45AA8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D38A1-E101-A5C5-F75D-12D4D328B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7DA26-A458-157E-9EED-9B3EB4F26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164B0-5F7E-F6DE-2384-B89BD638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E975B-0AB9-DA64-1041-19B4EA35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3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64B8-615E-7955-E391-63533C546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105E9-967A-DC2D-9E1A-6A3C5CE72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2EBEB-D48E-B74B-96C5-D33DC67D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0626F-00CB-72C4-BDA9-F90FA7776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C35BD-58DD-6A72-7856-3C80A580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1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B95A-9BA2-F582-4C54-60F51B32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A2DFA-98FA-B99A-E6D3-B45CFE974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04498-EF34-02A6-4801-F0FFF93B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F791B-9BD1-F257-EA55-7EB2630B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931B9-1C2D-46E9-E2F3-3943F353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8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145C-7C8E-D216-1590-A51D8DAE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B7253-3D91-797F-DD7A-B6AD189F94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833F4-219A-EC88-0145-7857E47A6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A0915-40AE-4962-93DF-B02FE1D6E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92377-B550-1DDC-1DB4-0DB1CACF5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D0AE6-69F4-FEFC-624E-E092D000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9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5C1CA-02DD-2515-C2F6-56C818527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83E48-CA1E-A5DF-5652-F68E38DE5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D9812-1894-8EF6-8F18-B86279544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9E2E97-BF18-1D71-F3BB-C2B66DBE5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5D5ECD-FC08-16E3-5479-D5FFF864F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C08FE3-04EE-2B40-96E8-E7D9278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15FF64-F0BA-339F-0B3D-FCDE2790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19F8DD-BBB5-0E90-DB15-79C71FD6E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60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7BFF-194F-18C0-8157-84B49407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419D9D-575D-5C82-F5AD-EB2CA18C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DE891-5BD8-CED6-4F9E-DCD3A3C21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690DF-BF9C-F1F2-27C1-837977B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37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6E2218-08F7-871C-FBD1-44E60AFB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CA8EA-274E-5887-52E3-18C984CF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CDBD6-F1D3-7ABC-C44F-F972A673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98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99E0E-92FA-C5AB-CDFF-F6B7DA1DD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9C8DD-B71C-7650-12FA-8591400C3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D6183-B6C1-E9B6-282A-46E313115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2752E-74D8-E775-0B86-86A6EC96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87F4F-40EE-1A87-C325-491E68EF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48A9E-840D-7711-2D62-408AA439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02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F161-EFEC-5771-8DBB-BFA609DD2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1360D-F59E-5E95-E9F9-1B5E005EC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1D9EF-BC9D-41A4-5DB1-E25B39775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B6D2F-6E84-CA74-1398-F68946B1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D82B4-A378-0F2F-C764-5717F3AB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1E65D-EAEF-F421-FE91-F0209A87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3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7652-A7AF-916C-A202-500266386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2BF65-AF01-7C7D-47E2-2A5477D7B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44AFD-6E5B-E83A-A09B-EBF06BE0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4D31B-826F-790E-419D-90B3E3957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A4C9-131D-5E79-CB8D-158807C3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9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EA299-1C94-E277-C5A9-CCDDF22AD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A294E-50E4-9DD4-15BB-4C5675ED3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688B1-1834-1EB1-006B-A68C7505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3E7-6BA9-99EB-9C89-740B9FAF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AFBBE-CD2E-CCD8-4D2F-15DD6B6B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1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FA6D90-7861-57D5-23B5-A1A80876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6194D-BDCE-4E11-74E0-5B7C581AF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738C0-E259-296D-BE44-F40C1C068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DEE61-F333-4E14-B9AD-0D57AB9FCD50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6B53-F9DA-92C3-A1DE-DDC03AC3B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00B1-4D99-54E1-D699-24FD51B11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05805-4E01-4BF6-A239-0A6BD1457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8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30F6474-19F2-0D73-1E87-1EE9D2348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0"/>
            <a:ext cx="12258675" cy="685799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IN" b="1" u="sng" dirty="0">
                <a:solidFill>
                  <a:srgbClr val="C00000"/>
                </a:solidFill>
                <a:highlight>
                  <a:srgbClr val="FFFF00"/>
                </a:highlight>
              </a:rPr>
              <a:t>In Japanese</a:t>
            </a:r>
            <a:r>
              <a:rPr lang="en-IN" b="1" dirty="0"/>
              <a:t>						</a:t>
            </a:r>
            <a:r>
              <a:rPr lang="en-IN" b="1" u="sng" dirty="0">
                <a:solidFill>
                  <a:srgbClr val="FF0000"/>
                </a:solidFill>
                <a:highlight>
                  <a:srgbClr val="FFFF00"/>
                </a:highlight>
              </a:rPr>
              <a:t>In English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0, Watashi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ja-JP" altLang="en-US" b="1" dirty="0">
                <a:solidFill>
                  <a:schemeClr val="accent1">
                    <a:lumMod val="75000"/>
                  </a:schemeClr>
                </a:solidFill>
              </a:rPr>
              <a:t>私）</a:t>
            </a:r>
            <a:r>
              <a:rPr lang="en-IN" dirty="0"/>
              <a:t>		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I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1, Anata</a:t>
            </a:r>
            <a:r>
              <a:rPr lang="ja-JP" altLang="en-US" b="1" dirty="0">
                <a:solidFill>
                  <a:schemeClr val="accent1">
                    <a:lumMod val="75000"/>
                  </a:schemeClr>
                </a:solidFill>
              </a:rPr>
              <a:t>（あなた）</a:t>
            </a:r>
            <a:r>
              <a:rPr lang="en-IN" dirty="0"/>
              <a:t>		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You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2, Hajimemasho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ja-JP" altLang="en-US" b="1" dirty="0">
                <a:solidFill>
                  <a:schemeClr val="accent1">
                    <a:lumMod val="75000"/>
                  </a:schemeClr>
                </a:solidFill>
              </a:rPr>
              <a:t>はじめましょ）</a:t>
            </a:r>
            <a:r>
              <a:rPr lang="en-IN" dirty="0"/>
              <a:t>	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Lets Start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3, Sensei</a:t>
            </a:r>
            <a:r>
              <a:rPr lang="ja-JP" altLang="en-US" b="1" dirty="0">
                <a:solidFill>
                  <a:schemeClr val="accent1">
                    <a:lumMod val="75000"/>
                  </a:schemeClr>
                </a:solidFill>
              </a:rPr>
              <a:t>（先生）</a:t>
            </a:r>
            <a:r>
              <a:rPr lang="en-IN" dirty="0"/>
              <a:t>		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Teacher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4, Gakusei</a:t>
            </a:r>
            <a:r>
              <a:rPr lang="ja-JP" altLang="en-US" dirty="0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ja-JP" altLang="en-US" b="1" dirty="0">
                <a:solidFill>
                  <a:schemeClr val="accent1">
                    <a:lumMod val="75000"/>
                  </a:schemeClr>
                </a:solidFill>
              </a:rPr>
              <a:t>がくせい</a:t>
            </a:r>
            <a:r>
              <a:rPr lang="ja-JP" altLang="en-US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r>
              <a:rPr lang="en-IN" dirty="0"/>
              <a:t>	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Student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5, Namae</a:t>
            </a:r>
            <a:r>
              <a:rPr lang="ja-JP" altLang="en-US" b="1" dirty="0">
                <a:solidFill>
                  <a:schemeClr val="accent1">
                    <a:lumMod val="75000"/>
                  </a:schemeClr>
                </a:solidFill>
              </a:rPr>
              <a:t>（名前）</a:t>
            </a:r>
            <a:r>
              <a:rPr lang="en-IN" dirty="0"/>
              <a:t>				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Name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6, ___Saan  </a:t>
            </a:r>
            <a:r>
              <a:rPr lang="ja-JP" altLang="en-US" b="1" dirty="0">
                <a:solidFill>
                  <a:schemeClr val="accent1">
                    <a:lumMod val="50000"/>
                  </a:schemeClr>
                </a:solidFill>
              </a:rPr>
              <a:t>（さん）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	Mr/Mrs.</a:t>
            </a:r>
          </a:p>
          <a:p>
            <a:pPr algn="l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7, Hai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	(</a:t>
            </a:r>
            <a:r>
              <a:rPr lang="ja-JP" altLang="en-US" b="1" dirty="0">
                <a:solidFill>
                  <a:schemeClr val="accent1">
                    <a:lumMod val="50000"/>
                  </a:schemeClr>
                </a:solidFill>
              </a:rPr>
              <a:t>はい）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	Yes</a:t>
            </a:r>
          </a:p>
          <a:p>
            <a:pPr algn="l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8, Iie</a:t>
            </a:r>
            <a:r>
              <a:rPr lang="ja-JP" altLang="en-US" b="1" dirty="0">
                <a:solidFill>
                  <a:schemeClr val="accent1">
                    <a:lumMod val="50000"/>
                  </a:schemeClr>
                </a:solidFill>
              </a:rPr>
              <a:t>（いいえ）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	No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9, Wakarimasu ka?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ja-JP" altLang="en-US" b="1" dirty="0">
                <a:solidFill>
                  <a:schemeClr val="accent1">
                    <a:lumMod val="75000"/>
                  </a:schemeClr>
                </a:solidFill>
              </a:rPr>
              <a:t>わかりますか</a:t>
            </a:r>
            <a:r>
              <a:rPr lang="en-US" altLang="ja-JP" b="1" dirty="0">
                <a:solidFill>
                  <a:schemeClr val="accent1">
                    <a:lumMod val="75000"/>
                  </a:schemeClr>
                </a:solidFill>
              </a:rPr>
              <a:t>?</a:t>
            </a:r>
            <a:r>
              <a:rPr lang="ja-JP" altLang="en-US" b="1" dirty="0">
                <a:solidFill>
                  <a:schemeClr val="accent1">
                    <a:lumMod val="75000"/>
                  </a:schemeClr>
                </a:solidFill>
              </a:rPr>
              <a:t>）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Do you understand?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= Hai wakarimasu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	Yes understood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= Iie wakarimasenn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	No’ I am not Understand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10</a:t>
            </a:r>
            <a:r>
              <a:rPr lang="en-IN" dirty="0"/>
              <a:t>,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Shizuka   (</a:t>
            </a:r>
            <a:r>
              <a:rPr lang="ja-JP" altLang="en-US" dirty="0">
                <a:solidFill>
                  <a:schemeClr val="accent1">
                    <a:lumMod val="75000"/>
                  </a:schemeClr>
                </a:solidFill>
              </a:rPr>
              <a:t>静か）</a:t>
            </a:r>
            <a:r>
              <a:rPr lang="en-IN" dirty="0"/>
              <a:t>			               </a:t>
            </a:r>
            <a:r>
              <a:rPr lang="ja-JP" altLang="en-US" dirty="0"/>
              <a:t>　　　</a:t>
            </a:r>
            <a:r>
              <a:rPr lang="en-IN" dirty="0"/>
              <a:t> 		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Silence/ Quet</a:t>
            </a:r>
          </a:p>
          <a:p>
            <a:pPr algn="l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11,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Minasaan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						EveryOne </a:t>
            </a:r>
            <a:r>
              <a:rPr lang="en-IN"/>
              <a:t>	</a:t>
            </a:r>
            <a:r>
              <a:rPr lang="en-IN" dirty="0"/>
              <a:t>				</a:t>
            </a:r>
          </a:p>
          <a:p>
            <a:pPr algn="l"/>
            <a:r>
              <a:rPr lang="en-IN" b="1" u="sng" dirty="0">
                <a:highlight>
                  <a:srgbClr val="FFFF00"/>
                </a:highlight>
              </a:rPr>
              <a:t>	</a:t>
            </a:r>
          </a:p>
          <a:p>
            <a:pPr algn="l"/>
            <a:r>
              <a:rPr lang="en-IN" b="1" u="sng" dirty="0">
                <a:highlight>
                  <a:srgbClr val="FFFF00"/>
                </a:highlight>
              </a:rPr>
              <a:t>Conversation</a:t>
            </a:r>
          </a:p>
          <a:p>
            <a:pPr algn="l"/>
            <a:r>
              <a:rPr lang="en-US" altLang="ja-JP" b="1" dirty="0"/>
              <a:t>O-</a:t>
            </a:r>
            <a:r>
              <a:rPr lang="en-US" altLang="ja-JP" b="1" dirty="0" err="1"/>
              <a:t>genki</a:t>
            </a:r>
            <a:r>
              <a:rPr lang="en-US" altLang="ja-JP" b="1" dirty="0"/>
              <a:t> desu ka</a:t>
            </a:r>
            <a:r>
              <a:rPr lang="ja-JP" altLang="en-US" b="1" dirty="0"/>
              <a:t>？</a:t>
            </a:r>
            <a:r>
              <a:rPr lang="en-IN" b="1" dirty="0"/>
              <a:t> </a:t>
            </a:r>
            <a:r>
              <a:rPr lang="ja-JP" altLang="en-US" b="1" dirty="0"/>
              <a:t>　　　　　　　　　　　　　　　　　　　　　　</a:t>
            </a:r>
            <a:r>
              <a:rPr lang="en-US" altLang="ja-JP" b="1" dirty="0"/>
              <a:t>How are you</a:t>
            </a:r>
            <a:r>
              <a:rPr lang="ja-JP" altLang="en-US" b="1" dirty="0"/>
              <a:t>？</a:t>
            </a:r>
            <a:endParaRPr lang="en-US" altLang="ja-JP" b="1" dirty="0"/>
          </a:p>
          <a:p>
            <a:pPr algn="l"/>
            <a:r>
              <a:rPr lang="ja-JP" altLang="en-US" b="1" dirty="0"/>
              <a:t>＝</a:t>
            </a:r>
            <a:r>
              <a:rPr lang="en-US" altLang="ja-JP" b="1" dirty="0"/>
              <a:t>Hai,</a:t>
            </a:r>
            <a:r>
              <a:rPr lang="ja-JP" altLang="en-US" b="1" dirty="0"/>
              <a:t>　</a:t>
            </a:r>
            <a:r>
              <a:rPr lang="en-US" altLang="ja-JP" b="1" dirty="0"/>
              <a:t>Genki</a:t>
            </a:r>
            <a:r>
              <a:rPr lang="ja-JP" altLang="en-US" b="1" dirty="0"/>
              <a:t>　</a:t>
            </a:r>
            <a:r>
              <a:rPr lang="en-US" altLang="ja-JP" b="1" dirty="0"/>
              <a:t>desu.</a:t>
            </a:r>
            <a:r>
              <a:rPr lang="ja-JP" altLang="en-US" b="1" dirty="0"/>
              <a:t>　　　　　　　　　　　　　　　　　　　　 </a:t>
            </a:r>
            <a:r>
              <a:rPr lang="en-US" altLang="ja-JP" b="1" dirty="0"/>
              <a:t>Yes, I am fine</a:t>
            </a:r>
          </a:p>
          <a:p>
            <a:pPr algn="l"/>
            <a:r>
              <a:rPr lang="en-US" altLang="ja-JP" b="1" dirty="0"/>
              <a:t>= </a:t>
            </a:r>
            <a:r>
              <a:rPr lang="en-US" altLang="ja-JP" b="1" dirty="0" err="1"/>
              <a:t>Iie</a:t>
            </a:r>
            <a:r>
              <a:rPr lang="en-US" altLang="ja-JP" b="1" dirty="0"/>
              <a:t>, Genki jya arimasen                                                                                        No, I am not fine</a:t>
            </a:r>
            <a:r>
              <a:rPr lang="ja-JP" altLang="en-US" b="1" dirty="0"/>
              <a:t>　　　　　　</a:t>
            </a:r>
            <a:r>
              <a:rPr lang="ja-JP" altLang="en-US" dirty="0"/>
              <a:t>　　　　　　　　　　　　　　　　　　　　　　　　　　　　　　　　　　　　　　　　　　　　　　　　　　　　　　　　</a:t>
            </a:r>
            <a:endParaRPr lang="en-IN" dirty="0"/>
          </a:p>
          <a:p>
            <a:pPr algn="l"/>
            <a:r>
              <a:rPr lang="en-IN" dirty="0"/>
              <a:t> </a:t>
            </a:r>
            <a:r>
              <a:rPr lang="en-IN" b="1" dirty="0"/>
              <a:t>O-</a:t>
            </a:r>
            <a:r>
              <a:rPr lang="en-IN" b="1" dirty="0" err="1"/>
              <a:t>Namae</a:t>
            </a:r>
            <a:r>
              <a:rPr lang="en-IN" b="1" dirty="0"/>
              <a:t> wa?    (</a:t>
            </a:r>
            <a:r>
              <a:rPr lang="ja-JP" altLang="en-US" b="1" dirty="0"/>
              <a:t>お名前は）</a:t>
            </a:r>
            <a:r>
              <a:rPr lang="en-US" altLang="ja-JP" b="1" dirty="0"/>
              <a:t>?</a:t>
            </a:r>
            <a:r>
              <a:rPr lang="en-IN" dirty="0"/>
              <a:t>				</a:t>
            </a:r>
            <a:r>
              <a:rPr lang="en-IN" b="1" dirty="0"/>
              <a:t>May I have your name</a:t>
            </a:r>
            <a:r>
              <a:rPr lang="ja-JP" altLang="en-US" b="1" dirty="0"/>
              <a:t>？</a:t>
            </a:r>
            <a:endParaRPr lang="en-IN" b="1" dirty="0"/>
          </a:p>
          <a:p>
            <a:pPr algn="l"/>
            <a:r>
              <a:rPr lang="en-IN" b="1" dirty="0"/>
              <a:t> </a:t>
            </a:r>
          </a:p>
          <a:p>
            <a:pPr algn="l"/>
            <a:r>
              <a:rPr lang="en-IN" b="1" dirty="0"/>
              <a:t>= Watashi wa _____</a:t>
            </a:r>
            <a:r>
              <a:rPr lang="en-IN" b="1" dirty="0" err="1"/>
              <a:t>Desu</a:t>
            </a:r>
            <a:r>
              <a:rPr lang="en-IN" b="1" dirty="0"/>
              <a:t>.</a:t>
            </a:r>
            <a:r>
              <a:rPr lang="ja-JP" altLang="en-US" b="1" dirty="0"/>
              <a:t>（私は＿＿です</a:t>
            </a:r>
            <a:r>
              <a:rPr lang="en-US" altLang="ja-JP" b="1" dirty="0"/>
              <a:t>)</a:t>
            </a:r>
            <a:r>
              <a:rPr lang="ja-JP" altLang="en-US" b="1" dirty="0"/>
              <a:t>。</a:t>
            </a:r>
            <a:r>
              <a:rPr lang="en-IN" b="1" dirty="0"/>
              <a:t>			My name is _______.</a:t>
            </a:r>
          </a:p>
          <a:p>
            <a:pPr algn="l"/>
            <a:r>
              <a:rPr lang="en-IN" b="1" dirty="0"/>
              <a:t>= </a:t>
            </a:r>
            <a:r>
              <a:rPr lang="en-IN" b="1" dirty="0" err="1"/>
              <a:t>watashi</a:t>
            </a:r>
            <a:r>
              <a:rPr lang="en-IN" b="1" dirty="0"/>
              <a:t> wa </a:t>
            </a:r>
            <a:r>
              <a:rPr lang="en-IN" b="1" dirty="0" err="1"/>
              <a:t>gakusei</a:t>
            </a:r>
            <a:r>
              <a:rPr lang="en-IN" b="1" dirty="0"/>
              <a:t> </a:t>
            </a:r>
            <a:r>
              <a:rPr lang="en-IN" b="1" dirty="0" err="1"/>
              <a:t>desu</a:t>
            </a:r>
            <a:r>
              <a:rPr lang="en-IN" b="1" dirty="0"/>
              <a:t>. </a:t>
            </a:r>
            <a:r>
              <a:rPr lang="ja-JP" altLang="en-US" b="1" dirty="0"/>
              <a:t>（私は学生です）</a:t>
            </a:r>
            <a:r>
              <a:rPr lang="en-US" altLang="ja-JP" b="1" dirty="0"/>
              <a:t>		I am student</a:t>
            </a:r>
            <a:endParaRPr lang="en-IN" b="1" dirty="0"/>
          </a:p>
          <a:p>
            <a:pPr algn="l"/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723948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296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SALMAN</dc:creator>
  <cp:lastModifiedBy>MOHD SALMAN</cp:lastModifiedBy>
  <cp:revision>57</cp:revision>
  <dcterms:created xsi:type="dcterms:W3CDTF">2023-04-03T03:59:39Z</dcterms:created>
  <dcterms:modified xsi:type="dcterms:W3CDTF">2023-07-26T04:22:51Z</dcterms:modified>
</cp:coreProperties>
</file>