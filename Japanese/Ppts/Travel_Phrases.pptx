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5" r:id="rId10"/>
    <p:sldId id="277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41" d="100"/>
          <a:sy n="141" d="100"/>
        </p:scale>
        <p:origin x="-222" y="-13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5F5E6-A97A-291D-F2D3-30168A9DA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54402-F0BC-A9CC-B25F-E3E28F199D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848E4-A2E4-67E3-60C5-99DE48D11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ED9DE-ABD5-D60E-74AC-5BB77E2CC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973AB-2D54-6BF9-3B7A-6404674A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360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83414-B5BA-B97C-102C-D1965147D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4B346-13F6-CB44-2219-83DD149BC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7189C-577E-61B3-D5A3-AF44A9249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B66B3-3CEF-6899-7005-C4188EB9F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337EC-8810-943D-665A-016F8043C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136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AF123-6EA7-EB87-A92D-74B374C26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F10B5-09B3-8B98-2814-411B2D0A8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0F024-4E1B-3774-7F20-84F17B3A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3BAA8-45A6-C167-BCB9-A8C460C14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78975-9B48-B10D-7B6D-FFD9D0A9A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65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0767F-0364-EFC6-6E51-866387A48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4C834-CFFC-90A4-ECE3-E9E3DB8BAF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AEF0B6-135D-8ABB-8661-24D5CD55B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D00C4-1010-DE1D-FA66-21A7F8808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4C050C-D6A9-821A-8961-46144061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CCC8E-D64E-C859-17FA-BD131219A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137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DE69B-421D-6A9C-9DC8-E34CB3381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4B0A2-62B5-8266-F472-34AA85E0A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FCDD36-05DD-C687-A4AE-E8AAE6A28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8C14BC-098C-735E-99DA-A4FACD2AB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D23D41-30F9-6A7C-8E0C-DA7F7D0D72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49E6A5-0E99-6858-9D30-FA92F9F1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ED1205-F929-4B91-1CC6-068F940FF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305ECA-AAF5-E812-6E35-E606E4439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70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87286-5394-5097-FBF4-F2B8AE725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AF3C34-F527-E21C-B82C-CFF1CF44F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6232CA-2017-9BBC-7661-E5572A264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A33928-1FCE-999D-33C5-E52351606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328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2DCEAA-AF96-D5AA-E611-33860C930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7410DD-D2C1-61A8-FD5F-A92B0F055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8E397-0CF1-C521-054D-E5750E4E8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47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59A68-54A5-5E63-ABEA-48E50B00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09482-8676-7B9C-C649-F179A699F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B9026E-93C0-16B4-4800-894C0F32F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1E61C-72AF-C9FF-EAAD-E1E89D5F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B3DFC-C712-F0BC-E644-03DE41D22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52B0E4-4E6B-8059-143F-22585C3B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26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58D37-66DC-902B-D2BD-9C9418B4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6377B0-35C0-32E9-FFFF-8A6380B61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505D1-72F1-58ED-C013-698F6890D3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E4C35-9125-90AE-7511-4818F27BE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9958A-3B8F-B24C-981E-9F71D95D9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44F637-64EE-7F0F-BE17-E647D5F58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897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DD9B1-1E26-31BA-8472-12A2FB9BB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9A9E-CBD5-6DDE-CB66-B4DDB2D43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00010-18A1-F0ED-15F1-B941F8D99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7F8B0-FC47-9C25-5D36-0A0031B4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12F2A-A249-427B-5BF4-14FAD02D3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489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C782B3-0EE5-AF9A-BBA1-B883029D48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D6200-B006-D6EB-9D63-0A815AE6F6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AC8DF-D24B-AEBF-68B7-DCAFFCA8F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187B2-2409-593F-BA9D-D540982A2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B5F65-9CFB-A8EA-D5BD-906AA7324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1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EF89B2-968D-6070-AA50-6824C6800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502B8-2344-1F51-547F-130BFC79E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22F31-7F4B-104B-709D-22F6640C2C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CA814-0C00-6D24-1A59-F9B45D57B6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9B79F-F914-50B0-5B84-97822B844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507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Japanese Travel Phrases: Going, Coming, and Returning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Learn how to talk about travel in Japanese with simple sentences!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5621"/>
          </a:xfrm>
        </p:spPr>
        <p:txBody>
          <a:bodyPr>
            <a:normAutofit/>
          </a:bodyPr>
          <a:lstStyle/>
          <a:p>
            <a:r>
              <a:rPr dirty="0"/>
              <a:t>Basic Sentence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423" y="976184"/>
            <a:ext cx="8835080" cy="5607178"/>
          </a:xfrm>
        </p:spPr>
        <p:txBody>
          <a:bodyPr>
            <a:normAutofit fontScale="85000" lnSpcReduction="20000"/>
          </a:bodyPr>
          <a:lstStyle/>
          <a:p>
            <a:r>
              <a:rPr sz="2800" dirty="0"/>
              <a:t>N1 は N2 へ </a:t>
            </a:r>
            <a:r>
              <a:rPr sz="2800" dirty="0" err="1"/>
              <a:t>いきます／きます／かえります</a:t>
            </a:r>
            <a:r>
              <a:rPr sz="2800" dirty="0"/>
              <a:t>。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2400" b="1" dirty="0"/>
              <a:t>(</a:t>
            </a:r>
            <a:r>
              <a:rPr lang="en-US" sz="2400" b="1" dirty="0" err="1"/>
              <a:t>ikimasu</a:t>
            </a:r>
            <a:r>
              <a:rPr lang="en-US" sz="2400" b="1" dirty="0"/>
              <a:t>)</a:t>
            </a:r>
            <a:r>
              <a:rPr lang="en-US" sz="2400" dirty="0"/>
              <a:t> → "to go"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2400" b="1" dirty="0"/>
              <a:t>(</a:t>
            </a:r>
            <a:r>
              <a:rPr lang="en-US" sz="2400" b="1" dirty="0" err="1"/>
              <a:t>kimasu</a:t>
            </a:r>
            <a:r>
              <a:rPr lang="en-US" sz="2400" b="1" dirty="0"/>
              <a:t>)</a:t>
            </a:r>
            <a:r>
              <a:rPr lang="en-US" sz="2400" dirty="0"/>
              <a:t> → "to come"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2400" b="1" dirty="0"/>
              <a:t>(</a:t>
            </a:r>
            <a:r>
              <a:rPr lang="en-US" sz="2400" b="1" dirty="0" err="1"/>
              <a:t>kaerimasu</a:t>
            </a:r>
            <a:r>
              <a:rPr lang="en-US" sz="2400" b="1" dirty="0"/>
              <a:t>)</a:t>
            </a:r>
            <a:r>
              <a:rPr lang="en-US" sz="2400" dirty="0"/>
              <a:t> → "to return“</a:t>
            </a:r>
          </a:p>
          <a:p>
            <a:endParaRPr sz="2800" dirty="0"/>
          </a:p>
          <a:p>
            <a:r>
              <a:rPr sz="2800" dirty="0"/>
              <a:t>N1 (Person) + </a:t>
            </a:r>
            <a:r>
              <a:rPr sz="2800" dirty="0" err="1"/>
              <a:t>wa</a:t>
            </a:r>
            <a:r>
              <a:rPr sz="2800" dirty="0"/>
              <a:t> + N2 (Destination) + e + verb.</a:t>
            </a:r>
          </a:p>
          <a:p>
            <a:endParaRPr lang="en-US" sz="2800" dirty="0"/>
          </a:p>
          <a:p>
            <a:r>
              <a:rPr sz="2800" dirty="0"/>
              <a:t>Examples:</a:t>
            </a:r>
          </a:p>
          <a:p>
            <a:r>
              <a:rPr sz="2800" dirty="0" err="1"/>
              <a:t>がっこう</a:t>
            </a:r>
            <a:r>
              <a:rPr sz="2800" dirty="0"/>
              <a:t> </a:t>
            </a:r>
            <a:r>
              <a:rPr sz="2800" dirty="0">
                <a:highlight>
                  <a:srgbClr val="FFFF00"/>
                </a:highlight>
              </a:rPr>
              <a:t>へ</a:t>
            </a:r>
            <a:r>
              <a:rPr sz="2800" dirty="0"/>
              <a:t> </a:t>
            </a:r>
            <a:r>
              <a:rPr sz="2800" dirty="0" err="1"/>
              <a:t>いきます</a:t>
            </a:r>
            <a:r>
              <a:rPr lang="en-US" sz="2800" dirty="0"/>
              <a:t> (</a:t>
            </a:r>
            <a:r>
              <a:rPr lang="en-US" sz="2800" dirty="0" err="1"/>
              <a:t>Gakkou</a:t>
            </a:r>
            <a:r>
              <a:rPr lang="en-US" sz="2800" dirty="0"/>
              <a:t> </a:t>
            </a:r>
            <a:r>
              <a:rPr lang="en-US" sz="2800" dirty="0">
                <a:highlight>
                  <a:srgbClr val="FFFF00"/>
                </a:highlight>
              </a:rPr>
              <a:t>e</a:t>
            </a:r>
            <a:r>
              <a:rPr lang="en-US" sz="2800" dirty="0"/>
              <a:t> Ikimasu )</a:t>
            </a:r>
          </a:p>
          <a:p>
            <a:pPr marL="0" indent="0">
              <a:buNone/>
            </a:pPr>
            <a:r>
              <a:rPr lang="en-US" sz="2800" dirty="0"/>
              <a:t>     </a:t>
            </a:r>
            <a:r>
              <a:rPr sz="2800" dirty="0"/>
              <a:t>(I go to school.)</a:t>
            </a:r>
            <a:endParaRPr lang="en-US" sz="2800" dirty="0"/>
          </a:p>
          <a:p>
            <a:pPr marL="0" indent="0">
              <a:buNone/>
            </a:pPr>
            <a:endParaRPr sz="2800" dirty="0"/>
          </a:p>
          <a:p>
            <a:r>
              <a:rPr sz="2400" dirty="0" err="1"/>
              <a:t>ともだち</a:t>
            </a:r>
            <a:r>
              <a:rPr sz="2400" dirty="0"/>
              <a:t> の </a:t>
            </a:r>
            <a:r>
              <a:rPr sz="2400" dirty="0" err="1"/>
              <a:t>いえ</a:t>
            </a:r>
            <a:r>
              <a:rPr sz="2400" dirty="0"/>
              <a:t> </a:t>
            </a:r>
            <a:r>
              <a:rPr sz="2400" dirty="0">
                <a:highlight>
                  <a:srgbClr val="FFFF00"/>
                </a:highlight>
              </a:rPr>
              <a:t>へ</a:t>
            </a:r>
            <a:r>
              <a:rPr sz="2400" dirty="0"/>
              <a:t> </a:t>
            </a:r>
            <a:r>
              <a:rPr sz="2400" dirty="0" err="1"/>
              <a:t>きます</a:t>
            </a:r>
            <a:r>
              <a:rPr lang="en-US" sz="2400" dirty="0"/>
              <a:t> </a:t>
            </a:r>
            <a:r>
              <a:rPr lang="en-US" sz="2800" dirty="0"/>
              <a:t>(</a:t>
            </a:r>
            <a:r>
              <a:rPr lang="en-US" sz="2800" dirty="0" err="1"/>
              <a:t>Tomodachi</a:t>
            </a:r>
            <a:r>
              <a:rPr lang="en-US" sz="2800" dirty="0"/>
              <a:t> no </a:t>
            </a:r>
            <a:r>
              <a:rPr lang="en-US" sz="2800" dirty="0" err="1"/>
              <a:t>ie</a:t>
            </a:r>
            <a:r>
              <a:rPr lang="en-US" sz="2800" dirty="0"/>
              <a:t> </a:t>
            </a:r>
            <a:r>
              <a:rPr lang="en-US" sz="2800" dirty="0">
                <a:highlight>
                  <a:srgbClr val="FFFF00"/>
                </a:highlight>
              </a:rPr>
              <a:t>e</a:t>
            </a:r>
            <a:r>
              <a:rPr lang="en-US" sz="2800" dirty="0"/>
              <a:t> </a:t>
            </a:r>
            <a:r>
              <a:rPr lang="en-US" sz="2800" dirty="0" err="1"/>
              <a:t>kimasu</a:t>
            </a:r>
            <a:r>
              <a:rPr lang="en-US" sz="2800" dirty="0"/>
              <a:t> )</a:t>
            </a:r>
          </a:p>
          <a:p>
            <a:pPr marL="0" indent="0">
              <a:buNone/>
            </a:pPr>
            <a:r>
              <a:rPr lang="en-US" sz="2800" dirty="0"/>
              <a:t>     </a:t>
            </a:r>
            <a:r>
              <a:rPr sz="2800" dirty="0"/>
              <a:t>(I come to my friend's house.)</a:t>
            </a:r>
            <a:endParaRPr lang="en-US" sz="2800" dirty="0"/>
          </a:p>
          <a:p>
            <a:endParaRPr sz="2800" dirty="0"/>
          </a:p>
          <a:p>
            <a:r>
              <a:rPr sz="2800" dirty="0" err="1"/>
              <a:t>うち</a:t>
            </a:r>
            <a:r>
              <a:rPr sz="2800" dirty="0"/>
              <a:t> へ </a:t>
            </a:r>
            <a:r>
              <a:rPr sz="2800" dirty="0" err="1"/>
              <a:t>かえります</a:t>
            </a:r>
            <a:r>
              <a:rPr sz="2800" dirty="0"/>
              <a:t>。</a:t>
            </a:r>
            <a:r>
              <a:rPr lang="en-US" sz="2800" dirty="0"/>
              <a:t>(</a:t>
            </a:r>
            <a:r>
              <a:rPr lang="en-US" sz="2800" dirty="0" err="1"/>
              <a:t>Uchi</a:t>
            </a:r>
            <a:r>
              <a:rPr lang="en-US" sz="2800" dirty="0"/>
              <a:t> e </a:t>
            </a:r>
            <a:r>
              <a:rPr lang="en-US" sz="2800" dirty="0" err="1"/>
              <a:t>kaerimasu</a:t>
            </a:r>
            <a:r>
              <a:rPr lang="en-US" sz="2800" dirty="0"/>
              <a:t>)</a:t>
            </a:r>
          </a:p>
          <a:p>
            <a:r>
              <a:rPr sz="2800" dirty="0"/>
              <a:t>(I return home.)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Asking 'Where are you going?'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76216"/>
          </a:xfrm>
        </p:spPr>
        <p:txBody>
          <a:bodyPr>
            <a:normAutofit fontScale="92500" lnSpcReduction="10000"/>
          </a:bodyPr>
          <a:lstStyle/>
          <a:p>
            <a:endParaRPr lang="en-US" b="1" dirty="0"/>
          </a:p>
          <a:p>
            <a:r>
              <a:rPr lang="en-US" b="1" dirty="0"/>
              <a:t>Example:</a:t>
            </a:r>
          </a:p>
          <a:p>
            <a:r>
              <a:rPr b="1" dirty="0" err="1">
                <a:highlight>
                  <a:srgbClr val="FFFF00"/>
                </a:highlight>
              </a:rPr>
              <a:t>どこ</a:t>
            </a:r>
            <a:r>
              <a:rPr b="1" dirty="0"/>
              <a:t> </a:t>
            </a:r>
            <a:r>
              <a:rPr b="1" dirty="0">
                <a:solidFill>
                  <a:srgbClr val="FF0000"/>
                </a:solidFill>
                <a:highlight>
                  <a:srgbClr val="FFFF00"/>
                </a:highlight>
              </a:rPr>
              <a:t>へ</a:t>
            </a:r>
            <a:r>
              <a:rPr b="1" dirty="0"/>
              <a:t> </a:t>
            </a:r>
            <a:r>
              <a:rPr b="1" dirty="0" err="1"/>
              <a:t>いきますか</a:t>
            </a:r>
            <a:r>
              <a:rPr b="1" dirty="0"/>
              <a:t>？ (Doko </a:t>
            </a:r>
            <a:r>
              <a:rPr b="1" dirty="0">
                <a:highlight>
                  <a:srgbClr val="FFFF00"/>
                </a:highlight>
              </a:rPr>
              <a:t>e</a:t>
            </a:r>
            <a:r>
              <a:rPr b="1" dirty="0"/>
              <a:t> </a:t>
            </a:r>
            <a:r>
              <a:rPr b="1" dirty="0" err="1"/>
              <a:t>ikimasu</a:t>
            </a:r>
            <a:r>
              <a:rPr b="1" dirty="0"/>
              <a:t> ka?) </a:t>
            </a:r>
            <a:endParaRPr lang="en-US" b="1" dirty="0"/>
          </a:p>
          <a:p>
            <a:r>
              <a:rPr b="1" dirty="0"/>
              <a:t>→ Where are you going?</a:t>
            </a:r>
            <a:endParaRPr lang="en-US" b="1" dirty="0"/>
          </a:p>
          <a:p>
            <a:endParaRPr b="1" dirty="0"/>
          </a:p>
          <a:p>
            <a:r>
              <a:rPr b="1" dirty="0" err="1"/>
              <a:t>なつやすみ</a:t>
            </a:r>
            <a:r>
              <a:rPr b="1" dirty="0"/>
              <a:t> は </a:t>
            </a:r>
            <a:r>
              <a:rPr b="1" dirty="0" err="1">
                <a:highlight>
                  <a:srgbClr val="FFFF00"/>
                </a:highlight>
              </a:rPr>
              <a:t>どこ</a:t>
            </a:r>
            <a:r>
              <a:rPr b="1" dirty="0"/>
              <a:t> </a:t>
            </a:r>
            <a:r>
              <a:rPr b="1" dirty="0">
                <a:solidFill>
                  <a:srgbClr val="FF0000"/>
                </a:solidFill>
                <a:highlight>
                  <a:srgbClr val="FFFF00"/>
                </a:highlight>
              </a:rPr>
              <a:t>へ</a:t>
            </a:r>
            <a:r>
              <a:rPr b="1" dirty="0"/>
              <a:t> </a:t>
            </a:r>
            <a:r>
              <a:rPr b="1" dirty="0" err="1"/>
              <a:t>いきますか</a:t>
            </a:r>
            <a:r>
              <a:rPr lang="en-US" b="1" dirty="0"/>
              <a:t> (</a:t>
            </a:r>
            <a:r>
              <a:rPr lang="en-US" b="1" dirty="0" err="1"/>
              <a:t>natsuyasumi</a:t>
            </a:r>
            <a:r>
              <a:rPr lang="en-US" b="1" dirty="0"/>
              <a:t> </a:t>
            </a:r>
            <a:r>
              <a:rPr lang="en-US" b="1" dirty="0" err="1"/>
              <a:t>wa</a:t>
            </a:r>
            <a:r>
              <a:rPr lang="en-US" b="1" dirty="0"/>
              <a:t> </a:t>
            </a:r>
            <a:r>
              <a:rPr lang="en-US" b="1" dirty="0" err="1"/>
              <a:t>doko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e</a:t>
            </a:r>
            <a:r>
              <a:rPr lang="en-US" b="1" dirty="0"/>
              <a:t> </a:t>
            </a:r>
            <a:r>
              <a:rPr lang="en-US" b="1" dirty="0" err="1"/>
              <a:t>ikimasuka</a:t>
            </a:r>
            <a:r>
              <a:rPr lang="en-US" b="1" dirty="0"/>
              <a:t>)</a:t>
            </a:r>
            <a:r>
              <a:rPr b="1" dirty="0"/>
              <a:t> 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    </a:t>
            </a:r>
            <a:r>
              <a:rPr b="1" dirty="0"/>
              <a:t>(Where will you go for summer vacation?)</a:t>
            </a:r>
            <a:endParaRPr lang="en-US" b="1" dirty="0"/>
          </a:p>
          <a:p>
            <a:pPr marL="0" indent="0">
              <a:buNone/>
            </a:pPr>
            <a:endParaRPr b="1" dirty="0"/>
          </a:p>
          <a:p>
            <a:r>
              <a:rPr b="1" dirty="0" err="1"/>
              <a:t>おおさか</a:t>
            </a:r>
            <a:r>
              <a:rPr b="1" dirty="0"/>
              <a:t> へ </a:t>
            </a:r>
            <a:r>
              <a:rPr b="1" dirty="0" err="1"/>
              <a:t>いきます</a:t>
            </a:r>
            <a:r>
              <a:rPr b="1" dirty="0"/>
              <a:t>。</a:t>
            </a:r>
            <a:r>
              <a:rPr lang="en-US" b="1" dirty="0"/>
              <a:t>(Oosaka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e</a:t>
            </a:r>
            <a:r>
              <a:rPr lang="en-US" b="1" dirty="0"/>
              <a:t> Ikimasu)</a:t>
            </a:r>
          </a:p>
          <a:p>
            <a:r>
              <a:rPr b="1" dirty="0"/>
              <a:t>(I will go to Osaka.)</a:t>
            </a:r>
          </a:p>
          <a:p>
            <a:endParaRPr b="1" dirty="0"/>
          </a:p>
          <a:p>
            <a:r>
              <a:rPr b="1" dirty="0">
                <a:highlight>
                  <a:srgbClr val="00FF00"/>
                </a:highlight>
              </a:rPr>
              <a:t>If not going anywhere:</a:t>
            </a:r>
          </a:p>
          <a:p>
            <a:r>
              <a:rPr b="1" dirty="0" err="1">
                <a:highlight>
                  <a:srgbClr val="FF0000"/>
                </a:highlight>
              </a:rPr>
              <a:t>どこ</a:t>
            </a:r>
            <a:r>
              <a:rPr b="1" dirty="0">
                <a:highlight>
                  <a:srgbClr val="FF0000"/>
                </a:highlight>
              </a:rPr>
              <a:t> </a:t>
            </a:r>
            <a:r>
              <a:rPr b="1" dirty="0" err="1">
                <a:highlight>
                  <a:srgbClr val="FF0000"/>
                </a:highlight>
              </a:rPr>
              <a:t>へも</a:t>
            </a:r>
            <a:r>
              <a:rPr b="1" dirty="0">
                <a:highlight>
                  <a:srgbClr val="FF0000"/>
                </a:highlight>
              </a:rPr>
              <a:t> </a:t>
            </a:r>
            <a:r>
              <a:rPr b="1" dirty="0" err="1">
                <a:highlight>
                  <a:srgbClr val="FF0000"/>
                </a:highlight>
              </a:rPr>
              <a:t>いきません</a:t>
            </a:r>
            <a:r>
              <a:rPr b="1" dirty="0"/>
              <a:t>。</a:t>
            </a:r>
            <a:r>
              <a:rPr lang="en-US" b="1" dirty="0"/>
              <a:t>(Doko </a:t>
            </a:r>
            <a:r>
              <a:rPr lang="en-US" b="1" dirty="0">
                <a:highlight>
                  <a:srgbClr val="FFFF00"/>
                </a:highlight>
              </a:rPr>
              <a:t>e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0000"/>
                </a:solidFill>
              </a:rPr>
              <a:t>mo</a:t>
            </a:r>
            <a:r>
              <a:rPr lang="en-US" b="1" dirty="0"/>
              <a:t> </a:t>
            </a:r>
            <a:r>
              <a:rPr lang="en-US" b="1" dirty="0" err="1"/>
              <a:t>ikimasen</a:t>
            </a:r>
            <a:r>
              <a:rPr lang="en-US" b="1" dirty="0"/>
              <a:t>)</a:t>
            </a:r>
          </a:p>
          <a:p>
            <a:r>
              <a:rPr b="1" dirty="0"/>
              <a:t>(I am not going anywhere.)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How will you travel?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320"/>
            <a:ext cx="8229600" cy="4983480"/>
          </a:xfrm>
        </p:spPr>
        <p:txBody>
          <a:bodyPr>
            <a:normAutofit/>
          </a:bodyPr>
          <a:lstStyle/>
          <a:p>
            <a:r>
              <a:rPr b="1" dirty="0" err="1"/>
              <a:t>なんで</a:t>
            </a:r>
            <a:r>
              <a:rPr b="1" dirty="0"/>
              <a:t> N2 へ </a:t>
            </a:r>
            <a:r>
              <a:rPr b="1" dirty="0" err="1"/>
              <a:t>いきますか</a:t>
            </a:r>
            <a:r>
              <a:rPr b="1" dirty="0"/>
              <a:t> </a:t>
            </a:r>
            <a:endParaRPr lang="en-US" b="1" dirty="0"/>
          </a:p>
          <a:p>
            <a:r>
              <a:rPr b="1" dirty="0"/>
              <a:t>(</a:t>
            </a:r>
            <a:r>
              <a:rPr b="1" dirty="0">
                <a:highlight>
                  <a:srgbClr val="FFFF00"/>
                </a:highlight>
              </a:rPr>
              <a:t>Nan de N2 e </a:t>
            </a:r>
            <a:r>
              <a:rPr b="1" dirty="0" err="1">
                <a:highlight>
                  <a:srgbClr val="FFFF00"/>
                </a:highlight>
              </a:rPr>
              <a:t>ikimasu</a:t>
            </a:r>
            <a:r>
              <a:rPr b="1" dirty="0">
                <a:highlight>
                  <a:srgbClr val="FFFF00"/>
                </a:highlight>
              </a:rPr>
              <a:t> ka) </a:t>
            </a:r>
            <a:r>
              <a:rPr b="1" dirty="0"/>
              <a:t>→ How will you go?</a:t>
            </a:r>
          </a:p>
          <a:p>
            <a:endParaRPr b="1" dirty="0"/>
          </a:p>
          <a:p>
            <a:r>
              <a:rPr b="1" dirty="0"/>
              <a:t>Examples:</a:t>
            </a:r>
          </a:p>
          <a:p>
            <a:r>
              <a:rPr b="1" dirty="0" err="1"/>
              <a:t>バス</a:t>
            </a:r>
            <a:r>
              <a:rPr b="1" dirty="0"/>
              <a:t> で </a:t>
            </a:r>
            <a:r>
              <a:rPr b="1" dirty="0" err="1"/>
              <a:t>いきます</a:t>
            </a:r>
            <a:r>
              <a:rPr b="1" dirty="0"/>
              <a:t>。</a:t>
            </a:r>
            <a:r>
              <a:rPr lang="en-US" b="1" dirty="0"/>
              <a:t>(Basu de Ikimasu)</a:t>
            </a:r>
          </a:p>
          <a:p>
            <a:pPr marL="0" indent="0">
              <a:buNone/>
            </a:pPr>
            <a:r>
              <a:rPr lang="en-IN" b="1" dirty="0"/>
              <a:t>    </a:t>
            </a:r>
            <a:r>
              <a:rPr b="1" dirty="0"/>
              <a:t>(I will go by bus.)</a:t>
            </a:r>
          </a:p>
          <a:p>
            <a:r>
              <a:rPr b="1" dirty="0" err="1"/>
              <a:t>ひこうき</a:t>
            </a:r>
            <a:r>
              <a:rPr b="1" dirty="0"/>
              <a:t> で </a:t>
            </a:r>
            <a:r>
              <a:rPr b="1" dirty="0" err="1"/>
              <a:t>インド</a:t>
            </a:r>
            <a:r>
              <a:rPr b="1" dirty="0"/>
              <a:t> </a:t>
            </a:r>
            <a:r>
              <a:rPr lang="ja-JP" altLang="en-US" b="1" dirty="0"/>
              <a:t>へ</a:t>
            </a:r>
            <a:r>
              <a:rPr b="1" dirty="0"/>
              <a:t> </a:t>
            </a:r>
            <a:r>
              <a:rPr b="1" dirty="0" err="1"/>
              <a:t>きま</a:t>
            </a:r>
            <a:r>
              <a:rPr lang="ja-JP" altLang="en-US" b="1" dirty="0"/>
              <a:t>す</a:t>
            </a:r>
            <a:r>
              <a:rPr b="1" dirty="0"/>
              <a:t>。</a:t>
            </a:r>
            <a:endParaRPr lang="en-US" b="1" dirty="0"/>
          </a:p>
          <a:p>
            <a:r>
              <a:rPr lang="en-IN" b="1" dirty="0" err="1"/>
              <a:t>Hikouki</a:t>
            </a:r>
            <a:r>
              <a:rPr lang="en-IN" b="1" dirty="0"/>
              <a:t> de </a:t>
            </a:r>
            <a:r>
              <a:rPr lang="en-IN" b="1" dirty="0" err="1"/>
              <a:t>indo</a:t>
            </a:r>
            <a:r>
              <a:rPr lang="en-IN" b="1" dirty="0"/>
              <a:t> e </a:t>
            </a:r>
            <a:r>
              <a:rPr lang="en-IN" b="1" dirty="0" err="1"/>
              <a:t>ikimasu</a:t>
            </a:r>
            <a:endParaRPr lang="en-IN" b="1" dirty="0"/>
          </a:p>
          <a:p>
            <a:r>
              <a:rPr b="1" dirty="0"/>
              <a:t>(I </a:t>
            </a:r>
            <a:r>
              <a:rPr lang="en-US" b="1" dirty="0"/>
              <a:t>will go</a:t>
            </a:r>
            <a:r>
              <a:rPr b="1" dirty="0"/>
              <a:t> to India by airplane.)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Asking 'When will you go?'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 err="1"/>
              <a:t>いつ</a:t>
            </a:r>
            <a:r>
              <a:rPr b="1" dirty="0"/>
              <a:t> N2 へ </a:t>
            </a:r>
            <a:r>
              <a:rPr b="1" dirty="0" err="1"/>
              <a:t>いきますか</a:t>
            </a:r>
            <a:r>
              <a:rPr b="1" dirty="0"/>
              <a:t>？ </a:t>
            </a:r>
            <a:endParaRPr lang="en-US" b="1" dirty="0"/>
          </a:p>
          <a:p>
            <a:r>
              <a:rPr b="1" dirty="0">
                <a:highlight>
                  <a:srgbClr val="FFFF00"/>
                </a:highlight>
              </a:rPr>
              <a:t>(Itsu N2 e </a:t>
            </a:r>
            <a:r>
              <a:rPr b="1" dirty="0" err="1">
                <a:highlight>
                  <a:srgbClr val="FFFF00"/>
                </a:highlight>
              </a:rPr>
              <a:t>ikimasu</a:t>
            </a:r>
            <a:r>
              <a:rPr b="1" dirty="0">
                <a:highlight>
                  <a:srgbClr val="FFFF00"/>
                </a:highlight>
              </a:rPr>
              <a:t> ka?) </a:t>
            </a:r>
            <a:r>
              <a:rPr b="1" dirty="0"/>
              <a:t>→ When will you go?</a:t>
            </a:r>
          </a:p>
          <a:p>
            <a:endParaRPr b="1" dirty="0"/>
          </a:p>
          <a:p>
            <a:r>
              <a:rPr b="1" dirty="0"/>
              <a:t>Examples:</a:t>
            </a:r>
          </a:p>
          <a:p>
            <a:r>
              <a:rPr b="1" dirty="0" err="1"/>
              <a:t>いつ</a:t>
            </a:r>
            <a:r>
              <a:rPr b="1" dirty="0"/>
              <a:t> </a:t>
            </a:r>
            <a:r>
              <a:rPr b="1" dirty="0" err="1"/>
              <a:t>デリ</a:t>
            </a:r>
            <a:r>
              <a:rPr b="1" dirty="0"/>
              <a:t>ー へ </a:t>
            </a:r>
            <a:r>
              <a:rPr b="1" dirty="0" err="1"/>
              <a:t>いきますか</a:t>
            </a:r>
            <a:r>
              <a:rPr b="1" dirty="0"/>
              <a:t>？</a:t>
            </a:r>
            <a:endParaRPr lang="en-US" b="1" dirty="0"/>
          </a:p>
          <a:p>
            <a:r>
              <a:rPr b="1" dirty="0"/>
              <a:t> (When will you go to Delhi?)</a:t>
            </a:r>
          </a:p>
          <a:p>
            <a:r>
              <a:rPr b="1" dirty="0" err="1"/>
              <a:t>らいげつ</a:t>
            </a:r>
            <a:r>
              <a:rPr b="1" dirty="0"/>
              <a:t> </a:t>
            </a:r>
            <a:r>
              <a:rPr b="1" dirty="0" err="1"/>
              <a:t>デリ</a:t>
            </a:r>
            <a:r>
              <a:rPr b="1" dirty="0"/>
              <a:t>ー へ </a:t>
            </a:r>
            <a:r>
              <a:rPr b="1" dirty="0" err="1"/>
              <a:t>いきます</a:t>
            </a:r>
            <a:r>
              <a:rPr b="1" dirty="0"/>
              <a:t>。</a:t>
            </a:r>
            <a:endParaRPr lang="en-US" b="1" dirty="0"/>
          </a:p>
          <a:p>
            <a:r>
              <a:rPr lang="en-IN" b="1" dirty="0" err="1"/>
              <a:t>Raigetsu</a:t>
            </a:r>
            <a:r>
              <a:rPr lang="en-IN" b="1" dirty="0"/>
              <a:t> </a:t>
            </a:r>
            <a:r>
              <a:rPr lang="en-IN" b="1" dirty="0" err="1"/>
              <a:t>deri</a:t>
            </a:r>
            <a:r>
              <a:rPr lang="en-IN" b="1" dirty="0"/>
              <a:t> e </a:t>
            </a:r>
            <a:r>
              <a:rPr lang="en-IN" b="1" dirty="0" err="1"/>
              <a:t>ikimasu</a:t>
            </a:r>
            <a:endParaRPr lang="en-IN" b="1" dirty="0"/>
          </a:p>
          <a:p>
            <a:r>
              <a:rPr b="1" dirty="0"/>
              <a:t>(I will go to Delhi next month.)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Asking 'With whom will you go?'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3064"/>
          </a:xfrm>
        </p:spPr>
        <p:txBody>
          <a:bodyPr>
            <a:normAutofit/>
          </a:bodyPr>
          <a:lstStyle/>
          <a:p>
            <a:r>
              <a:rPr lang="ja-JP" altLang="en-US" b="1" dirty="0"/>
              <a:t>だれ</a:t>
            </a:r>
            <a:r>
              <a:rPr b="1" dirty="0"/>
              <a:t>と </a:t>
            </a:r>
            <a:r>
              <a:rPr b="1" dirty="0" err="1"/>
              <a:t>りょこう</a:t>
            </a:r>
            <a:r>
              <a:rPr b="1" dirty="0"/>
              <a:t> へ </a:t>
            </a:r>
            <a:r>
              <a:rPr b="1" dirty="0" err="1"/>
              <a:t>いきますか</a:t>
            </a:r>
            <a:r>
              <a:rPr b="1" dirty="0"/>
              <a:t>？ </a:t>
            </a:r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dare</a:t>
            </a:r>
            <a:r>
              <a:rPr b="1" dirty="0">
                <a:solidFill>
                  <a:srgbClr val="FF0000"/>
                </a:solidFill>
              </a:rPr>
              <a:t> to </a:t>
            </a:r>
            <a:r>
              <a:rPr b="1" dirty="0" err="1">
                <a:solidFill>
                  <a:srgbClr val="FF0000"/>
                </a:solidFill>
                <a:highlight>
                  <a:srgbClr val="FFFF00"/>
                </a:highlight>
              </a:rPr>
              <a:t>ryokou</a:t>
            </a:r>
            <a:r>
              <a:rPr b="1" dirty="0">
                <a:solidFill>
                  <a:srgbClr val="FF0000"/>
                </a:solidFill>
              </a:rPr>
              <a:t> e </a:t>
            </a:r>
            <a:r>
              <a:rPr b="1" dirty="0" err="1">
                <a:solidFill>
                  <a:srgbClr val="FF0000"/>
                </a:solidFill>
              </a:rPr>
              <a:t>ikimasu</a:t>
            </a:r>
            <a:r>
              <a:rPr b="1" dirty="0">
                <a:solidFill>
                  <a:srgbClr val="FF0000"/>
                </a:solidFill>
              </a:rPr>
              <a:t> ka?) 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b="1" dirty="0"/>
              <a:t>→ With whom will you travel?</a:t>
            </a:r>
          </a:p>
          <a:p>
            <a:endParaRPr b="1" dirty="0"/>
          </a:p>
          <a:p>
            <a:r>
              <a:rPr b="1" dirty="0"/>
              <a:t>Examples:</a:t>
            </a:r>
          </a:p>
          <a:p>
            <a:r>
              <a:rPr b="1" dirty="0" err="1"/>
              <a:t>かぞく</a:t>
            </a:r>
            <a:r>
              <a:rPr b="1" dirty="0"/>
              <a:t> と </a:t>
            </a:r>
            <a:r>
              <a:rPr b="1" dirty="0" err="1"/>
              <a:t>いきます。</a:t>
            </a:r>
            <a:r>
              <a:rPr lang="en-US" b="1" dirty="0" err="1"/>
              <a:t>Kazoku</a:t>
            </a:r>
            <a:r>
              <a:rPr lang="en-US" b="1" dirty="0"/>
              <a:t> to Ikimasu</a:t>
            </a:r>
          </a:p>
          <a:p>
            <a:r>
              <a:rPr b="1" dirty="0"/>
              <a:t>(I will go with my family.)</a:t>
            </a:r>
          </a:p>
          <a:p>
            <a:r>
              <a:rPr b="1" dirty="0" err="1"/>
              <a:t>ともだち</a:t>
            </a:r>
            <a:r>
              <a:rPr b="1" dirty="0"/>
              <a:t> と </a:t>
            </a:r>
            <a:r>
              <a:rPr b="1" dirty="0" err="1"/>
              <a:t>いきます。</a:t>
            </a:r>
            <a:r>
              <a:rPr lang="en-US" b="1" dirty="0" err="1"/>
              <a:t>Tomodachi</a:t>
            </a:r>
            <a:r>
              <a:rPr lang="en-US" b="1" dirty="0"/>
              <a:t> to Ikimasu</a:t>
            </a:r>
          </a:p>
          <a:p>
            <a:r>
              <a:rPr b="1" dirty="0"/>
              <a:t>(I will go with friends.)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Verb Conjugation (Present &amp; Past)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3064"/>
          </a:xfrm>
        </p:spPr>
        <p:txBody>
          <a:bodyPr>
            <a:normAutofit/>
          </a:bodyPr>
          <a:lstStyle/>
          <a:p>
            <a:r>
              <a:rPr b="1" dirty="0" err="1"/>
              <a:t>いきます</a:t>
            </a:r>
            <a:r>
              <a:rPr b="1" dirty="0"/>
              <a:t> (</a:t>
            </a:r>
            <a:r>
              <a:rPr b="1" dirty="0" err="1"/>
              <a:t>ikimasu</a:t>
            </a:r>
            <a:r>
              <a:rPr b="1" dirty="0"/>
              <a:t>) → To go</a:t>
            </a:r>
          </a:p>
          <a:p>
            <a:r>
              <a:rPr b="1" dirty="0" err="1"/>
              <a:t>きます</a:t>
            </a:r>
            <a:r>
              <a:rPr b="1" dirty="0"/>
              <a:t> (</a:t>
            </a:r>
            <a:r>
              <a:rPr b="1" dirty="0" err="1"/>
              <a:t>kimasu</a:t>
            </a:r>
            <a:r>
              <a:rPr b="1" dirty="0"/>
              <a:t>) → To come</a:t>
            </a:r>
          </a:p>
          <a:p>
            <a:r>
              <a:rPr b="1" dirty="0" err="1"/>
              <a:t>かえります</a:t>
            </a:r>
            <a:r>
              <a:rPr b="1" dirty="0"/>
              <a:t> (</a:t>
            </a:r>
            <a:r>
              <a:rPr b="1" dirty="0" err="1"/>
              <a:t>kaerimasu</a:t>
            </a:r>
            <a:r>
              <a:rPr b="1" dirty="0"/>
              <a:t>) → To return</a:t>
            </a:r>
          </a:p>
          <a:p>
            <a:endParaRPr b="1" dirty="0"/>
          </a:p>
          <a:p>
            <a:r>
              <a:rPr b="1" dirty="0"/>
              <a:t>Present Negative: </a:t>
            </a:r>
            <a:r>
              <a:rPr b="1" dirty="0" err="1"/>
              <a:t>いきません</a:t>
            </a:r>
            <a:r>
              <a:rPr b="1" dirty="0"/>
              <a:t> / </a:t>
            </a:r>
            <a:r>
              <a:rPr b="1" dirty="0" err="1"/>
              <a:t>きません</a:t>
            </a:r>
            <a:r>
              <a:rPr b="1" dirty="0"/>
              <a:t> / </a:t>
            </a:r>
            <a:r>
              <a:rPr b="1" dirty="0" err="1"/>
              <a:t>かえりません</a:t>
            </a:r>
            <a:endParaRPr b="1" dirty="0"/>
          </a:p>
          <a:p>
            <a:r>
              <a:rPr b="1" dirty="0"/>
              <a:t>Past Positive: </a:t>
            </a:r>
            <a:r>
              <a:rPr b="1" dirty="0" err="1"/>
              <a:t>いきました</a:t>
            </a:r>
            <a:r>
              <a:rPr b="1" dirty="0"/>
              <a:t> / </a:t>
            </a:r>
            <a:r>
              <a:rPr b="1" dirty="0" err="1"/>
              <a:t>きました</a:t>
            </a:r>
            <a:r>
              <a:rPr b="1" dirty="0"/>
              <a:t> / </a:t>
            </a:r>
            <a:r>
              <a:rPr b="1" dirty="0" err="1"/>
              <a:t>かえりました</a:t>
            </a:r>
            <a:endParaRPr b="1" dirty="0"/>
          </a:p>
          <a:p>
            <a:r>
              <a:rPr b="1" dirty="0"/>
              <a:t>Past Negative: </a:t>
            </a:r>
            <a:r>
              <a:rPr b="1" dirty="0" err="1"/>
              <a:t>いきませんでした</a:t>
            </a:r>
            <a:r>
              <a:rPr b="1" dirty="0"/>
              <a:t> / </a:t>
            </a:r>
            <a:r>
              <a:rPr b="1" dirty="0" err="1"/>
              <a:t>きませんでした</a:t>
            </a:r>
            <a:r>
              <a:rPr b="1" dirty="0"/>
              <a:t> / </a:t>
            </a:r>
            <a:r>
              <a:rPr b="1" dirty="0" err="1"/>
              <a:t>かえりませんでした</a:t>
            </a:r>
            <a:endParaRPr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72842"/>
          </a:xfrm>
        </p:spPr>
        <p:txBody>
          <a:bodyPr/>
          <a:lstStyle/>
          <a:p>
            <a:r>
              <a:rPr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568" y="1037969"/>
            <a:ext cx="8333232" cy="5314063"/>
          </a:xfrm>
        </p:spPr>
        <p:txBody>
          <a:bodyPr>
            <a:normAutofit/>
          </a:bodyPr>
          <a:lstStyle/>
          <a:p>
            <a:r>
              <a:rPr b="1" dirty="0"/>
              <a:t>| Question | Example Answer |</a:t>
            </a:r>
          </a:p>
          <a:p>
            <a:r>
              <a:rPr b="1" dirty="0"/>
              <a:t>|----------|--------------|</a:t>
            </a:r>
          </a:p>
          <a:p>
            <a:r>
              <a:rPr b="1" dirty="0"/>
              <a:t> </a:t>
            </a:r>
            <a:r>
              <a:rPr b="1" dirty="0" err="1"/>
              <a:t>どこへいきますか</a:t>
            </a:r>
            <a:r>
              <a:rPr b="1" dirty="0"/>
              <a:t>？</a:t>
            </a:r>
            <a:r>
              <a:rPr lang="en-US" b="1" dirty="0"/>
              <a:t> Doko e </a:t>
            </a:r>
            <a:r>
              <a:rPr lang="en-US" b="1" dirty="0" err="1"/>
              <a:t>ikimasu</a:t>
            </a:r>
            <a:r>
              <a:rPr lang="en-US" b="1" dirty="0"/>
              <a:t> ka </a:t>
            </a:r>
            <a:r>
              <a:rPr b="1" dirty="0"/>
              <a:t> (Where?) </a:t>
            </a:r>
            <a:endParaRPr lang="en-US" b="1" dirty="0"/>
          </a:p>
          <a:p>
            <a:r>
              <a:rPr b="1" dirty="0"/>
              <a:t> </a:t>
            </a:r>
            <a:r>
              <a:rPr b="1" dirty="0" err="1"/>
              <a:t>おおさか</a:t>
            </a:r>
            <a:r>
              <a:rPr b="1" dirty="0"/>
              <a:t> へ </a:t>
            </a:r>
            <a:r>
              <a:rPr b="1" dirty="0" err="1"/>
              <a:t>いきます</a:t>
            </a:r>
            <a:r>
              <a:rPr lang="en-US" b="1" dirty="0" err="1"/>
              <a:t>Oosaka</a:t>
            </a:r>
            <a:r>
              <a:rPr lang="en-US" b="1" dirty="0"/>
              <a:t> e </a:t>
            </a:r>
            <a:r>
              <a:rPr lang="en-US" b="1" dirty="0" err="1"/>
              <a:t>ikimasu</a:t>
            </a:r>
            <a:r>
              <a:rPr b="1" dirty="0"/>
              <a:t>。(I'm going to Osaka.) |</a:t>
            </a:r>
            <a:endParaRPr lang="en-US" b="1" dirty="0"/>
          </a:p>
          <a:p>
            <a:endParaRPr b="1" dirty="0"/>
          </a:p>
          <a:p>
            <a:r>
              <a:rPr b="1" dirty="0"/>
              <a:t> </a:t>
            </a:r>
            <a:r>
              <a:rPr b="1" dirty="0" err="1"/>
              <a:t>なんでいきますか？</a:t>
            </a:r>
            <a:r>
              <a:rPr lang="en-US" b="1" dirty="0" err="1"/>
              <a:t>Nan</a:t>
            </a:r>
            <a:r>
              <a:rPr lang="en-US" b="1" dirty="0"/>
              <a:t> de </a:t>
            </a:r>
            <a:r>
              <a:rPr lang="en-US" b="1" dirty="0" err="1"/>
              <a:t>Ikimasuka</a:t>
            </a:r>
            <a:r>
              <a:rPr b="1" dirty="0"/>
              <a:t> (How?) </a:t>
            </a:r>
            <a:endParaRPr lang="en-US" b="1" dirty="0"/>
          </a:p>
          <a:p>
            <a:r>
              <a:rPr b="1" dirty="0"/>
              <a:t> </a:t>
            </a:r>
            <a:r>
              <a:rPr b="1" dirty="0" err="1"/>
              <a:t>しんかんせん</a:t>
            </a:r>
            <a:r>
              <a:rPr b="1" dirty="0"/>
              <a:t> で </a:t>
            </a:r>
            <a:r>
              <a:rPr b="1" dirty="0" err="1"/>
              <a:t>いきます。</a:t>
            </a:r>
            <a:r>
              <a:rPr lang="en-US" b="1" dirty="0" err="1"/>
              <a:t>Sinkansen</a:t>
            </a:r>
            <a:r>
              <a:rPr lang="en-US" b="1" dirty="0"/>
              <a:t> de </a:t>
            </a:r>
            <a:r>
              <a:rPr lang="en-US" b="1" dirty="0" err="1"/>
              <a:t>ikimasu</a:t>
            </a:r>
            <a:r>
              <a:rPr b="1" dirty="0"/>
              <a:t>(By bullet train.) </a:t>
            </a:r>
            <a:endParaRPr lang="en-US" b="1" dirty="0"/>
          </a:p>
          <a:p>
            <a:endParaRPr b="1" dirty="0"/>
          </a:p>
          <a:p>
            <a:r>
              <a:rPr b="1" dirty="0"/>
              <a:t> </a:t>
            </a:r>
            <a:r>
              <a:rPr b="1" dirty="0" err="1"/>
              <a:t>いつ</a:t>
            </a:r>
            <a:r>
              <a:rPr b="1" dirty="0"/>
              <a:t> </a:t>
            </a:r>
            <a:r>
              <a:rPr b="1" dirty="0" err="1"/>
              <a:t>いきますか</a:t>
            </a:r>
            <a:r>
              <a:rPr b="1" dirty="0"/>
              <a:t>？</a:t>
            </a:r>
            <a:r>
              <a:rPr lang="en-US" b="1" dirty="0"/>
              <a:t> Itsu Ikimasu ka </a:t>
            </a:r>
            <a:r>
              <a:rPr b="1" dirty="0"/>
              <a:t> (When?) </a:t>
            </a:r>
            <a:endParaRPr lang="en-US" b="1" dirty="0"/>
          </a:p>
          <a:p>
            <a:r>
              <a:rPr b="1" dirty="0"/>
              <a:t> </a:t>
            </a:r>
            <a:r>
              <a:rPr b="1" dirty="0" err="1"/>
              <a:t>らいげつ</a:t>
            </a:r>
            <a:r>
              <a:rPr b="1" dirty="0"/>
              <a:t> </a:t>
            </a:r>
            <a:r>
              <a:rPr b="1" dirty="0" err="1"/>
              <a:t>いきます。</a:t>
            </a:r>
            <a:r>
              <a:rPr lang="en-US" b="1" dirty="0" err="1"/>
              <a:t>Raigetsu</a:t>
            </a:r>
            <a:r>
              <a:rPr lang="en-US" b="1" dirty="0"/>
              <a:t> Ikimasu  </a:t>
            </a:r>
            <a:r>
              <a:rPr b="1" dirty="0"/>
              <a:t>(Next month.) </a:t>
            </a:r>
            <a:endParaRPr lang="en-US" b="1" dirty="0"/>
          </a:p>
          <a:p>
            <a:endParaRPr b="1" dirty="0"/>
          </a:p>
          <a:p>
            <a:r>
              <a:rPr b="1" dirty="0"/>
              <a:t> </a:t>
            </a:r>
            <a:r>
              <a:rPr b="1" dirty="0" err="1"/>
              <a:t>なんと</a:t>
            </a:r>
            <a:r>
              <a:rPr b="1" dirty="0"/>
              <a:t> </a:t>
            </a:r>
            <a:r>
              <a:rPr b="1" dirty="0" err="1"/>
              <a:t>いきますか？</a:t>
            </a:r>
            <a:r>
              <a:rPr lang="en-US" b="1" dirty="0" err="1"/>
              <a:t>Nan</a:t>
            </a:r>
            <a:r>
              <a:rPr lang="en-US" b="1" dirty="0"/>
              <a:t> to </a:t>
            </a:r>
            <a:r>
              <a:rPr lang="en-US" b="1" dirty="0" err="1"/>
              <a:t>ikimasu</a:t>
            </a:r>
            <a:r>
              <a:rPr b="1" dirty="0"/>
              <a:t> (With whom?) </a:t>
            </a:r>
            <a:endParaRPr lang="en-US" b="1" dirty="0"/>
          </a:p>
          <a:p>
            <a:r>
              <a:rPr b="1" dirty="0"/>
              <a:t> </a:t>
            </a:r>
            <a:r>
              <a:rPr b="1" dirty="0" err="1"/>
              <a:t>ともだち</a:t>
            </a:r>
            <a:r>
              <a:rPr b="1" dirty="0"/>
              <a:t> と </a:t>
            </a:r>
            <a:r>
              <a:rPr b="1" dirty="0" err="1"/>
              <a:t>いきます。</a:t>
            </a:r>
            <a:r>
              <a:rPr lang="en-US" b="1" dirty="0" err="1"/>
              <a:t>Tomodachi</a:t>
            </a:r>
            <a:r>
              <a:rPr lang="en-US" b="1" dirty="0"/>
              <a:t> to </a:t>
            </a:r>
            <a:r>
              <a:rPr lang="en-US" b="1" dirty="0" err="1"/>
              <a:t>ikimasu</a:t>
            </a:r>
            <a:r>
              <a:rPr b="1" dirty="0"/>
              <a:t>(With friends.) |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9BBE-DA76-E057-4880-349EB6A62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1550"/>
            <a:ext cx="9144000" cy="536746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Grammer Pattern:     </a:t>
            </a:r>
            <a:r>
              <a:rPr lang="ja-JP" altLang="en-US" b="1" u="sng" dirty="0">
                <a:solidFill>
                  <a:srgbClr val="FF0000"/>
                </a:solidFill>
                <a:highlight>
                  <a:srgbClr val="FFFF00"/>
                </a:highlight>
              </a:rPr>
              <a:t>へ</a:t>
            </a:r>
            <a:r>
              <a:rPr lang="ja-JP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b="1" dirty="0">
                <a:highlight>
                  <a:srgbClr val="FFFF00"/>
                </a:highlight>
              </a:rPr>
              <a:t>Verb (stem form) + </a:t>
            </a:r>
            <a:r>
              <a:rPr lang="ja-JP" altLang="en-US" b="1" u="sng" dirty="0">
                <a:solidFill>
                  <a:srgbClr val="FF0000"/>
                </a:solidFill>
                <a:highlight>
                  <a:srgbClr val="FFFF00"/>
                </a:highlight>
              </a:rPr>
              <a:t>に</a:t>
            </a:r>
            <a:r>
              <a:rPr lang="ja-JP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b="1" dirty="0"/>
              <a:t> Ikimasu/ </a:t>
            </a:r>
            <a:r>
              <a:rPr lang="en-US" b="1" dirty="0" err="1"/>
              <a:t>kimasu</a:t>
            </a:r>
            <a:r>
              <a:rPr lang="en-US" b="1" dirty="0"/>
              <a:t>/ </a:t>
            </a:r>
            <a:r>
              <a:rPr lang="en-US" b="1" dirty="0" err="1"/>
              <a:t>kaerimasu</a:t>
            </a:r>
            <a:endParaRPr lang="en-US" b="1" dirty="0"/>
          </a:p>
          <a:p>
            <a:pPr marL="0" indent="0">
              <a:buNone/>
            </a:pPr>
            <a:endParaRPr lang="en-US" b="1" dirty="0">
              <a:highlight>
                <a:srgbClr val="FFFF00"/>
              </a:highlight>
            </a:endParaRPr>
          </a:p>
          <a:p>
            <a:r>
              <a:rPr lang="en-US" dirty="0">
                <a:solidFill>
                  <a:srgbClr val="FF0000"/>
                </a:solidFill>
              </a:rPr>
              <a:t>Use:- </a:t>
            </a:r>
            <a:r>
              <a:rPr lang="en-US" dirty="0"/>
              <a:t> We will use this </a:t>
            </a:r>
            <a:r>
              <a:rPr lang="en-US" b="1" dirty="0"/>
              <a:t>grammar</a:t>
            </a:r>
            <a:r>
              <a:rPr lang="en-US" dirty="0"/>
              <a:t> pattern when we talk about → "to go“→ "to come"→ "to return“</a:t>
            </a:r>
          </a:p>
          <a:p>
            <a:pPr marL="0" indent="0">
              <a:buNone/>
            </a:pPr>
            <a:r>
              <a:rPr lang="en-US" dirty="0"/>
              <a:t> 	somewhere for a specific purpose or reason.</a:t>
            </a:r>
          </a:p>
          <a:p>
            <a:pPr marL="0" indent="0">
              <a:buNone/>
            </a:pPr>
            <a:r>
              <a:rPr lang="en-US" dirty="0"/>
              <a:t>.</a:t>
            </a:r>
            <a:r>
              <a:rPr lang="en-US" b="1" dirty="0"/>
              <a:t>Grammar Pattern:</a:t>
            </a:r>
          </a:p>
          <a:p>
            <a:r>
              <a:rPr lang="en-US" b="1" u="sng" dirty="0">
                <a:solidFill>
                  <a:srgbClr val="FF0000"/>
                </a:solidFill>
                <a:highlight>
                  <a:srgbClr val="FFFF00"/>
                </a:highlight>
              </a:rPr>
              <a:t>Rule: </a:t>
            </a:r>
            <a:r>
              <a:rPr lang="en-US" b="1" dirty="0">
                <a:highlight>
                  <a:srgbClr val="FFFF00"/>
                </a:highlight>
              </a:rPr>
              <a:t>Noun (Place) </a:t>
            </a:r>
            <a:r>
              <a:rPr lang="ja-JP" altLang="en-US" b="1" u="sng" dirty="0">
                <a:solidFill>
                  <a:srgbClr val="FF0000"/>
                </a:solidFill>
                <a:highlight>
                  <a:srgbClr val="FFFF00"/>
                </a:highlight>
              </a:rPr>
              <a:t>へ</a:t>
            </a:r>
            <a:r>
              <a:rPr lang="ja-JP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b="1" dirty="0">
                <a:highlight>
                  <a:srgbClr val="FFFF00"/>
                </a:highlight>
              </a:rPr>
              <a:t>Verb (stem form) + </a:t>
            </a:r>
            <a:r>
              <a:rPr lang="ja-JP" altLang="en-US" b="1" u="sng" dirty="0">
                <a:solidFill>
                  <a:srgbClr val="FF0000"/>
                </a:solidFill>
                <a:highlight>
                  <a:srgbClr val="FFFF00"/>
                </a:highlight>
              </a:rPr>
              <a:t>に</a:t>
            </a:r>
            <a:r>
              <a:rPr lang="ja-JP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ja-JP" altLang="en-US" b="1" dirty="0">
                <a:highlight>
                  <a:srgbClr val="FFFF00"/>
                </a:highlight>
              </a:rPr>
              <a:t>いきます </a:t>
            </a:r>
            <a:r>
              <a:rPr lang="en-US" altLang="ja-JP" b="1" dirty="0">
                <a:highlight>
                  <a:srgbClr val="FFFF00"/>
                </a:highlight>
              </a:rPr>
              <a:t>/ </a:t>
            </a:r>
            <a:r>
              <a:rPr lang="ja-JP" altLang="en-US" b="1" dirty="0">
                <a:highlight>
                  <a:srgbClr val="FFFF00"/>
                </a:highlight>
              </a:rPr>
              <a:t>きます </a:t>
            </a:r>
            <a:r>
              <a:rPr lang="en-US" altLang="ja-JP" b="1" dirty="0">
                <a:highlight>
                  <a:srgbClr val="FFFF00"/>
                </a:highlight>
              </a:rPr>
              <a:t>/ </a:t>
            </a:r>
            <a:r>
              <a:rPr lang="ja-JP" altLang="en-US" b="1" dirty="0">
                <a:highlight>
                  <a:srgbClr val="FFFF00"/>
                </a:highlight>
              </a:rPr>
              <a:t>かえります。</a:t>
            </a:r>
            <a:r>
              <a:rPr lang="ja-JP" altLang="en-US" dirty="0">
                <a:highlight>
                  <a:srgbClr val="FFFF00"/>
                </a:highlight>
              </a:rPr>
              <a:t> 。</a:t>
            </a:r>
            <a:r>
              <a:rPr lang="en-US" altLang="ja-JP" dirty="0">
                <a:highlight>
                  <a:srgbClr val="FFFF00"/>
                </a:highlight>
              </a:rPr>
              <a:t> Ikimasu/</a:t>
            </a:r>
            <a:r>
              <a:rPr lang="en-US" altLang="ja-JP" dirty="0" err="1">
                <a:highlight>
                  <a:srgbClr val="FFFF00"/>
                </a:highlight>
              </a:rPr>
              <a:t>kimasu</a:t>
            </a:r>
            <a:r>
              <a:rPr lang="en-US" altLang="ja-JP" dirty="0">
                <a:highlight>
                  <a:srgbClr val="FFFF00"/>
                </a:highlight>
              </a:rPr>
              <a:t>/</a:t>
            </a:r>
            <a:r>
              <a:rPr lang="en-US" altLang="ja-JP" dirty="0" err="1">
                <a:highlight>
                  <a:srgbClr val="FFFF00"/>
                </a:highlight>
              </a:rPr>
              <a:t>kaerimasu</a:t>
            </a:r>
            <a:endParaRPr lang="ja-JP" altLang="en-US" dirty="0">
              <a:highlight>
                <a:srgbClr val="FFFF00"/>
              </a:highlight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b="1" dirty="0"/>
              <a:t>(</a:t>
            </a:r>
            <a:r>
              <a:rPr lang="en-US" b="1" dirty="0" err="1"/>
              <a:t>ikimasu</a:t>
            </a:r>
            <a:r>
              <a:rPr lang="en-US" b="1" dirty="0"/>
              <a:t>)</a:t>
            </a:r>
            <a:r>
              <a:rPr lang="en-US" dirty="0"/>
              <a:t> → "to go"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b="1" dirty="0"/>
              <a:t>(</a:t>
            </a:r>
            <a:r>
              <a:rPr lang="en-US" b="1" dirty="0" err="1"/>
              <a:t>kimasu</a:t>
            </a:r>
            <a:r>
              <a:rPr lang="en-US" b="1" dirty="0"/>
              <a:t>)</a:t>
            </a:r>
            <a:r>
              <a:rPr lang="en-US" dirty="0"/>
              <a:t> → "to come"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b="1" dirty="0"/>
              <a:t>(</a:t>
            </a:r>
            <a:r>
              <a:rPr lang="en-US" b="1" dirty="0" err="1"/>
              <a:t>kaerimasu</a:t>
            </a:r>
            <a:r>
              <a:rPr lang="en-US" b="1" dirty="0"/>
              <a:t>)</a:t>
            </a:r>
            <a:r>
              <a:rPr lang="en-US" dirty="0"/>
              <a:t> → "to return“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Verb (stem form) :-  </a:t>
            </a:r>
            <a:r>
              <a:rPr lang="en-US" b="1" dirty="0"/>
              <a:t> </a:t>
            </a:r>
          </a:p>
          <a:p>
            <a:pPr marL="0" indent="0">
              <a:buNone/>
            </a:pPr>
            <a:r>
              <a:rPr lang="en-US" b="1" dirty="0"/>
              <a:t>1 </a:t>
            </a:r>
            <a:r>
              <a:rPr lang="en-US" b="1" dirty="0" err="1"/>
              <a:t>si</a:t>
            </a:r>
            <a:r>
              <a:rPr lang="en-US" b="1" dirty="0" err="1">
                <a:solidFill>
                  <a:srgbClr val="FF0000"/>
                </a:solidFill>
              </a:rPr>
              <a:t>masu</a:t>
            </a:r>
            <a:r>
              <a:rPr lang="en-US" b="1" dirty="0">
                <a:solidFill>
                  <a:srgbClr val="FF0000"/>
                </a:solidFill>
              </a:rPr>
              <a:t>        </a:t>
            </a:r>
            <a:r>
              <a:rPr lang="en-US" b="1" dirty="0"/>
              <a:t>-  </a:t>
            </a:r>
            <a:r>
              <a:rPr lang="en-US" b="1" dirty="0" err="1"/>
              <a:t>si</a:t>
            </a:r>
            <a:r>
              <a:rPr lang="en-US" b="1" dirty="0"/>
              <a:t>  ---- to do   </a:t>
            </a:r>
          </a:p>
          <a:p>
            <a:pPr marL="0" indent="0">
              <a:buNone/>
            </a:pPr>
            <a:r>
              <a:rPr lang="en-US" b="1" dirty="0"/>
              <a:t>2 </a:t>
            </a:r>
            <a:r>
              <a:rPr lang="en-US" b="1" dirty="0" err="1"/>
              <a:t>tabe</a:t>
            </a:r>
            <a:r>
              <a:rPr lang="en-US" b="1" dirty="0" err="1">
                <a:solidFill>
                  <a:srgbClr val="FF0000"/>
                </a:solidFill>
              </a:rPr>
              <a:t>masu</a:t>
            </a:r>
            <a:r>
              <a:rPr lang="en-US" b="1" dirty="0">
                <a:solidFill>
                  <a:srgbClr val="FF0000"/>
                </a:solidFill>
              </a:rPr>
              <a:t>  </a:t>
            </a:r>
            <a:r>
              <a:rPr lang="en-US" b="1" dirty="0"/>
              <a:t>- </a:t>
            </a:r>
            <a:r>
              <a:rPr lang="en-US" b="1" dirty="0" err="1"/>
              <a:t>tabe</a:t>
            </a:r>
            <a:r>
              <a:rPr lang="en-US" b="1" dirty="0"/>
              <a:t> --- to eat</a:t>
            </a:r>
          </a:p>
          <a:p>
            <a:pPr marL="0" indent="0">
              <a:buNone/>
            </a:pPr>
            <a:r>
              <a:rPr lang="en-US" altLang="ja-JP" dirty="0"/>
              <a:t>3 </a:t>
            </a:r>
            <a:r>
              <a:rPr lang="en-US" altLang="ja-JP" dirty="0" err="1"/>
              <a:t>ai</a:t>
            </a:r>
            <a:r>
              <a:rPr lang="en-US" altLang="ja-JP" dirty="0" err="1">
                <a:solidFill>
                  <a:srgbClr val="FF0000"/>
                </a:solidFill>
              </a:rPr>
              <a:t>masu</a:t>
            </a:r>
            <a:r>
              <a:rPr lang="en-US" altLang="ja-JP" dirty="0">
                <a:solidFill>
                  <a:srgbClr val="FF0000"/>
                </a:solidFill>
              </a:rPr>
              <a:t>         -  </a:t>
            </a:r>
            <a:r>
              <a:rPr lang="en-US" altLang="ja-JP" b="1" dirty="0"/>
              <a:t>ai   - - to meet </a:t>
            </a:r>
            <a:r>
              <a:rPr lang="en-US" altLang="ja-JP" dirty="0"/>
              <a:t>			</a:t>
            </a:r>
            <a:endParaRPr lang="en-US" altLang="ja-JP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altLang="ja-JP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altLang="ja-JP" dirty="0">
                <a:highlight>
                  <a:srgbClr val="FFFF00"/>
                </a:highlight>
              </a:rPr>
              <a:t>1</a:t>
            </a:r>
            <a:r>
              <a:rPr lang="ja-JP" altLang="en-US" dirty="0">
                <a:highlight>
                  <a:srgbClr val="FFFF00"/>
                </a:highlight>
              </a:rPr>
              <a:t> </a:t>
            </a:r>
            <a:r>
              <a:rPr lang="en-US" altLang="ja-JP" dirty="0" err="1">
                <a:highlight>
                  <a:srgbClr val="FFFF00"/>
                </a:highlight>
              </a:rPr>
              <a:t>Aamerika</a:t>
            </a:r>
            <a:r>
              <a:rPr lang="en-US" altLang="ja-JP" dirty="0">
                <a:highlight>
                  <a:srgbClr val="FFFF00"/>
                </a:highlight>
              </a:rPr>
              <a:t> </a:t>
            </a:r>
            <a:r>
              <a:rPr lang="ja-JP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へ</a:t>
            </a:r>
            <a:r>
              <a:rPr lang="en-US" altLang="ja-JP" dirty="0">
                <a:solidFill>
                  <a:srgbClr val="FF0000"/>
                </a:solidFill>
                <a:highlight>
                  <a:srgbClr val="FFFF00"/>
                </a:highlight>
              </a:rPr>
              <a:t> (e)  </a:t>
            </a:r>
            <a:r>
              <a:rPr lang="en-US" altLang="ja-JP" dirty="0" err="1">
                <a:highlight>
                  <a:srgbClr val="FFFF00"/>
                </a:highlight>
              </a:rPr>
              <a:t>kaaimono</a:t>
            </a:r>
            <a:r>
              <a:rPr lang="ja-JP" altLang="en-US" dirty="0">
                <a:highlight>
                  <a:srgbClr val="FFFF00"/>
                </a:highlight>
              </a:rPr>
              <a:t> </a:t>
            </a:r>
            <a:r>
              <a:rPr lang="ja-JP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に </a:t>
            </a:r>
            <a:r>
              <a:rPr lang="en-US" altLang="ja-JP" b="1" dirty="0">
                <a:solidFill>
                  <a:srgbClr val="FF0000"/>
                </a:solidFill>
                <a:highlight>
                  <a:srgbClr val="FFFF00"/>
                </a:highlight>
              </a:rPr>
              <a:t>(</a:t>
            </a:r>
            <a:r>
              <a:rPr lang="ja-JP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ja-JP" b="1" dirty="0" err="1">
                <a:solidFill>
                  <a:srgbClr val="FF0000"/>
                </a:solidFill>
                <a:highlight>
                  <a:srgbClr val="FFFF00"/>
                </a:highlight>
              </a:rPr>
              <a:t>ni</a:t>
            </a:r>
            <a:r>
              <a:rPr lang="en-US" altLang="ja-JP" b="1" dirty="0">
                <a:solidFill>
                  <a:srgbClr val="FF0000"/>
                </a:solidFill>
                <a:highlight>
                  <a:srgbClr val="FFFF00"/>
                </a:highlight>
              </a:rPr>
              <a:t>_)</a:t>
            </a:r>
            <a:r>
              <a:rPr lang="ja-JP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   </a:t>
            </a:r>
            <a:r>
              <a:rPr lang="en-US" altLang="ja-JP" b="1" dirty="0" err="1">
                <a:solidFill>
                  <a:srgbClr val="FF0000"/>
                </a:solidFill>
                <a:highlight>
                  <a:srgbClr val="FFFF00"/>
                </a:highlight>
              </a:rPr>
              <a:t>ikimasu</a:t>
            </a:r>
            <a:r>
              <a:rPr lang="ja-JP" altLang="en-US" dirty="0">
                <a:highlight>
                  <a:srgbClr val="FFFF00"/>
                </a:highlight>
              </a:rPr>
              <a:t>いきます。</a:t>
            </a:r>
            <a:r>
              <a:rPr lang="en-US" altLang="ja-JP" dirty="0">
                <a:highlight>
                  <a:srgbClr val="FFFF00"/>
                </a:highlight>
              </a:rPr>
              <a:t>(I’m going America for shopping)</a:t>
            </a:r>
          </a:p>
          <a:p>
            <a:pPr marL="0" indent="0">
              <a:buNone/>
            </a:pPr>
            <a:endParaRPr lang="en-US" altLang="ja-JP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altLang="ja-JP" dirty="0">
                <a:highlight>
                  <a:srgbClr val="FFFF00"/>
                </a:highlight>
              </a:rPr>
              <a:t>2) </a:t>
            </a:r>
            <a:r>
              <a:rPr lang="en-US" altLang="ja-JP" dirty="0" err="1">
                <a:highlight>
                  <a:srgbClr val="FFFF00"/>
                </a:highlight>
              </a:rPr>
              <a:t>Minaami</a:t>
            </a:r>
            <a:r>
              <a:rPr lang="en-US" altLang="ja-JP" dirty="0">
                <a:highlight>
                  <a:srgbClr val="FFFF00"/>
                </a:highlight>
              </a:rPr>
              <a:t> Indo </a:t>
            </a:r>
            <a:r>
              <a:rPr lang="ja-JP" altLang="en-US" b="1" u="sng" dirty="0">
                <a:solidFill>
                  <a:srgbClr val="FF0000"/>
                </a:solidFill>
                <a:highlight>
                  <a:srgbClr val="FFFF00"/>
                </a:highlight>
              </a:rPr>
              <a:t>へ</a:t>
            </a:r>
            <a:r>
              <a:rPr lang="ja-JP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ja-JP" dirty="0">
                <a:solidFill>
                  <a:srgbClr val="FF0000"/>
                </a:solidFill>
                <a:highlight>
                  <a:srgbClr val="FFFF00"/>
                </a:highlight>
              </a:rPr>
              <a:t>(e)</a:t>
            </a:r>
            <a:r>
              <a:rPr lang="ja-JP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  </a:t>
            </a:r>
            <a:r>
              <a:rPr lang="en-US" altLang="ja-JP" dirty="0" err="1">
                <a:highlight>
                  <a:srgbClr val="FFFF00"/>
                </a:highlight>
              </a:rPr>
              <a:t>ryori</a:t>
            </a:r>
            <a:r>
              <a:rPr lang="en-US" altLang="ja-JP" dirty="0">
                <a:highlight>
                  <a:srgbClr val="FFFF00"/>
                </a:highlight>
              </a:rPr>
              <a:t> </a:t>
            </a:r>
            <a:r>
              <a:rPr lang="ja-JP" altLang="en-US" b="1" u="sng" dirty="0">
                <a:solidFill>
                  <a:srgbClr val="FF0000"/>
                </a:solidFill>
                <a:highlight>
                  <a:srgbClr val="FFFF00"/>
                </a:highlight>
              </a:rPr>
              <a:t>を  </a:t>
            </a:r>
            <a:r>
              <a:rPr lang="ja-JP" altLang="en-US" dirty="0">
                <a:highlight>
                  <a:srgbClr val="FFFF00"/>
                </a:highlight>
              </a:rPr>
              <a:t>たべ</a:t>
            </a:r>
            <a:r>
              <a:rPr lang="ja-JP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に </a:t>
            </a:r>
            <a:r>
              <a:rPr lang="en-US" altLang="ja-JP" b="1" dirty="0">
                <a:solidFill>
                  <a:srgbClr val="FF0000"/>
                </a:solidFill>
                <a:highlight>
                  <a:srgbClr val="FFFF00"/>
                </a:highlight>
              </a:rPr>
              <a:t>(</a:t>
            </a:r>
            <a:r>
              <a:rPr lang="ja-JP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ja-JP" b="1" dirty="0" err="1">
                <a:solidFill>
                  <a:srgbClr val="FF0000"/>
                </a:solidFill>
                <a:highlight>
                  <a:srgbClr val="FFFF00"/>
                </a:highlight>
              </a:rPr>
              <a:t>ni</a:t>
            </a:r>
            <a:r>
              <a:rPr lang="en-US" altLang="ja-JP" b="1" dirty="0">
                <a:solidFill>
                  <a:srgbClr val="FF0000"/>
                </a:solidFill>
                <a:highlight>
                  <a:srgbClr val="FFFF00"/>
                </a:highlight>
              </a:rPr>
              <a:t>_) </a:t>
            </a:r>
            <a:r>
              <a:rPr lang="en-US" altLang="ja-JP" b="1" dirty="0" err="1">
                <a:solidFill>
                  <a:srgbClr val="FF0000"/>
                </a:solidFill>
                <a:highlight>
                  <a:srgbClr val="FFFF00"/>
                </a:highlight>
              </a:rPr>
              <a:t>ikimasu</a:t>
            </a:r>
            <a:r>
              <a:rPr lang="ja-JP" altLang="en-US" dirty="0">
                <a:highlight>
                  <a:srgbClr val="FFFF00"/>
                </a:highlight>
              </a:rPr>
              <a:t>いきます。</a:t>
            </a:r>
            <a:r>
              <a:rPr lang="en-US" altLang="ja-JP" dirty="0">
                <a:highlight>
                  <a:srgbClr val="FFFF00"/>
                </a:highlight>
              </a:rPr>
              <a:t>(I am going south </a:t>
            </a:r>
            <a:r>
              <a:rPr lang="en-US" altLang="ja-JP" dirty="0" err="1">
                <a:highlight>
                  <a:srgbClr val="FFFF00"/>
                </a:highlight>
              </a:rPr>
              <a:t>india</a:t>
            </a:r>
            <a:r>
              <a:rPr lang="en-US" altLang="ja-JP" dirty="0">
                <a:highlight>
                  <a:srgbClr val="FFFF00"/>
                </a:highlight>
              </a:rPr>
              <a:t> to eat food)</a:t>
            </a:r>
          </a:p>
          <a:p>
            <a:pPr marL="0" indent="0">
              <a:buNone/>
            </a:pPr>
            <a:endParaRPr lang="en-US" altLang="ja-JP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altLang="ja-JP" dirty="0">
                <a:highlight>
                  <a:srgbClr val="FFFF00"/>
                </a:highlight>
              </a:rPr>
              <a:t>3) </a:t>
            </a:r>
            <a:r>
              <a:rPr lang="en-US" altLang="ja-JP" dirty="0" err="1">
                <a:highlight>
                  <a:srgbClr val="FFFF00"/>
                </a:highlight>
              </a:rPr>
              <a:t>Koibito</a:t>
            </a:r>
            <a:r>
              <a:rPr lang="en-US" altLang="ja-JP" dirty="0">
                <a:highlight>
                  <a:srgbClr val="FFFF00"/>
                </a:highlight>
              </a:rPr>
              <a:t> </a:t>
            </a:r>
            <a:r>
              <a:rPr lang="ja-JP" altLang="en-US" b="1" u="sng" dirty="0">
                <a:solidFill>
                  <a:srgbClr val="FF0000"/>
                </a:solidFill>
                <a:highlight>
                  <a:srgbClr val="FFFF00"/>
                </a:highlight>
              </a:rPr>
              <a:t>と</a:t>
            </a:r>
            <a:r>
              <a:rPr lang="ja-JP" altLang="en-US" dirty="0">
                <a:highlight>
                  <a:srgbClr val="FFFF00"/>
                </a:highlight>
              </a:rPr>
              <a:t>あい</a:t>
            </a:r>
            <a:r>
              <a:rPr lang="ja-JP" altLang="en-US" b="1" u="sng" dirty="0">
                <a:solidFill>
                  <a:srgbClr val="FF0000"/>
                </a:solidFill>
                <a:highlight>
                  <a:srgbClr val="FFFF00"/>
                </a:highlight>
              </a:rPr>
              <a:t>に</a:t>
            </a:r>
            <a:r>
              <a:rPr lang="ja-JP" altLang="en-US" dirty="0">
                <a:highlight>
                  <a:srgbClr val="FFFF00"/>
                </a:highlight>
              </a:rPr>
              <a:t>いきます　</a:t>
            </a:r>
            <a:endParaRPr lang="en-US" altLang="ja-JP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70623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B4395-04F1-E243-9D81-E0E75C9CA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250"/>
            <a:ext cx="9144000" cy="5143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>
                <a:highlight>
                  <a:srgbClr val="FFFF00"/>
                </a:highlight>
              </a:rPr>
              <a:t>Practice</a:t>
            </a:r>
          </a:p>
          <a:p>
            <a:pPr marL="0" indent="0">
              <a:buNone/>
            </a:pPr>
            <a:endParaRPr lang="en-US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b="1" u="sng" dirty="0">
                <a:solidFill>
                  <a:srgbClr val="FF0000"/>
                </a:solidFill>
                <a:highlight>
                  <a:srgbClr val="FFFF00"/>
                </a:highlight>
              </a:rPr>
              <a:t>Rule: </a:t>
            </a:r>
            <a:r>
              <a:rPr lang="en-US" dirty="0">
                <a:highlight>
                  <a:srgbClr val="FFFF00"/>
                </a:highlight>
              </a:rPr>
              <a:t>Noun (Place) </a:t>
            </a:r>
            <a:r>
              <a:rPr lang="ja-JP" altLang="en-US" b="1" u="sng" dirty="0">
                <a:solidFill>
                  <a:srgbClr val="FF0000"/>
                </a:solidFill>
                <a:highlight>
                  <a:srgbClr val="FFFF00"/>
                </a:highlight>
              </a:rPr>
              <a:t>へ　</a:t>
            </a:r>
            <a:r>
              <a:rPr lang="en-US" altLang="ja-JP" dirty="0">
                <a:highlight>
                  <a:srgbClr val="FFFF00"/>
                </a:highlight>
              </a:rPr>
              <a:t>Verb</a:t>
            </a:r>
            <a:r>
              <a:rPr lang="ja-JP" altLang="en-US" dirty="0">
                <a:highlight>
                  <a:srgbClr val="FFFF00"/>
                </a:highlight>
              </a:rPr>
              <a:t>　</a:t>
            </a:r>
            <a:r>
              <a:rPr lang="en-US" altLang="ja-JP" dirty="0">
                <a:highlight>
                  <a:srgbClr val="FFFF00"/>
                </a:highlight>
              </a:rPr>
              <a:t>+</a:t>
            </a:r>
            <a:r>
              <a:rPr lang="ja-JP" altLang="en-US" dirty="0">
                <a:highlight>
                  <a:srgbClr val="FFFF00"/>
                </a:highlight>
              </a:rPr>
              <a:t>　</a:t>
            </a:r>
            <a:r>
              <a:rPr lang="ja-JP" altLang="en-US" b="1" u="sng" dirty="0">
                <a:solidFill>
                  <a:srgbClr val="FF0000"/>
                </a:solidFill>
                <a:highlight>
                  <a:srgbClr val="FFFF00"/>
                </a:highlight>
              </a:rPr>
              <a:t>に</a:t>
            </a:r>
            <a:r>
              <a:rPr lang="ja-JP" altLang="en-US" dirty="0">
                <a:highlight>
                  <a:srgbClr val="FFFF00"/>
                </a:highlight>
              </a:rPr>
              <a:t>いきます</a:t>
            </a:r>
            <a:r>
              <a:rPr lang="en-US" altLang="ja-JP" dirty="0">
                <a:highlight>
                  <a:srgbClr val="FFFF00"/>
                </a:highlight>
              </a:rPr>
              <a:t>/</a:t>
            </a:r>
            <a:r>
              <a:rPr lang="ja-JP" altLang="en-US" dirty="0">
                <a:highlight>
                  <a:srgbClr val="FFFF00"/>
                </a:highlight>
              </a:rPr>
              <a:t>きます</a:t>
            </a:r>
            <a:r>
              <a:rPr lang="en-US" altLang="ja-JP" dirty="0">
                <a:highlight>
                  <a:srgbClr val="FFFF00"/>
                </a:highlight>
              </a:rPr>
              <a:t>/</a:t>
            </a:r>
            <a:r>
              <a:rPr lang="ja-JP" altLang="en-US" dirty="0">
                <a:highlight>
                  <a:srgbClr val="FFFF00"/>
                </a:highlight>
              </a:rPr>
              <a:t>かえります</a:t>
            </a:r>
            <a:endParaRPr lang="en-US" altLang="ja-JP" b="1" u="sng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b="1" u="sng" dirty="0">
              <a:highlight>
                <a:srgbClr val="FFFF00"/>
              </a:highlight>
            </a:endParaRPr>
          </a:p>
          <a:p>
            <a:pPr marL="385763" indent="-385763">
              <a:buFont typeface="+mj-lt"/>
              <a:buAutoNum type="arabicPeriod"/>
            </a:pPr>
            <a:r>
              <a:rPr lang="en-US" dirty="0" err="1">
                <a:highlight>
                  <a:srgbClr val="FFFF00"/>
                </a:highlight>
              </a:rPr>
              <a:t>Aamerika</a:t>
            </a:r>
            <a:r>
              <a:rPr lang="en-US" dirty="0">
                <a:highlight>
                  <a:srgbClr val="FFFF00"/>
                </a:highlight>
              </a:rPr>
              <a:t>-------</a:t>
            </a:r>
            <a:r>
              <a:rPr lang="en-US" dirty="0" err="1">
                <a:highlight>
                  <a:srgbClr val="FFFF00"/>
                </a:highlight>
              </a:rPr>
              <a:t>kaaimono</a:t>
            </a:r>
            <a:endParaRPr lang="en-US" dirty="0">
              <a:highlight>
                <a:srgbClr val="FFFF00"/>
              </a:highlight>
            </a:endParaRPr>
          </a:p>
          <a:p>
            <a:pPr marL="385763" indent="-385763">
              <a:buFont typeface="+mj-lt"/>
              <a:buAutoNum type="arabicPeriod"/>
            </a:pPr>
            <a:r>
              <a:rPr lang="en-US" dirty="0">
                <a:highlight>
                  <a:srgbClr val="FFFF00"/>
                </a:highlight>
              </a:rPr>
              <a:t>Nihon--------</a:t>
            </a:r>
            <a:r>
              <a:rPr lang="en-US" dirty="0" err="1">
                <a:highlight>
                  <a:srgbClr val="FFFF00"/>
                </a:highlight>
              </a:rPr>
              <a:t>ryoko</a:t>
            </a:r>
            <a:endParaRPr lang="en-US" dirty="0">
              <a:highlight>
                <a:srgbClr val="FFFF00"/>
              </a:highlight>
            </a:endParaRPr>
          </a:p>
          <a:p>
            <a:pPr marL="385763" indent="-385763">
              <a:buFont typeface="+mj-lt"/>
              <a:buAutoNum type="arabicPeriod"/>
            </a:pPr>
            <a:r>
              <a:rPr lang="en-US" dirty="0">
                <a:highlight>
                  <a:srgbClr val="FFFF00"/>
                </a:highlight>
              </a:rPr>
              <a:t>Chugoku	---------</a:t>
            </a:r>
            <a:r>
              <a:rPr lang="en-US" dirty="0" err="1">
                <a:highlight>
                  <a:srgbClr val="FFFF00"/>
                </a:highlight>
              </a:rPr>
              <a:t>roko</a:t>
            </a:r>
            <a:endParaRPr lang="en-US" dirty="0">
              <a:highlight>
                <a:srgbClr val="FFFF00"/>
              </a:highlight>
            </a:endParaRPr>
          </a:p>
          <a:p>
            <a:pPr marL="385763" indent="-385763">
              <a:buFont typeface="+mj-lt"/>
              <a:buAutoNum type="arabicPeriod"/>
            </a:pPr>
            <a:r>
              <a:rPr lang="en-US" dirty="0">
                <a:highlight>
                  <a:srgbClr val="FFFF00"/>
                </a:highlight>
              </a:rPr>
              <a:t>Indo ----</a:t>
            </a:r>
            <a:r>
              <a:rPr lang="en-US" dirty="0" err="1">
                <a:highlight>
                  <a:srgbClr val="FFFF00"/>
                </a:highlight>
              </a:rPr>
              <a:t>ryoshin</a:t>
            </a:r>
            <a:r>
              <a:rPr lang="en-US" dirty="0">
                <a:highlight>
                  <a:srgbClr val="FFFF00"/>
                </a:highlight>
              </a:rPr>
              <a:t>----</a:t>
            </a:r>
            <a:r>
              <a:rPr lang="en-US" dirty="0" err="1">
                <a:highlight>
                  <a:srgbClr val="FFFF00"/>
                </a:highlight>
              </a:rPr>
              <a:t>aai</a:t>
            </a:r>
            <a:endParaRPr lang="en-US" dirty="0">
              <a:highlight>
                <a:srgbClr val="FFFF00"/>
              </a:highlight>
            </a:endParaRPr>
          </a:p>
          <a:p>
            <a:pPr marL="385763" indent="-385763">
              <a:buFont typeface="+mj-lt"/>
              <a:buAutoNum type="arabicPeriod"/>
            </a:pPr>
            <a:r>
              <a:rPr lang="en-US" dirty="0" err="1">
                <a:highlight>
                  <a:srgbClr val="FFFF00"/>
                </a:highlight>
              </a:rPr>
              <a:t>Resutoraaan</a:t>
            </a:r>
            <a:r>
              <a:rPr lang="en-US" dirty="0">
                <a:highlight>
                  <a:srgbClr val="FFFF00"/>
                </a:highlight>
              </a:rPr>
              <a:t>-----</a:t>
            </a:r>
            <a:r>
              <a:rPr lang="en-US" dirty="0" err="1">
                <a:highlight>
                  <a:srgbClr val="FFFF00"/>
                </a:highlight>
              </a:rPr>
              <a:t>gohaan</a:t>
            </a:r>
            <a:r>
              <a:rPr lang="en-US" dirty="0">
                <a:highlight>
                  <a:srgbClr val="FFFF00"/>
                </a:highlight>
              </a:rPr>
              <a:t>-----</a:t>
            </a:r>
            <a:r>
              <a:rPr lang="en-US" dirty="0" err="1">
                <a:highlight>
                  <a:srgbClr val="FFFF00"/>
                </a:highlight>
              </a:rPr>
              <a:t>taabe</a:t>
            </a:r>
            <a:endParaRPr lang="en-US" dirty="0">
              <a:highlight>
                <a:srgbClr val="FFFF00"/>
              </a:highlight>
            </a:endParaRPr>
          </a:p>
          <a:p>
            <a:pPr marL="385763" indent="-385763">
              <a:buFont typeface="+mj-lt"/>
              <a:buAutoNum type="arabicPeriod"/>
            </a:pPr>
            <a:r>
              <a:rPr lang="en-US" dirty="0" err="1">
                <a:highlight>
                  <a:srgbClr val="FFFF00"/>
                </a:highlight>
              </a:rPr>
              <a:t>Daaigaaku</a:t>
            </a:r>
            <a:r>
              <a:rPr lang="en-US" dirty="0">
                <a:highlight>
                  <a:srgbClr val="FFFF00"/>
                </a:highlight>
              </a:rPr>
              <a:t>------</a:t>
            </a:r>
            <a:r>
              <a:rPr lang="en-US" dirty="0" err="1">
                <a:highlight>
                  <a:srgbClr val="FFFF00"/>
                </a:highlight>
              </a:rPr>
              <a:t>nihongo</a:t>
            </a:r>
            <a:r>
              <a:rPr lang="en-US" dirty="0">
                <a:highlight>
                  <a:srgbClr val="FFFF00"/>
                </a:highlight>
              </a:rPr>
              <a:t>-----</a:t>
            </a:r>
            <a:r>
              <a:rPr lang="en-US" dirty="0" err="1">
                <a:highlight>
                  <a:srgbClr val="FFFF00"/>
                </a:highlight>
              </a:rPr>
              <a:t>benkyo</a:t>
            </a:r>
            <a:endParaRPr lang="en-US" dirty="0">
              <a:highlight>
                <a:srgbClr val="FFFF00"/>
              </a:highlight>
            </a:endParaRPr>
          </a:p>
          <a:p>
            <a:pPr marL="385763" indent="-385763">
              <a:buFont typeface="+mj-lt"/>
              <a:buAutoNum type="arabicPeriod"/>
            </a:pPr>
            <a:r>
              <a:rPr lang="en-US" dirty="0">
                <a:highlight>
                  <a:srgbClr val="FFFF00"/>
                </a:highlight>
              </a:rPr>
              <a:t>Koen-----</a:t>
            </a:r>
            <a:r>
              <a:rPr lang="en-US" dirty="0" err="1">
                <a:highlight>
                  <a:srgbClr val="FFFF00"/>
                </a:highlight>
              </a:rPr>
              <a:t>aasobi</a:t>
            </a:r>
            <a:r>
              <a:rPr lang="en-US" dirty="0">
                <a:highlight>
                  <a:srgbClr val="FFFF00"/>
                </a:highlight>
              </a:rPr>
              <a:t>------</a:t>
            </a:r>
            <a:r>
              <a:rPr lang="en-US" dirty="0" err="1">
                <a:highlight>
                  <a:srgbClr val="FFFF00"/>
                </a:highlight>
              </a:rPr>
              <a:t>ikimasu</a:t>
            </a:r>
            <a:endParaRPr lang="en-US" dirty="0">
              <a:highlight>
                <a:srgbClr val="FFFF00"/>
              </a:highlight>
            </a:endParaRPr>
          </a:p>
          <a:p>
            <a:pPr marL="385763" indent="-385763">
              <a:buFont typeface="+mj-lt"/>
              <a:buAutoNum type="arabicPeriod"/>
            </a:pPr>
            <a:r>
              <a:rPr lang="en-US" dirty="0" err="1">
                <a:highlight>
                  <a:srgbClr val="FFFF00"/>
                </a:highlight>
              </a:rPr>
              <a:t>Uchi</a:t>
            </a:r>
            <a:r>
              <a:rPr lang="en-US" dirty="0">
                <a:highlight>
                  <a:srgbClr val="FFFF00"/>
                </a:highlight>
              </a:rPr>
              <a:t>-------chichi----</a:t>
            </a:r>
            <a:r>
              <a:rPr lang="en-US" dirty="0" err="1">
                <a:highlight>
                  <a:srgbClr val="FFFF00"/>
                </a:highlight>
              </a:rPr>
              <a:t>aaai</a:t>
            </a: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39560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406</TotalTime>
  <Words>815</Words>
  <Application>Microsoft Office PowerPoint</Application>
  <PresentationFormat>On-screen Show (4:3)</PresentationFormat>
  <Paragraphs>117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Japanese Travel Phrases: Going, Coming, and Returning</vt:lpstr>
      <vt:lpstr>Basic Sentence Structure</vt:lpstr>
      <vt:lpstr>Asking 'Where are you going?'</vt:lpstr>
      <vt:lpstr>How will you travel?</vt:lpstr>
      <vt:lpstr>Asking 'When will you go?'</vt:lpstr>
      <vt:lpstr>Asking 'With whom will you go?'</vt:lpstr>
      <vt:lpstr>Verb Conjugation (Present &amp; Past)</vt:lpstr>
      <vt:lpstr>Summary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Irfan mohammed</cp:lastModifiedBy>
  <cp:revision>9</cp:revision>
  <dcterms:created xsi:type="dcterms:W3CDTF">2013-01-27T09:14:16Z</dcterms:created>
  <dcterms:modified xsi:type="dcterms:W3CDTF">2025-03-19T09:41:14Z</dcterms:modified>
  <cp:category/>
</cp:coreProperties>
</file>