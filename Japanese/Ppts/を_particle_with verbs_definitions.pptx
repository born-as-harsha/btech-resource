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8" r:id="rId4"/>
    <p:sldId id="260" r:id="rId5"/>
    <p:sldId id="259" r:id="rId6"/>
    <p:sldId id="273" r:id="rId7"/>
    <p:sldId id="27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16" y="-4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Using the Particle 'を' in Positive and Negative Sentences</a:t>
            </a:r>
            <a:r>
              <a:rPr lang="en-US" dirty="0"/>
              <a:t> with verbs</a:t>
            </a:r>
            <a:br>
              <a:rPr lang="en-US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Learn how to use を with positive and negative sentences in Japanese!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798BB-2250-0DDB-7035-C41F723A0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346" y="160020"/>
            <a:ext cx="9379780" cy="6508066"/>
          </a:xfrm>
        </p:spPr>
        <p:txBody>
          <a:bodyPr>
            <a:normAutofit fontScale="85000" lnSpcReduction="20000"/>
          </a:bodyPr>
          <a:lstStyle/>
          <a:p>
            <a:pPr marL="228600" indent="0" algn="ctr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en-US" sz="1800" b="1" u="sng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Japanese verbs (</a:t>
            </a:r>
            <a:r>
              <a:rPr lang="en-US" sz="1800" b="1" u="sng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doushi</a:t>
            </a:r>
            <a:r>
              <a:rPr lang="en-US" sz="1800" b="1" u="sng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n-US" sz="1800" b="1" kern="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たべます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tabemasu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eat			 </a:t>
            </a:r>
            <a:r>
              <a:rPr lang="en-US" sz="1800" b="1" kern="100" dirty="0"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16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	</a:t>
            </a: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しめます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shimemasu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close (something)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のみます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(nomimasu) – To drink		 17.     </a:t>
            </a: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つくります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tsukurimasu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make	 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かいます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kaimasu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buy			 18.	</a:t>
            </a: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うけます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ukemasu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receive / To take (a test)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うります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urimasu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sell			 </a:t>
            </a:r>
            <a:r>
              <a:rPr lang="en-US" sz="1800" b="1" kern="100" dirty="0"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19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.	</a:t>
            </a: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だします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dashimasu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take out / To submit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かきます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kakimasu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write		  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よみます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yomimasu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read		 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ききます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kikimasu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listen / To ask	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はなします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hanashimasu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speak	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もちます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mochimasu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hold / To have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みます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mimasu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see / To watch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かえます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kaemasu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change (something)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とめます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tomemasu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stop (something)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おわります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owarimasu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finish (something)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はじめます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hajimemasu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start (something)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ja-JP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あけます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(</a:t>
            </a:r>
            <a:r>
              <a:rPr lang="en-US" sz="1800" b="1" kern="100" dirty="0" err="1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akemasu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) – To open (something)</a:t>
            </a: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b="1" kern="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b="1" kern="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b="1" kern="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endParaRPr lang="en-US" sz="1800" b="1" kern="1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0262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Positive Sentences with 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It shows **what** the action is being done to.</a:t>
            </a:r>
          </a:p>
          <a:p>
            <a:r>
              <a:rPr lang="en-US" altLang="ja-JP" dirty="0">
                <a:highlight>
                  <a:srgbClr val="FFFF00"/>
                </a:highlight>
              </a:rPr>
              <a:t>*</a:t>
            </a:r>
            <a:r>
              <a:rPr lang="ja-JP" altLang="en-US" dirty="0">
                <a:highlight>
                  <a:srgbClr val="FFFF00"/>
                </a:highlight>
              </a:rPr>
              <a:t>を </a:t>
            </a:r>
            <a:r>
              <a:rPr lang="en-US" altLang="ja-JP" dirty="0">
                <a:highlight>
                  <a:srgbClr val="FFFF00"/>
                </a:highlight>
              </a:rPr>
              <a:t>(</a:t>
            </a:r>
            <a:r>
              <a:rPr lang="en-US" dirty="0">
                <a:highlight>
                  <a:srgbClr val="FFFF00"/>
                </a:highlight>
              </a:rPr>
              <a:t>o) → Marks the direct object of an action**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**Pattern:** Noun + </a:t>
            </a:r>
            <a:r>
              <a:rPr lang="ja-JP" altLang="en-US" dirty="0">
                <a:solidFill>
                  <a:srgbClr val="FF0000"/>
                </a:solidFill>
              </a:rPr>
              <a:t>を </a:t>
            </a:r>
            <a:r>
              <a:rPr lang="en-US" altLang="ja-JP" dirty="0">
                <a:solidFill>
                  <a:srgbClr val="FF0000"/>
                </a:solidFill>
              </a:rPr>
              <a:t>+ </a:t>
            </a:r>
            <a:r>
              <a:rPr lang="en-US" dirty="0">
                <a:solidFill>
                  <a:srgbClr val="FF0000"/>
                </a:solidFill>
              </a:rPr>
              <a:t>Verb</a:t>
            </a:r>
            <a:endParaRPr lang="en-US" dirty="0"/>
          </a:p>
          <a:p>
            <a:r>
              <a:rPr lang="en-US" dirty="0"/>
              <a:t>Example:</a:t>
            </a:r>
          </a:p>
          <a:p>
            <a:r>
              <a:rPr dirty="0"/>
              <a:t>1. </a:t>
            </a:r>
            <a:r>
              <a:rPr dirty="0" err="1"/>
              <a:t>ほんをよみます</a:t>
            </a:r>
            <a:r>
              <a:rPr dirty="0"/>
              <a:t>。</a:t>
            </a:r>
            <a:endParaRPr lang="en-US" dirty="0"/>
          </a:p>
          <a:p>
            <a:r>
              <a:rPr dirty="0"/>
              <a:t>(Hon 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o</a:t>
            </a:r>
            <a:r>
              <a:rPr dirty="0"/>
              <a:t> </a:t>
            </a:r>
            <a:r>
              <a:rPr dirty="0" err="1"/>
              <a:t>yomimasu</a:t>
            </a:r>
            <a:r>
              <a:rPr dirty="0"/>
              <a:t>.) → I read a book.</a:t>
            </a:r>
            <a:endParaRPr lang="en-US" dirty="0"/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えいがをみます</a:t>
            </a:r>
            <a:r>
              <a:rPr dirty="0"/>
              <a:t>。</a:t>
            </a:r>
            <a:endParaRPr lang="en-US" dirty="0"/>
          </a:p>
          <a:p>
            <a:r>
              <a:rPr dirty="0"/>
              <a:t>(Eiga 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o</a:t>
            </a:r>
            <a:r>
              <a:rPr dirty="0"/>
              <a:t> </a:t>
            </a:r>
            <a:r>
              <a:rPr dirty="0" err="1"/>
              <a:t>mimasu</a:t>
            </a:r>
            <a:r>
              <a:rPr dirty="0"/>
              <a:t>.) → I watch a movie.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dirty="0"/>
              <a:t>3. </a:t>
            </a:r>
            <a:r>
              <a:rPr dirty="0" err="1"/>
              <a:t>みずをのみます</a:t>
            </a:r>
            <a:r>
              <a:rPr dirty="0"/>
              <a:t>。</a:t>
            </a:r>
            <a:endParaRPr lang="en-US" dirty="0"/>
          </a:p>
          <a:p>
            <a:r>
              <a:rPr dirty="0"/>
              <a:t>(Mizu 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o</a:t>
            </a:r>
            <a:r>
              <a:rPr dirty="0"/>
              <a:t> nomimasu.) → I drink water.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 Negative Sentence?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8408"/>
          </a:xfrm>
        </p:spPr>
        <p:txBody>
          <a:bodyPr>
            <a:normAutofit fontScale="77500" lnSpcReduction="20000"/>
          </a:bodyPr>
          <a:lstStyle/>
          <a:p>
            <a:r>
              <a:rPr dirty="0">
                <a:highlight>
                  <a:srgbClr val="FFFF00"/>
                </a:highlight>
              </a:rPr>
              <a:t>A negative sentence in Japanese is made by changing **</a:t>
            </a:r>
            <a:r>
              <a:rPr dirty="0" err="1">
                <a:highlight>
                  <a:srgbClr val="FFFF00"/>
                </a:highlight>
              </a:rPr>
              <a:t>ます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dirty="0" err="1">
                <a:solidFill>
                  <a:srgbClr val="FF0000"/>
                </a:solidFill>
                <a:highlight>
                  <a:srgbClr val="FFFF00"/>
                </a:highlight>
              </a:rPr>
              <a:t>masu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dirty="0">
                <a:highlight>
                  <a:srgbClr val="FFFF00"/>
                </a:highlight>
              </a:rPr>
              <a:t>** to **</a:t>
            </a:r>
            <a:r>
              <a:rPr dirty="0" err="1">
                <a:highlight>
                  <a:srgbClr val="FFFF00"/>
                </a:highlight>
              </a:rPr>
              <a:t>ません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dirty="0" err="1">
                <a:solidFill>
                  <a:srgbClr val="FF0000"/>
                </a:solidFill>
                <a:highlight>
                  <a:srgbClr val="FFFF00"/>
                </a:highlight>
              </a:rPr>
              <a:t>masen</a:t>
            </a:r>
            <a:r>
              <a:rPr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dirty="0">
                <a:highlight>
                  <a:srgbClr val="FFFF00"/>
                </a:highlight>
              </a:rPr>
              <a:t>**.</a:t>
            </a:r>
          </a:p>
          <a:p>
            <a:endParaRPr dirty="0"/>
          </a:p>
          <a:p>
            <a:r>
              <a:rPr dirty="0">
                <a:highlight>
                  <a:srgbClr val="FF0000"/>
                </a:highlight>
              </a:rPr>
              <a:t>**Pattern:** Verb (</a:t>
            </a:r>
            <a:r>
              <a:rPr dirty="0" err="1">
                <a:highlight>
                  <a:srgbClr val="FF0000"/>
                </a:highlight>
              </a:rPr>
              <a:t>ます</a:t>
            </a:r>
            <a:r>
              <a:rPr dirty="0">
                <a:highlight>
                  <a:srgbClr val="FF0000"/>
                </a:highlight>
              </a:rPr>
              <a:t>-form) → Verb (</a:t>
            </a:r>
            <a:r>
              <a:rPr dirty="0" err="1">
                <a:highlight>
                  <a:srgbClr val="FF0000"/>
                </a:highlight>
              </a:rPr>
              <a:t>ません</a:t>
            </a:r>
            <a:r>
              <a:rPr dirty="0">
                <a:highlight>
                  <a:srgbClr val="FF0000"/>
                </a:highlight>
              </a:rPr>
              <a:t>-form)</a:t>
            </a:r>
          </a:p>
          <a:p>
            <a:endParaRPr dirty="0"/>
          </a:p>
          <a:p>
            <a:r>
              <a:rPr dirty="0"/>
              <a:t>Examples:</a:t>
            </a:r>
          </a:p>
          <a:p>
            <a:r>
              <a:rPr dirty="0"/>
              <a:t>🔹 </a:t>
            </a:r>
            <a:r>
              <a:rPr dirty="0" err="1"/>
              <a:t>たべます</a:t>
            </a:r>
            <a:r>
              <a:rPr dirty="0"/>
              <a:t> → </a:t>
            </a:r>
            <a:r>
              <a:rPr dirty="0" err="1"/>
              <a:t>たべません</a:t>
            </a:r>
            <a:r>
              <a:rPr dirty="0"/>
              <a:t> </a:t>
            </a:r>
            <a:endParaRPr lang="en-US" dirty="0"/>
          </a:p>
          <a:p>
            <a:r>
              <a:rPr dirty="0"/>
              <a:t>(</a:t>
            </a:r>
            <a:r>
              <a:rPr dirty="0" err="1"/>
              <a:t>tabe</a:t>
            </a:r>
            <a:r>
              <a:rPr dirty="0" err="1">
                <a:solidFill>
                  <a:srgbClr val="FF0000"/>
                </a:solidFill>
              </a:rPr>
              <a:t>masu</a:t>
            </a:r>
            <a:r>
              <a:rPr dirty="0"/>
              <a:t> → </a:t>
            </a:r>
            <a:r>
              <a:rPr dirty="0" err="1"/>
              <a:t>tabe</a:t>
            </a:r>
            <a:r>
              <a:rPr dirty="0" err="1">
                <a:solidFill>
                  <a:srgbClr val="FF0000"/>
                </a:solidFill>
              </a:rPr>
              <a:t>masen</a:t>
            </a:r>
            <a:r>
              <a:rPr dirty="0"/>
              <a:t>) → eat → do not eat</a:t>
            </a:r>
          </a:p>
          <a:p>
            <a:r>
              <a:rPr dirty="0"/>
              <a:t>🔹 </a:t>
            </a:r>
            <a:r>
              <a:rPr dirty="0" err="1"/>
              <a:t>みます</a:t>
            </a:r>
            <a:r>
              <a:rPr dirty="0"/>
              <a:t> → </a:t>
            </a:r>
            <a:r>
              <a:rPr dirty="0" err="1"/>
              <a:t>みません</a:t>
            </a:r>
            <a:endParaRPr lang="en-US" dirty="0"/>
          </a:p>
          <a:p>
            <a:r>
              <a:rPr dirty="0"/>
              <a:t> (</a:t>
            </a:r>
            <a:r>
              <a:rPr dirty="0" err="1"/>
              <a:t>mi</a:t>
            </a:r>
            <a:r>
              <a:rPr dirty="0" err="1">
                <a:solidFill>
                  <a:srgbClr val="FF0000"/>
                </a:solidFill>
              </a:rPr>
              <a:t>masu</a:t>
            </a:r>
            <a:r>
              <a:rPr dirty="0"/>
              <a:t> → </a:t>
            </a:r>
            <a:r>
              <a:rPr dirty="0" err="1"/>
              <a:t>mi</a:t>
            </a:r>
            <a:r>
              <a:rPr dirty="0" err="1">
                <a:solidFill>
                  <a:srgbClr val="FF0000"/>
                </a:solidFill>
              </a:rPr>
              <a:t>masen</a:t>
            </a:r>
            <a:r>
              <a:rPr dirty="0"/>
              <a:t>) → watch → do not watch</a:t>
            </a:r>
          </a:p>
          <a:p>
            <a:r>
              <a:rPr dirty="0"/>
              <a:t>🔹 </a:t>
            </a:r>
            <a:r>
              <a:rPr dirty="0" err="1"/>
              <a:t>のみます</a:t>
            </a:r>
            <a:r>
              <a:rPr dirty="0"/>
              <a:t> → </a:t>
            </a:r>
            <a:r>
              <a:rPr dirty="0" err="1"/>
              <a:t>のみません</a:t>
            </a:r>
            <a:r>
              <a:rPr dirty="0"/>
              <a:t> </a:t>
            </a:r>
            <a:endParaRPr lang="en-US" dirty="0"/>
          </a:p>
          <a:p>
            <a:r>
              <a:rPr dirty="0"/>
              <a:t>(nomi</a:t>
            </a:r>
            <a:r>
              <a:rPr dirty="0">
                <a:solidFill>
                  <a:srgbClr val="FF0000"/>
                </a:solidFill>
              </a:rPr>
              <a:t>masu </a:t>
            </a:r>
            <a:r>
              <a:rPr dirty="0"/>
              <a:t>→ </a:t>
            </a:r>
            <a:r>
              <a:rPr dirty="0" err="1"/>
              <a:t>nomi</a:t>
            </a:r>
            <a:r>
              <a:rPr dirty="0" err="1">
                <a:solidFill>
                  <a:srgbClr val="FF0000"/>
                </a:solidFill>
              </a:rPr>
              <a:t>masen</a:t>
            </a:r>
            <a:r>
              <a:rPr dirty="0"/>
              <a:t>) → drink → do not drink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Negative Sentences with 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ほんをよみません</a:t>
            </a:r>
            <a:r>
              <a:rPr dirty="0"/>
              <a:t>。</a:t>
            </a:r>
            <a:endParaRPr lang="en-US" dirty="0"/>
          </a:p>
          <a:p>
            <a:r>
              <a:rPr dirty="0"/>
              <a:t>(Hon o </a:t>
            </a:r>
            <a:r>
              <a:rPr dirty="0" err="1">
                <a:solidFill>
                  <a:srgbClr val="FF0000"/>
                </a:solidFill>
              </a:rPr>
              <a:t>yomimasen</a:t>
            </a:r>
            <a:r>
              <a:rPr dirty="0">
                <a:solidFill>
                  <a:srgbClr val="FF0000"/>
                </a:solidFill>
              </a:rPr>
              <a:t>.) </a:t>
            </a:r>
            <a:r>
              <a:rPr dirty="0"/>
              <a:t>→ I do not read a book.</a:t>
            </a:r>
          </a:p>
          <a:p>
            <a:r>
              <a:rPr dirty="0"/>
              <a:t>2. </a:t>
            </a:r>
            <a:r>
              <a:rPr dirty="0" err="1"/>
              <a:t>えいがをみません</a:t>
            </a:r>
            <a:r>
              <a:rPr dirty="0"/>
              <a:t>。</a:t>
            </a:r>
            <a:endParaRPr lang="en-US" dirty="0"/>
          </a:p>
          <a:p>
            <a:r>
              <a:rPr dirty="0"/>
              <a:t>(Eiga o </a:t>
            </a:r>
            <a:r>
              <a:rPr dirty="0" err="1">
                <a:solidFill>
                  <a:srgbClr val="FF0000"/>
                </a:solidFill>
              </a:rPr>
              <a:t>mimasen</a:t>
            </a:r>
            <a:r>
              <a:rPr dirty="0"/>
              <a:t>.) → I do not watch a movie.</a:t>
            </a:r>
          </a:p>
          <a:p>
            <a:r>
              <a:rPr dirty="0"/>
              <a:t>3. </a:t>
            </a:r>
            <a:r>
              <a:rPr dirty="0" err="1"/>
              <a:t>みずをのみません</a:t>
            </a:r>
            <a:r>
              <a:rPr dirty="0"/>
              <a:t>。</a:t>
            </a:r>
            <a:endParaRPr lang="en-US" dirty="0"/>
          </a:p>
          <a:p>
            <a:r>
              <a:rPr dirty="0"/>
              <a:t>(Mizu o </a:t>
            </a:r>
            <a:r>
              <a:rPr dirty="0" err="1">
                <a:solidFill>
                  <a:srgbClr val="FF0000"/>
                </a:solidFill>
              </a:rPr>
              <a:t>nomimasen</a:t>
            </a:r>
            <a:r>
              <a:rPr dirty="0"/>
              <a:t>.) → I do not drink water.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70757-D3FC-D35E-6FDB-0D3F58A63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2336"/>
            <a:ext cx="8229600" cy="57238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1. I read a book.</a:t>
            </a:r>
          </a:p>
          <a:p>
            <a:pPr marL="0" indent="0">
              <a:buNone/>
            </a:pPr>
            <a:r>
              <a:rPr lang="en-US" dirty="0"/>
              <a:t>2. I listen to music.</a:t>
            </a:r>
          </a:p>
          <a:p>
            <a:pPr marL="0" indent="0">
              <a:buNone/>
            </a:pPr>
            <a:r>
              <a:rPr lang="en-US" dirty="0"/>
              <a:t>3. I drink coffee.</a:t>
            </a:r>
          </a:p>
          <a:p>
            <a:pPr marL="0" indent="0">
              <a:buNone/>
            </a:pPr>
            <a:r>
              <a:rPr lang="en-US" dirty="0"/>
              <a:t>4. I write a letter.</a:t>
            </a:r>
          </a:p>
          <a:p>
            <a:pPr marL="0" indent="0">
              <a:buNone/>
            </a:pPr>
            <a:r>
              <a:rPr lang="en-US" dirty="0"/>
              <a:t>5. I  watch TV.</a:t>
            </a:r>
          </a:p>
          <a:p>
            <a:pPr marL="0" indent="0">
              <a:buNone/>
            </a:pPr>
            <a:r>
              <a:rPr lang="en-US" dirty="0"/>
              <a:t>6. I do homework.</a:t>
            </a:r>
          </a:p>
          <a:p>
            <a:pPr marL="0" indent="0">
              <a:buNone/>
            </a:pPr>
            <a:r>
              <a:rPr lang="en-US" dirty="0"/>
              <a:t>7. I watch a movie.</a:t>
            </a:r>
          </a:p>
          <a:p>
            <a:pPr marL="0" indent="0">
              <a:buNone/>
            </a:pPr>
            <a:r>
              <a:rPr lang="en-US" dirty="0"/>
              <a:t>8. I wait for my friend.</a:t>
            </a:r>
          </a:p>
          <a:p>
            <a:pPr marL="0" indent="0">
              <a:buNone/>
            </a:pPr>
            <a:r>
              <a:rPr lang="en-US" dirty="0"/>
              <a:t>9. I take a picture.</a:t>
            </a:r>
          </a:p>
          <a:p>
            <a:pPr marL="0" indent="0">
              <a:buNone/>
            </a:pPr>
            <a:r>
              <a:rPr lang="en-US" dirty="0"/>
              <a:t>10. I eat a meal.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78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27A7E-8634-4FCC-EBEA-5E301B282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058656" cy="6000750"/>
          </a:xfrm>
        </p:spPr>
        <p:txBody>
          <a:bodyPr>
            <a:normAutofit fontScale="77500" lnSpcReduction="20000"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Future</a:t>
            </a:r>
            <a:r>
              <a:rPr lang="en-US" b="1" dirty="0"/>
              <a:t> 			</a:t>
            </a:r>
            <a:r>
              <a:rPr lang="en-US" b="1" u="sng" dirty="0">
                <a:highlight>
                  <a:srgbClr val="FFFF00"/>
                </a:highlight>
              </a:rPr>
              <a:t>Negative</a:t>
            </a:r>
            <a:r>
              <a:rPr lang="en-US" b="1" dirty="0"/>
              <a:t>	          </a:t>
            </a:r>
            <a:r>
              <a:rPr lang="en-US" b="1" u="sng" dirty="0">
                <a:highlight>
                  <a:srgbClr val="FFFF00"/>
                </a:highlight>
              </a:rPr>
              <a:t> Past</a:t>
            </a:r>
            <a:r>
              <a:rPr lang="en-US" b="1" dirty="0"/>
              <a:t>				</a:t>
            </a:r>
            <a:r>
              <a:rPr lang="en-US" b="1" u="sng" dirty="0">
                <a:highlight>
                  <a:srgbClr val="FFFF00"/>
                </a:highlight>
              </a:rPr>
              <a:t>Past Nagative </a:t>
            </a:r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Nomi</a:t>
            </a:r>
            <a:r>
              <a:rPr lang="en-US" u="sng" dirty="0" err="1">
                <a:solidFill>
                  <a:srgbClr val="C00000"/>
                </a:solidFill>
              </a:rPr>
              <a:t>maasu</a:t>
            </a:r>
            <a:r>
              <a:rPr lang="en-US" dirty="0"/>
              <a:t>	</a:t>
            </a:r>
            <a:r>
              <a:rPr lang="en-US" dirty="0" err="1"/>
              <a:t>Nomi</a:t>
            </a:r>
            <a:r>
              <a:rPr lang="en-US" u="sng" dirty="0" err="1">
                <a:solidFill>
                  <a:srgbClr val="FF0000"/>
                </a:solidFill>
              </a:rPr>
              <a:t>maasen</a:t>
            </a:r>
            <a:r>
              <a:rPr lang="en-US" u="sng" dirty="0">
                <a:solidFill>
                  <a:srgbClr val="7030A0"/>
                </a:solidFill>
              </a:rPr>
              <a:t> </a:t>
            </a:r>
            <a:r>
              <a:rPr lang="en-US" dirty="0">
                <a:solidFill>
                  <a:srgbClr val="7030A0"/>
                </a:solidFill>
              </a:rPr>
              <a:t>    </a:t>
            </a:r>
            <a:r>
              <a:rPr lang="en-US" dirty="0" err="1"/>
              <a:t>Nomi</a:t>
            </a:r>
            <a:r>
              <a:rPr lang="en-US" u="sng" dirty="0" err="1">
                <a:solidFill>
                  <a:srgbClr val="FF0000"/>
                </a:solidFill>
              </a:rPr>
              <a:t>mashita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en-US" u="sng" dirty="0" err="1">
                <a:solidFill>
                  <a:schemeClr val="accent1">
                    <a:lumMod val="50000"/>
                  </a:schemeClr>
                </a:solidFill>
              </a:rPr>
              <a:t>Nominasen</a:t>
            </a:r>
            <a:r>
              <a:rPr lang="en-US" u="sng" dirty="0" err="1">
                <a:solidFill>
                  <a:srgbClr val="FF0000"/>
                </a:solidFill>
              </a:rPr>
              <a:t>deshita</a:t>
            </a:r>
            <a:endParaRPr lang="en-US" u="sng" dirty="0">
              <a:solidFill>
                <a:srgbClr val="7030A0"/>
              </a:solidFill>
            </a:endParaRPr>
          </a:p>
          <a:p>
            <a:pPr marL="385763" indent="-385763">
              <a:buFont typeface="+mj-lt"/>
              <a:buAutoNum type="arabicParenR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Taabe</a:t>
            </a:r>
            <a:r>
              <a:rPr lang="en-US" b="1" u="sng" dirty="0" err="1">
                <a:solidFill>
                  <a:schemeClr val="bg2">
                    <a:lumMod val="10000"/>
                  </a:schemeClr>
                </a:solidFill>
              </a:rPr>
              <a:t>maasu</a:t>
            </a:r>
            <a:r>
              <a:rPr lang="en-US" dirty="0"/>
              <a:t>	</a:t>
            </a:r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ikimaasu</a:t>
            </a:r>
            <a:r>
              <a:rPr lang="en-US" dirty="0"/>
              <a:t>.</a:t>
            </a:r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Kimaasu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Shimaasu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Kaaerimaasu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Utaaimaasu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Okimaasu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Nemaasu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Haatarakimasu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Benkyoshimasu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Owaarimaasu</a:t>
            </a:r>
            <a:endParaRPr lang="en-US" dirty="0"/>
          </a:p>
          <a:p>
            <a:pPr marL="385763" indent="-385763">
              <a:buFont typeface="+mj-lt"/>
              <a:buAutoNum type="arabicParenR"/>
            </a:pPr>
            <a:r>
              <a:rPr lang="en-US" dirty="0" err="1"/>
              <a:t>Haajimemasu</a:t>
            </a:r>
            <a:r>
              <a:rPr lang="en-US" dirty="0">
                <a:highlight>
                  <a:srgbClr val="FFFF00"/>
                </a:highlight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2779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633</Words>
  <Application>Microsoft Office PowerPoint</Application>
  <PresentationFormat>On-screen Show (4:3)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Using the Particle 'を' in Positive and Negative Sentences with verbs </vt:lpstr>
      <vt:lpstr>PowerPoint Presentation</vt:lpstr>
      <vt:lpstr>Positive Sentences with を</vt:lpstr>
      <vt:lpstr>What is a Negative Sentence?</vt:lpstr>
      <vt:lpstr>Negative Sentences with を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Irfan mohammed</cp:lastModifiedBy>
  <cp:revision>21</cp:revision>
  <dcterms:created xsi:type="dcterms:W3CDTF">2013-01-27T09:14:16Z</dcterms:created>
  <dcterms:modified xsi:type="dcterms:W3CDTF">2025-02-24T11:05:06Z</dcterms:modified>
  <cp:category/>
</cp:coreProperties>
</file>