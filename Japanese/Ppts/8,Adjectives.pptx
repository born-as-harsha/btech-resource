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>
        <p:scale>
          <a:sx n="89" d="100"/>
          <a:sy n="89" d="100"/>
        </p:scale>
        <p:origin x="-78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1A26-4077-E965-E266-0944D5475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39ABB-F912-C05C-1860-129F64755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CF756-0CAF-40AE-28D3-7EC9598B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62DC3-4699-9889-9142-E5FC9738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171D1-7A51-4942-9B41-78299D93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7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0D9A-674B-F053-F474-4F295166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586FC-C214-5D6A-0E71-8EE682F4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19D8E-9FD2-DD7E-7108-F1B3706E4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08DE6-0D5E-7BF2-2D93-3BC5F072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4B2ED-DE43-15DE-33F3-85F5363C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66EE-813D-BD61-159A-5BD525A7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533D9-EFBC-10DD-B5E2-121F9CF3C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97DB-DE22-D665-E689-E0106167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20683-BBE6-F30C-4AAA-CE736FF6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BE0A5-ED72-D470-A437-2D97F200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6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540E-1751-B14E-E076-EB28FA9B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3478-A0DC-3CE0-DEE6-D0EF06909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D4FAB-DE45-7849-088C-5E6CDC1FD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69C1F-E859-7CB4-ED3F-0E828FD8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351D-6A2C-19FB-ED86-7010A7E5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67F6A-AF8C-36A0-188B-9D3BE672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7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B5F5-5EB6-D7F0-916C-CF4CD97B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D5FD7-DEE8-77B8-E5CC-BC29246CF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6DDB7-69A4-D4DD-8B7D-5CFA5E713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FD2EF2-92F0-2228-C305-FD669548B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201CA-1AE0-E3F5-A7D1-0B0CD1289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E13F5-B93B-CA53-CE30-30825228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6EAC3-CA41-3B29-4656-11B916A7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1E813-2B10-31B3-7430-BD92139F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0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6846-D7C0-EB1F-2CD2-8D73FCA1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CE21D-40DC-E22C-F57C-50BCEBFB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BEE87-E762-3675-F65E-923CB4C5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CE749-1CCF-4ECC-A8F2-AAA3710B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4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53200-274D-86F3-36DB-F64E0F7A3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756A3-75DF-EA28-D748-6E85A0F6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5A993-015B-C4BD-8794-440C2271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6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636A-0ACE-FA67-D9EE-4B445E73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8FB43-5A3E-9B78-869C-C2DAD9B18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CFA53-985C-A4C3-BA0D-B58CDA27A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FC382-5E68-9CCB-DCF7-322397C5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AAB27-4892-7E85-A4CA-478F5C6C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40E67-AE0B-C98C-D5A5-57D2C426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B9CE-CBB8-4D19-CE15-6233CD98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8BAEA5-33D9-8694-DEA9-1D7D7BFCE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D21D6-B40A-2101-47EC-EB0F0BD8A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80F1C-E4D9-AE6F-CC37-B27EE799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996B9-88DD-1F18-4D8F-F47222BE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5A674-8E84-50EB-32B9-2FBE4F2A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1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7470-60EA-C24E-6DDF-D9BC89DC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46794-DBA9-2490-55E7-46E2CFCB1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F0B6-F632-0C0E-30B8-C3F25B71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278C3-5326-DEDD-559F-610E34C3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973A9-CEC3-7EDE-EBBA-1F5567651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79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831E4-F5EC-7EDB-55DC-93618039F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9311-53CC-2618-C698-57307B892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BE0B4-5C6B-5732-6FAF-BB8A047C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B6696-C158-3DE0-29BC-063557A9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80CDA-98E3-8EE5-179A-E25AD7EC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9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9A1AC-2919-CC70-39BA-A42EED06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CD30-92ED-D260-A959-E482D2351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ED7BA-5C8F-A0C0-ABDE-6FEA17FBF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EC2EC-8E8B-47AC-B892-881D46EBF948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107A-FE20-7D72-2A93-5FBEACAEF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3F051-CA39-DCA3-4848-864F4C7B5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BAA99-599B-45E6-8E56-8152C1C9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6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E3FB11-B1DB-828E-369C-73FB18733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643" y="196770"/>
            <a:ext cx="10413357" cy="640080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Hiragana</a:t>
            </a:r>
            <a:r>
              <a:rPr lang="en-IN" dirty="0"/>
              <a:t>				</a:t>
            </a:r>
            <a:r>
              <a:rPr lang="en-IN" dirty="0">
                <a:highlight>
                  <a:srgbClr val="FFFF00"/>
                </a:highlight>
              </a:rPr>
              <a:t>Romaji</a:t>
            </a:r>
            <a:r>
              <a:rPr lang="en-IN" dirty="0"/>
              <a:t>						   										</a:t>
            </a:r>
            <a:r>
              <a:rPr lang="en-IN" dirty="0">
                <a:highlight>
                  <a:srgbClr val="FFFF00"/>
                </a:highlight>
              </a:rPr>
              <a:t>English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きれい</a:t>
            </a:r>
            <a:r>
              <a:rPr lang="en-US" altLang="ja-JP" dirty="0"/>
              <a:t>				</a:t>
            </a:r>
            <a:r>
              <a:rPr lang="en-US" altLang="ja-JP" dirty="0" err="1"/>
              <a:t>Kirei</a:t>
            </a:r>
            <a:r>
              <a:rPr lang="en-US" altLang="ja-JP" dirty="0"/>
              <a:t>					Beautifull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ハンサム</a:t>
            </a:r>
            <a:r>
              <a:rPr lang="en-US" altLang="ja-JP" dirty="0"/>
              <a:t>				</a:t>
            </a:r>
            <a:r>
              <a:rPr lang="en-US" altLang="ja-JP" dirty="0" err="1"/>
              <a:t>Haansaamu</a:t>
            </a:r>
            <a:r>
              <a:rPr lang="en-US" altLang="ja-JP" dirty="0"/>
              <a:t>			               Handsome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にぎやか</a:t>
            </a:r>
            <a:r>
              <a:rPr lang="en-US" altLang="ja-JP" dirty="0"/>
              <a:t>				</a:t>
            </a:r>
            <a:r>
              <a:rPr lang="en-US" altLang="ja-JP" dirty="0" err="1"/>
              <a:t>Nigiyaaka</a:t>
            </a:r>
            <a:r>
              <a:rPr lang="en-US" altLang="ja-JP" dirty="0"/>
              <a:t>				Lively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ゆうめい</a:t>
            </a:r>
            <a:r>
              <a:rPr lang="en-US" altLang="ja-JP" dirty="0"/>
              <a:t>				</a:t>
            </a:r>
            <a:r>
              <a:rPr lang="en-US" altLang="ja-JP" dirty="0" err="1"/>
              <a:t>Yuumei</a:t>
            </a:r>
            <a:r>
              <a:rPr lang="en-US" altLang="ja-JP" dirty="0"/>
              <a:t>	      			               Famous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しんせつ</a:t>
            </a:r>
            <a:r>
              <a:rPr lang="en-US" altLang="ja-JP" dirty="0"/>
              <a:t>				</a:t>
            </a:r>
            <a:r>
              <a:rPr lang="en-US" altLang="ja-JP" dirty="0" err="1"/>
              <a:t>Shinsetsu</a:t>
            </a:r>
            <a:r>
              <a:rPr lang="en-US" altLang="ja-JP" dirty="0"/>
              <a:t>		                           Helpful ,kind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げんき</a:t>
            </a:r>
            <a:r>
              <a:rPr lang="en-US" altLang="ja-JP" dirty="0"/>
              <a:t>				Genki					Healthy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ひま</a:t>
            </a:r>
            <a:r>
              <a:rPr lang="en-US" altLang="ja-JP" dirty="0"/>
              <a:t>				</a:t>
            </a:r>
            <a:r>
              <a:rPr lang="en-US" altLang="ja-JP" dirty="0" err="1"/>
              <a:t>Hima</a:t>
            </a:r>
            <a:r>
              <a:rPr lang="en-US" altLang="ja-JP" dirty="0"/>
              <a:t>			            Free</a:t>
            </a:r>
            <a:r>
              <a:rPr lang="ja-JP" altLang="en-US" dirty="0"/>
              <a:t> </a:t>
            </a:r>
            <a:r>
              <a:rPr lang="en-US" altLang="ja-JP" dirty="0"/>
              <a:t>(Indicates</a:t>
            </a:r>
            <a:r>
              <a:rPr lang="ja-JP" altLang="en-US" dirty="0"/>
              <a:t> </a:t>
            </a:r>
            <a:r>
              <a:rPr lang="en-US" altLang="ja-JP" dirty="0"/>
              <a:t>time)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べんり</a:t>
            </a:r>
            <a:r>
              <a:rPr lang="en-US" altLang="ja-JP" dirty="0"/>
              <a:t>			                  </a:t>
            </a:r>
            <a:r>
              <a:rPr lang="en-US" altLang="ja-JP" dirty="0" err="1"/>
              <a:t>Benri</a:t>
            </a:r>
            <a:r>
              <a:rPr lang="en-US" altLang="ja-JP" dirty="0"/>
              <a:t>     				        Convenient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すてき</a:t>
            </a:r>
            <a:r>
              <a:rPr lang="en-US" altLang="ja-JP" dirty="0"/>
              <a:t>				</a:t>
            </a:r>
            <a:r>
              <a:rPr lang="en-US" altLang="ja-JP" dirty="0" err="1"/>
              <a:t>Suteki</a:t>
            </a:r>
            <a:r>
              <a:rPr lang="en-US" altLang="ja-JP" dirty="0"/>
              <a:t>					Fine, Nice,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おおきい</a:t>
            </a:r>
            <a:r>
              <a:rPr lang="en-US" altLang="ja-JP" dirty="0"/>
              <a:t>.				</a:t>
            </a:r>
            <a:r>
              <a:rPr lang="en-US" altLang="ja-JP" dirty="0" err="1"/>
              <a:t>Ookie</a:t>
            </a:r>
            <a:r>
              <a:rPr lang="en-US" altLang="ja-JP" dirty="0"/>
              <a:t>					Big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ちいさい</a:t>
            </a:r>
            <a:r>
              <a:rPr lang="en-US" altLang="ja-JP" dirty="0"/>
              <a:t>				</a:t>
            </a:r>
            <a:r>
              <a:rPr lang="en-US" altLang="ja-JP" dirty="0" err="1"/>
              <a:t>Chii-saai</a:t>
            </a:r>
            <a:r>
              <a:rPr lang="en-US" altLang="ja-JP" dirty="0"/>
              <a:t>				Small</a:t>
            </a:r>
          </a:p>
          <a:p>
            <a:pPr marL="457200" indent="-457200" algn="l">
              <a:buFont typeface="+mj-lt"/>
              <a:buAutoNum type="arabicParenR"/>
            </a:pPr>
            <a:r>
              <a:rPr lang="ja-JP" altLang="en-US" dirty="0"/>
              <a:t>あたらしい</a:t>
            </a:r>
            <a:r>
              <a:rPr lang="en-US" altLang="ja-JP" dirty="0"/>
              <a:t>				</a:t>
            </a:r>
            <a:r>
              <a:rPr lang="en-US" altLang="ja-JP" dirty="0" err="1"/>
              <a:t>Ataarashi</a:t>
            </a:r>
            <a:r>
              <a:rPr lang="en-US" altLang="ja-JP" dirty="0"/>
              <a:t>				New</a:t>
            </a:r>
          </a:p>
          <a:p>
            <a:pPr algn="l"/>
            <a:r>
              <a:rPr lang="en-US" altLang="ja-JP" dirty="0"/>
              <a:t>			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6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60D0-15EE-3021-20BD-FB8510A15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 err="1">
                <a:highlight>
                  <a:srgbClr val="FFFF00"/>
                </a:highlight>
              </a:rPr>
              <a:t>Hiraagana</a:t>
            </a:r>
            <a:r>
              <a:rPr lang="en-IN" b="1" dirty="0"/>
              <a:t>					</a:t>
            </a:r>
            <a:r>
              <a:rPr lang="en-IN" b="1" u="sng" dirty="0">
                <a:highlight>
                  <a:srgbClr val="FFFF00"/>
                </a:highlight>
              </a:rPr>
              <a:t>Romaji</a:t>
            </a:r>
            <a:r>
              <a:rPr lang="en-IN" dirty="0"/>
              <a:t>	</a:t>
            </a:r>
            <a:r>
              <a:rPr lang="en-IN" b="1" dirty="0"/>
              <a:t>			</a:t>
            </a:r>
            <a:r>
              <a:rPr lang="en-IN" b="1" u="sng" dirty="0">
                <a:highlight>
                  <a:srgbClr val="FFFF00"/>
                </a:highlight>
              </a:rPr>
              <a:t>English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きもち</a:t>
            </a:r>
            <a:r>
              <a:rPr lang="en-US" altLang="ja-JP" dirty="0"/>
              <a:t>					</a:t>
            </a:r>
            <a:r>
              <a:rPr lang="en-US" altLang="ja-JP" dirty="0" err="1"/>
              <a:t>Kimochi</a:t>
            </a:r>
            <a:r>
              <a:rPr lang="en-US" altLang="ja-JP" dirty="0"/>
              <a:t>				Feelings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しんぱい</a:t>
            </a:r>
            <a:r>
              <a:rPr lang="en-US" altLang="ja-JP" dirty="0"/>
              <a:t>				</a:t>
            </a:r>
            <a:r>
              <a:rPr lang="en-US" altLang="ja-JP" dirty="0" err="1"/>
              <a:t>Shinpaai</a:t>
            </a:r>
            <a:r>
              <a:rPr lang="en-US" altLang="ja-JP" dirty="0"/>
              <a:t>				Worried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おこって</a:t>
            </a:r>
            <a:r>
              <a:rPr lang="en-US" altLang="ja-JP" dirty="0"/>
              <a:t>				</a:t>
            </a:r>
            <a:r>
              <a:rPr lang="en-US" altLang="ja-JP" dirty="0" err="1"/>
              <a:t>Okotte</a:t>
            </a:r>
            <a:r>
              <a:rPr lang="en-US" altLang="ja-JP" dirty="0"/>
              <a:t>				Angry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かなしい</a:t>
            </a:r>
            <a:r>
              <a:rPr lang="en-US" altLang="ja-JP" dirty="0"/>
              <a:t>				</a:t>
            </a:r>
            <a:r>
              <a:rPr lang="en-US" altLang="ja-JP" dirty="0" err="1"/>
              <a:t>Kaanashi</a:t>
            </a:r>
            <a:r>
              <a:rPr lang="en-US" altLang="ja-JP" dirty="0"/>
              <a:t>				Sad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はずかしい</a:t>
            </a:r>
            <a:r>
              <a:rPr lang="en-US" altLang="ja-JP" dirty="0"/>
              <a:t>				</a:t>
            </a:r>
            <a:r>
              <a:rPr lang="en-US" altLang="ja-JP" dirty="0" err="1"/>
              <a:t>Haajukaashi</a:t>
            </a:r>
            <a:r>
              <a:rPr lang="en-US" altLang="ja-JP" dirty="0"/>
              <a:t>			Embarrassed, sad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おそれて</a:t>
            </a:r>
            <a:r>
              <a:rPr lang="en-US" altLang="ja-JP" dirty="0"/>
              <a:t>				</a:t>
            </a:r>
            <a:r>
              <a:rPr lang="en-US" altLang="ja-JP" dirty="0" err="1"/>
              <a:t>Osorete</a:t>
            </a:r>
            <a:r>
              <a:rPr lang="en-US" altLang="ja-JP" dirty="0"/>
              <a:t>				Afraid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こわい</a:t>
            </a:r>
            <a:r>
              <a:rPr lang="en-US" altLang="ja-JP" dirty="0"/>
              <a:t>					</a:t>
            </a:r>
            <a:r>
              <a:rPr lang="en-US" altLang="ja-JP" dirty="0" err="1"/>
              <a:t>Kowaai</a:t>
            </a:r>
            <a:r>
              <a:rPr lang="en-US" altLang="ja-JP" dirty="0"/>
              <a:t>				Scared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やさしい</a:t>
            </a:r>
            <a:r>
              <a:rPr lang="en-US" altLang="ja-JP" dirty="0"/>
              <a:t>				</a:t>
            </a:r>
            <a:r>
              <a:rPr lang="en-US" altLang="ja-JP" dirty="0" err="1"/>
              <a:t>Yaasashi</a:t>
            </a:r>
            <a:r>
              <a:rPr lang="en-US" altLang="ja-JP" dirty="0"/>
              <a:t>				Kind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あいして</a:t>
            </a:r>
            <a:r>
              <a:rPr lang="en-US" altLang="ja-JP" dirty="0"/>
              <a:t>				</a:t>
            </a:r>
            <a:r>
              <a:rPr lang="en-US" altLang="ja-JP" dirty="0" err="1"/>
              <a:t>Aaishite</a:t>
            </a:r>
            <a:r>
              <a:rPr lang="en-US" altLang="ja-JP" dirty="0"/>
              <a:t>				Love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つかれます</a:t>
            </a:r>
            <a:r>
              <a:rPr lang="en-US" altLang="ja-JP" dirty="0"/>
              <a:t>				</a:t>
            </a:r>
            <a:r>
              <a:rPr lang="en-US" altLang="ja-JP" dirty="0" err="1"/>
              <a:t>Tsukaaremasu</a:t>
            </a:r>
            <a:r>
              <a:rPr lang="en-US" altLang="ja-JP" dirty="0"/>
              <a:t>			Tired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うつくしい</a:t>
            </a:r>
            <a:r>
              <a:rPr lang="en-US" altLang="ja-JP" dirty="0"/>
              <a:t>				</a:t>
            </a:r>
            <a:r>
              <a:rPr lang="en-US" altLang="ja-JP" dirty="0" err="1"/>
              <a:t>Utsukushi</a:t>
            </a:r>
            <a:r>
              <a:rPr lang="en-US" altLang="ja-JP" dirty="0"/>
              <a:t>		</a:t>
            </a:r>
            <a:r>
              <a:rPr lang="en-US" altLang="ja-JP"/>
              <a:t>	happy,Beautifull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びっくりします</a:t>
            </a:r>
            <a:r>
              <a:rPr lang="en-US" altLang="ja-JP" dirty="0"/>
              <a:t>			</a:t>
            </a:r>
            <a:r>
              <a:rPr lang="en-US" altLang="ja-JP" dirty="0" err="1"/>
              <a:t>Bikkurishimasu</a:t>
            </a:r>
            <a:r>
              <a:rPr lang="en-US" altLang="ja-JP" dirty="0"/>
              <a:t>	</a:t>
            </a:r>
            <a:r>
              <a:rPr lang="ja-JP" altLang="en-US" dirty="0"/>
              <a:t>　　</a:t>
            </a:r>
            <a:r>
              <a:rPr lang="en-US" altLang="ja-JP" dirty="0"/>
              <a:t>Amazed, surprised.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すき</a:t>
            </a:r>
            <a:r>
              <a:rPr lang="en-US" altLang="ja-JP" dirty="0"/>
              <a:t>					Suki					Like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だいすき</a:t>
            </a:r>
            <a:r>
              <a:rPr lang="en-US" altLang="ja-JP" dirty="0"/>
              <a:t>				</a:t>
            </a:r>
            <a:r>
              <a:rPr lang="en-US" altLang="ja-JP" dirty="0" err="1"/>
              <a:t>Daaisuki</a:t>
            </a:r>
            <a:r>
              <a:rPr lang="en-US" altLang="ja-JP" dirty="0"/>
              <a:t>			Too much like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きらい</a:t>
            </a:r>
            <a:r>
              <a:rPr lang="en-US" altLang="ja-JP" dirty="0"/>
              <a:t>					</a:t>
            </a:r>
            <a:r>
              <a:rPr lang="en-US" altLang="ja-JP" dirty="0" err="1"/>
              <a:t>Kiraai</a:t>
            </a:r>
            <a:r>
              <a:rPr lang="en-US" altLang="ja-JP" dirty="0"/>
              <a:t>					Hate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36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439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mohammed</dc:creator>
  <cp:lastModifiedBy>Irfan mohammed</cp:lastModifiedBy>
  <cp:revision>3</cp:revision>
  <dcterms:created xsi:type="dcterms:W3CDTF">2025-01-27T08:32:25Z</dcterms:created>
  <dcterms:modified xsi:type="dcterms:W3CDTF">2025-03-13T08:43:02Z</dcterms:modified>
</cp:coreProperties>
</file>