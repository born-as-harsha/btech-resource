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C115-5DF2-6CB2-6B49-1956704E9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6FD2E-666C-3DA7-4BB9-AAB7F738D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4FCF5-A010-9A39-D2F8-CC937E92E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7A5F-167D-4C83-9CFE-5A4FFD2F663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8D62F-8488-55C4-B73B-5A9A6F86A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B968F-CBD8-B14F-7D20-881B4676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F58B-BC94-4885-9932-BD02A7092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75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CCE7-3F9D-A495-C3A0-F2040779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E27FC-EE32-2578-9572-25A59E78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09EB8-6F82-0F38-F396-62FB616CA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7A5F-167D-4C83-9CFE-5A4FFD2F663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DAD34-BE74-AF32-80E3-60D76EF0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F455B-7495-2851-0E84-34A7554C1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F58B-BC94-4885-9932-BD02A7092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5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97F2-FB58-E0E8-0863-6553FB52D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E9E08-6774-7793-D656-016836B41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FEF36-4274-A4A4-6A90-C4DE9B5D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7A5F-167D-4C83-9CFE-5A4FFD2F663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D190A-4A23-654D-9942-722F9DC1D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D93DB-6C61-F185-1D74-63D88D29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F58B-BC94-4885-9932-BD02A7092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5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CB2A0-E702-8BEF-922B-02BC5A965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BB3D7-2B2C-402E-0540-640A5CDB34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230D6-9653-8DD7-AF58-9488912E1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55B41-7BEE-6951-BE0D-0E733193D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7A5F-167D-4C83-9CFE-5A4FFD2F663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556B3-1DA8-0A03-A028-131CD8FE5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07F94-D06D-75E9-59DF-15EB1C42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F58B-BC94-4885-9932-BD02A7092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96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8595C-B01C-B1F8-DF42-952A026FE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0A50B-909F-E23F-DC84-DB6A44FAD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7BFE3-AB6E-E9E9-C80F-54238DE7E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7C533F-045E-9269-9573-58BEAE4D4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DDC5F-4883-BD96-81DB-EAF6F6A8D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0C1A1E-0924-13E6-57BF-0AD98ED93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7A5F-167D-4C83-9CFE-5A4FFD2F663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934F6-D2AF-D6E3-5909-B38343F8E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56158F-15EE-5E9E-459E-C78BD8B4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F58B-BC94-4885-9932-BD02A7092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76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08796-1F55-91F7-B9A8-87780D40F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0012E1-3230-1D2A-953A-A56F3D9B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7A5F-167D-4C83-9CFE-5A4FFD2F663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EE771E-0D9A-7B52-6417-5E93BCA68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2C625-5A64-2957-C60B-B9D88118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F58B-BC94-4885-9932-BD02A7092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28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1BF4E8-A74D-41F1-1D24-E5D5F6564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7A5F-167D-4C83-9CFE-5A4FFD2F663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369C47-FD1C-4867-19D2-84A4F65C3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CA60A-13E5-A4A0-67D9-80865EDD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F58B-BC94-4885-9932-BD02A7092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54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4B56-C93A-6295-D17C-D53652766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1F5C9-5C65-1788-EFB1-80B43DE7B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BD77E9-EC19-928A-304F-9A587AF9B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7F4B1-21F6-B0C6-9D08-42B018FE4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7A5F-167D-4C83-9CFE-5A4FFD2F663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0E763-D2D9-5A79-6E43-F1EEA42F3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03508-B539-A650-34A8-A250458D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F58B-BC94-4885-9932-BD02A7092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91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3A89-60B7-4C7B-6305-68602B207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82D3D4-FE1D-FB0E-8F9B-7C37645F47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ADBEB-5A9C-00D3-BB85-5491CF908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C9788-719C-BFCE-3C4E-3406EECB7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7A5F-167D-4C83-9CFE-5A4FFD2F663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FA224-D38C-A5E0-42CA-57D59640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19FC7-19A8-8280-E556-BC46493B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F58B-BC94-4885-9932-BD02A7092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1D678-E8BC-7EEA-3E4B-5E15857DD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8B66B-23AF-3CA0-03E4-933336C3B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1136E-BA30-827D-DD39-13AD61FA2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7A5F-167D-4C83-9CFE-5A4FFD2F663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7557C-119A-4A83-6DB8-09CF195D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76FE7-34A8-3AE7-DC1B-CCAD92FD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F58B-BC94-4885-9932-BD02A7092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2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740DF0-1340-FA85-A68D-5A7025A6E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C78FF-8C9E-D004-BE29-0C0C15BAC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1D089-02C7-DA3D-A4F3-D5BB371A2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7A5F-167D-4C83-9CFE-5A4FFD2F663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1DB6C-9177-26F4-1F46-D41D4C6F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FBCC6-DB6E-026D-8873-90A99AE3A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3F58B-BC94-4885-9932-BD02A7092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0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35AC6-D67A-78A7-18F7-9C54E11F1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53C30-D057-85CB-8CCC-39034C09B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D822B-147C-F360-B709-0A6385B8D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A7A5F-167D-4C83-9CFE-5A4FFD2F6632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CB598-256C-5C2B-5F1C-22308BC1F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1037-BE49-31B5-5765-13FFEFCAB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3F58B-BC94-4885-9932-BD02A7092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8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F088-C11C-53EB-E548-C39117EF4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571789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u="sng" dirty="0">
                <a:highlight>
                  <a:srgbClr val="FFFF00"/>
                </a:highlight>
              </a:rPr>
              <a:t> Grammer Pattern</a:t>
            </a:r>
          </a:p>
          <a:p>
            <a:pPr marL="0" indent="0">
              <a:buNone/>
            </a:pPr>
            <a:endParaRPr lang="en-US" u="sng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ja-JP" altLang="en-US" u="sng" dirty="0">
                <a:highlight>
                  <a:srgbClr val="FFFF00"/>
                </a:highlight>
              </a:rPr>
              <a:t>に：</a:t>
            </a:r>
            <a:r>
              <a:rPr lang="en-US" altLang="ja-JP" dirty="0">
                <a:highlight>
                  <a:srgbClr val="FFFF00"/>
                </a:highlight>
              </a:rPr>
              <a:t>this particle used to denote the recipient.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Rule: N(Person) + N2 + </a:t>
            </a: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あげます</a:t>
            </a:r>
            <a:r>
              <a:rPr lang="en-US" altLang="ja-JP" b="1" u="sng" dirty="0">
                <a:solidFill>
                  <a:srgbClr val="FF0000"/>
                </a:solidFill>
                <a:highlight>
                  <a:srgbClr val="FFFF00"/>
                </a:highlight>
              </a:rPr>
              <a:t>/</a:t>
            </a: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もらいます</a:t>
            </a:r>
            <a:r>
              <a:rPr lang="ja-JP" altLang="en-US" u="sng" dirty="0">
                <a:solidFill>
                  <a:srgbClr val="FF0000"/>
                </a:solidFill>
                <a:highlight>
                  <a:srgbClr val="FFFF00"/>
                </a:highlight>
              </a:rPr>
              <a:t>。</a:t>
            </a:r>
            <a:endParaRPr lang="en-US" altLang="ja-JP" u="sng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ja-JP" u="sng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1. </a:t>
            </a:r>
            <a:r>
              <a:rPr lang="ja-JP" altLang="en-US" dirty="0">
                <a:highlight>
                  <a:srgbClr val="FFFF00"/>
                </a:highlight>
              </a:rPr>
              <a:t>わたしはきむらさんにはなをあげました。</a:t>
            </a:r>
            <a:r>
              <a:rPr lang="en-US" altLang="ja-JP" dirty="0">
                <a:highlight>
                  <a:srgbClr val="FFFF00"/>
                </a:highlight>
              </a:rPr>
              <a:t>(</a:t>
            </a:r>
            <a:r>
              <a:rPr lang="en-US" altLang="ja-JP" dirty="0" err="1">
                <a:highlight>
                  <a:srgbClr val="FFFF00"/>
                </a:highlight>
              </a:rPr>
              <a:t>watashi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wa</a:t>
            </a:r>
            <a:r>
              <a:rPr lang="en-US" altLang="ja-JP" dirty="0">
                <a:highlight>
                  <a:srgbClr val="FFFF00"/>
                </a:highlight>
              </a:rPr>
              <a:t> kimura </a:t>
            </a:r>
            <a:r>
              <a:rPr lang="en-US" altLang="ja-JP" dirty="0" err="1">
                <a:highlight>
                  <a:srgbClr val="FFFF00"/>
                </a:highlight>
              </a:rPr>
              <a:t>saan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ni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haana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/>
              <a:t>										</a:t>
            </a:r>
            <a:r>
              <a:rPr lang="en-US" altLang="ja-JP" dirty="0">
                <a:highlight>
                  <a:srgbClr val="FFFF00"/>
                </a:highlight>
              </a:rPr>
              <a:t>o </a:t>
            </a:r>
            <a:r>
              <a:rPr lang="en-US" altLang="ja-JP" dirty="0" err="1">
                <a:highlight>
                  <a:srgbClr val="FFFF00"/>
                </a:highlight>
              </a:rPr>
              <a:t>aagemashita</a:t>
            </a:r>
            <a:r>
              <a:rPr lang="en-US" altLang="ja-JP" dirty="0">
                <a:highlight>
                  <a:srgbClr val="FFFF00"/>
                </a:highlight>
              </a:rPr>
              <a:t>.)</a:t>
            </a:r>
          </a:p>
          <a:p>
            <a:pPr marL="0" indent="0">
              <a:buNone/>
            </a:pPr>
            <a:r>
              <a:rPr lang="en-US" dirty="0"/>
              <a:t>								</a:t>
            </a:r>
            <a:r>
              <a:rPr lang="en-US" dirty="0">
                <a:highlight>
                  <a:srgbClr val="FFFF00"/>
                </a:highlight>
              </a:rPr>
              <a:t>I gave flowers to kimura.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2. </a:t>
            </a:r>
            <a:r>
              <a:rPr lang="ja-JP" altLang="en-US" dirty="0">
                <a:highlight>
                  <a:srgbClr val="FFFF00"/>
                </a:highlight>
              </a:rPr>
              <a:t>わたしは</a:t>
            </a:r>
            <a:r>
              <a:rPr lang="en-US" altLang="ja-JP" dirty="0">
                <a:highlight>
                  <a:srgbClr val="FFFF00"/>
                </a:highlight>
              </a:rPr>
              <a:t>A</a:t>
            </a:r>
            <a:r>
              <a:rPr lang="ja-JP" altLang="en-US" dirty="0">
                <a:highlight>
                  <a:srgbClr val="FFFF00"/>
                </a:highlight>
              </a:rPr>
              <a:t>さんにほんをもらいました。 </a:t>
            </a:r>
            <a:r>
              <a:rPr lang="en-US" altLang="ja-JP" dirty="0">
                <a:highlight>
                  <a:srgbClr val="FFFF00"/>
                </a:highlight>
              </a:rPr>
              <a:t>(</a:t>
            </a:r>
            <a:r>
              <a:rPr lang="en-US" altLang="ja-JP" dirty="0" err="1">
                <a:highlight>
                  <a:srgbClr val="FFFF00"/>
                </a:highlight>
              </a:rPr>
              <a:t>Watashi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wa</a:t>
            </a:r>
            <a:r>
              <a:rPr lang="en-US" altLang="ja-JP" dirty="0">
                <a:highlight>
                  <a:srgbClr val="FFFF00"/>
                </a:highlight>
              </a:rPr>
              <a:t> A </a:t>
            </a:r>
            <a:r>
              <a:rPr lang="en-US" altLang="ja-JP" dirty="0" err="1">
                <a:highlight>
                  <a:srgbClr val="FFFF00"/>
                </a:highlight>
              </a:rPr>
              <a:t>saan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ni</a:t>
            </a:r>
            <a:r>
              <a:rPr lang="en-US" altLang="ja-JP" dirty="0">
                <a:highlight>
                  <a:srgbClr val="FFFF00"/>
                </a:highlight>
              </a:rPr>
              <a:t> hon o 		</a:t>
            </a:r>
            <a:r>
              <a:rPr lang="en-US" altLang="ja-JP" dirty="0"/>
              <a:t>										</a:t>
            </a:r>
            <a:r>
              <a:rPr lang="en-US" altLang="ja-JP" dirty="0" err="1">
                <a:highlight>
                  <a:srgbClr val="FFFF00"/>
                </a:highlight>
              </a:rPr>
              <a:t>moraimashita</a:t>
            </a:r>
            <a:r>
              <a:rPr lang="en-US" altLang="ja-JP" dirty="0">
                <a:highlight>
                  <a:srgbClr val="FFFF00"/>
                </a:highlight>
              </a:rPr>
              <a:t>.)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15209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C192F-F2F8-4B90-8025-EA8CDB95C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083143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>
                <a:highlight>
                  <a:srgbClr val="FFFF00"/>
                </a:highlight>
              </a:rPr>
              <a:t>Practice:</a:t>
            </a:r>
          </a:p>
          <a:p>
            <a:pPr marL="0" indent="0">
              <a:buNone/>
            </a:pPr>
            <a:r>
              <a:rPr 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Rule: N(Person) + N2 + </a:t>
            </a: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あげます</a:t>
            </a:r>
            <a:r>
              <a:rPr lang="en-US" altLang="ja-JP" b="1" u="sng" dirty="0">
                <a:solidFill>
                  <a:srgbClr val="FF0000"/>
                </a:solidFill>
                <a:highlight>
                  <a:srgbClr val="FFFF00"/>
                </a:highlight>
              </a:rPr>
              <a:t>/</a:t>
            </a:r>
            <a:r>
              <a:rPr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もらいます</a:t>
            </a:r>
            <a:r>
              <a:rPr lang="ja-JP" altLang="en-US" u="sng" dirty="0">
                <a:solidFill>
                  <a:srgbClr val="FF0000"/>
                </a:solidFill>
                <a:highlight>
                  <a:srgbClr val="FFFF00"/>
                </a:highlight>
              </a:rPr>
              <a:t>。</a:t>
            </a:r>
            <a:endParaRPr lang="en-US" altLang="ja-JP" u="sng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b="1" u="sng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Watashi-----</a:t>
            </a:r>
            <a:r>
              <a:rPr lang="en-US" dirty="0" err="1">
                <a:highlight>
                  <a:srgbClr val="FFFF00"/>
                </a:highlight>
              </a:rPr>
              <a:t>Kimuraa</a:t>
            </a:r>
            <a:r>
              <a:rPr lang="en-US" dirty="0">
                <a:highlight>
                  <a:srgbClr val="FFFF00"/>
                </a:highlight>
              </a:rPr>
              <a:t>-----hon -o----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Watashi-----</a:t>
            </a:r>
            <a:r>
              <a:rPr lang="en-US" dirty="0" err="1">
                <a:highlight>
                  <a:srgbClr val="FFFF00"/>
                </a:highlight>
              </a:rPr>
              <a:t>gaakusei</a:t>
            </a:r>
            <a:r>
              <a:rPr lang="en-US" dirty="0">
                <a:highlight>
                  <a:srgbClr val="FFFF00"/>
                </a:highlight>
              </a:rPr>
              <a:t>---</a:t>
            </a:r>
            <a:r>
              <a:rPr lang="en-US" dirty="0" err="1">
                <a:highlight>
                  <a:srgbClr val="FFFF00"/>
                </a:highlight>
              </a:rPr>
              <a:t>nihongo</a:t>
            </a:r>
            <a:r>
              <a:rPr lang="en-US" dirty="0">
                <a:highlight>
                  <a:srgbClr val="FFFF00"/>
                </a:highlight>
              </a:rPr>
              <a:t>-o---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Watashi-----A </a:t>
            </a:r>
            <a:r>
              <a:rPr lang="en-US" dirty="0" err="1">
                <a:highlight>
                  <a:srgbClr val="FFFF00"/>
                </a:highlight>
              </a:rPr>
              <a:t>saan</a:t>
            </a:r>
            <a:r>
              <a:rPr lang="en-US" dirty="0">
                <a:highlight>
                  <a:srgbClr val="FFFF00"/>
                </a:highlight>
              </a:rPr>
              <a:t>------</a:t>
            </a:r>
            <a:r>
              <a:rPr lang="en-US" dirty="0" err="1">
                <a:highlight>
                  <a:srgbClr val="FFFF00"/>
                </a:highlight>
              </a:rPr>
              <a:t>Haana</a:t>
            </a:r>
            <a:r>
              <a:rPr lang="en-US" dirty="0">
                <a:highlight>
                  <a:srgbClr val="FFFF00"/>
                </a:highlight>
              </a:rPr>
              <a:t>-o---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Watashi-----B </a:t>
            </a:r>
            <a:r>
              <a:rPr lang="en-US" dirty="0" err="1">
                <a:highlight>
                  <a:srgbClr val="FFFF00"/>
                </a:highlight>
              </a:rPr>
              <a:t>saan</a:t>
            </a:r>
            <a:r>
              <a:rPr lang="en-US" dirty="0">
                <a:highlight>
                  <a:srgbClr val="FFFF00"/>
                </a:highlight>
              </a:rPr>
              <a:t>------omiyage-o---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highlight>
                  <a:srgbClr val="FFFF00"/>
                </a:highlight>
              </a:rPr>
              <a:t>Gaakesei</a:t>
            </a:r>
            <a:r>
              <a:rPr lang="en-US" dirty="0">
                <a:highlight>
                  <a:srgbClr val="FFFF00"/>
                </a:highlight>
              </a:rPr>
              <a:t>------Sensei-------</a:t>
            </a:r>
            <a:r>
              <a:rPr lang="en-US" dirty="0" err="1">
                <a:highlight>
                  <a:srgbClr val="FFFF00"/>
                </a:highlight>
              </a:rPr>
              <a:t>Omiyaage</a:t>
            </a:r>
            <a:r>
              <a:rPr lang="en-US" dirty="0">
                <a:highlight>
                  <a:srgbClr val="FFFF00"/>
                </a:highlight>
              </a:rPr>
              <a:t>-o----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watashi----</a:t>
            </a:r>
            <a:r>
              <a:rPr lang="en-US" dirty="0" err="1">
                <a:highlight>
                  <a:srgbClr val="FFFF00"/>
                </a:highlight>
              </a:rPr>
              <a:t>Koibito</a:t>
            </a:r>
            <a:r>
              <a:rPr lang="en-US" dirty="0">
                <a:highlight>
                  <a:srgbClr val="FFFF00"/>
                </a:highlight>
              </a:rPr>
              <a:t>-----</a:t>
            </a:r>
            <a:r>
              <a:rPr lang="en-US" dirty="0" err="1">
                <a:highlight>
                  <a:srgbClr val="FFFF00"/>
                </a:highlight>
              </a:rPr>
              <a:t>haana</a:t>
            </a:r>
            <a:r>
              <a:rPr lang="en-US" dirty="0">
                <a:highlight>
                  <a:srgbClr val="FFFF00"/>
                </a:highlight>
              </a:rPr>
              <a:t>-o----</a:t>
            </a:r>
          </a:p>
          <a:p>
            <a:pPr marL="0" indent="0">
              <a:buNone/>
            </a:pPr>
            <a:endParaRPr lang="en-US" b="1" u="sng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436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192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Irfan mohammed</dc:creator>
  <cp:lastModifiedBy>Irfan mohammed</cp:lastModifiedBy>
  <cp:revision>1</cp:revision>
  <dcterms:created xsi:type="dcterms:W3CDTF">2025-01-28T05:45:51Z</dcterms:created>
  <dcterms:modified xsi:type="dcterms:W3CDTF">2025-01-28T05:49:37Z</dcterms:modified>
</cp:coreProperties>
</file>