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59" r:id="rId5"/>
    <p:sldId id="258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8CCB-3EEF-17F3-D159-299C2C647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59FAE-10A8-4933-1043-60A4CE1E7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C12AE-AF0D-BAC7-7AB4-C93EBEB49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D194C-1088-1077-2A6B-EB7C8069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F8F73-D086-15EB-1018-CD415330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1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8AE4-558B-3309-F1EF-137A7AAE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B898C-37E6-5EE9-DCE5-66479F95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FA210-9C2C-D391-0A05-142456FC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BB85B-7A49-2B32-0CCB-5C43C639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20125-DC5F-4B5A-1CCA-C16057D8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9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DB03-6C18-3CEC-234D-9CD340FBB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CC099-F5E2-6D45-679A-D0A07F2DE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940EC-EB3F-D6DE-C6D5-E2B9E9D4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D97EC-A527-FFE7-F938-8FC372B4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AF07C-BA5E-C452-C0D3-0B4E1DCE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1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C3D6-F25C-E132-FD0B-F9617AFE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1382-2B9D-19A4-4DEC-8CE31562D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54058-0991-CB3E-184F-746CB72BB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8FFBC-07AB-DBFB-EE53-D17D26E3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4A11A-EB06-DF78-DC00-A8B80618E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D1320-DB2E-E5DA-927B-EE198BC0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5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B6AA-1213-3E0B-80C6-45225E52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6D74C-7CC0-4D33-C35F-3F4A7F049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CE6D2-3C60-C3EB-63AB-942AC061F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935B4-C273-42C9-E58F-A782B8855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3D9E2-4FFC-1DD5-8E4F-198DEEB9A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494B7-8809-55FB-32B5-8E7184C3D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98CB6-C793-8D75-7CF8-4F3906A5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B218D-622D-E2D9-F465-C7F2C20E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1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4BA1-B497-EDE9-03EC-713248FC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F3911-1B8F-3EE4-AAB9-5B0AD128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2DD83-FEA1-D3AB-C413-F951729A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9176B-7C8B-D728-7D2E-3774D150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7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B5B13-0B7D-245D-DE18-5B8D3E7E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7270B-4A38-FD75-4077-2F3444E6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49969-F662-34C4-BB29-B9982C16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82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5D81-FDBE-A50A-32B5-E4FC8F77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F8633-6EF1-E576-99A3-2065DC650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AE848-723F-CB1A-DA98-BCB29403A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CC214-BA98-49EE-248A-F1D8473F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6A07D-B1AE-1F25-66FD-7C847079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54EA2-53F2-E92D-3214-A3DF8787C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516E-C4E6-D513-006F-FB9906E93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D3C885-363B-DA79-2C3E-1DE0CAE35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9BAD3-6112-2908-4C05-E259A8B07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9E977-ECE8-ECC7-D71E-2E0156C1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901E7-7189-2DB8-2CCD-174AE416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3FA91-1565-33D7-D7E9-C23F7F0A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8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080C-EC82-FC3E-B563-E41185D5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5CD9B-655B-993F-C926-EDEA987E6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4693A-3BE8-8CFA-111B-C5396541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F6099-A78B-165A-0A90-07863D44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1BA0C-8A29-5F9A-3AFA-385A934C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43B28F-4105-5997-CE17-2C64C0816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B996A-5AC6-DB3E-4E61-0F43A62E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E5D50-890F-EC9F-760B-5F26B9A4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DF88-C18C-E008-4640-C1027C28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59A98-5F99-7807-48D8-21E1C0EC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5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92D35-5906-78D5-A8CC-A59B40D5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80C18-C370-F4E4-7631-EE135081A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B3C5D-8F5C-62B8-8FD8-A342E5E7C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33E5B-A203-4393-9877-E6EB45504EC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C1AC2-B328-5A0A-2EFC-34F77B2A5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865F-8A7A-BDD2-CD9E-B8F5743A6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B34A3-548A-4B57-9E58-773F8639C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4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F355-0205-97DE-94AB-E9CB729A7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4" y="239891"/>
            <a:ext cx="11586257" cy="63576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Hiragana</a:t>
            </a:r>
            <a:r>
              <a:rPr lang="en-IN" b="1" dirty="0"/>
              <a:t>				</a:t>
            </a:r>
            <a:r>
              <a:rPr lang="en-IN" b="1" dirty="0">
                <a:highlight>
                  <a:srgbClr val="FFFF00"/>
                </a:highlight>
              </a:rPr>
              <a:t>Romaji</a:t>
            </a:r>
            <a:r>
              <a:rPr lang="en-IN" b="1" dirty="0"/>
              <a:t>					</a:t>
            </a:r>
            <a:r>
              <a:rPr lang="en-IN" b="1" dirty="0">
                <a:highlight>
                  <a:srgbClr val="FFFF00"/>
                </a:highlight>
              </a:rPr>
              <a:t>English</a:t>
            </a:r>
            <a:endParaRPr lang="en-US" b="1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いま</a:t>
            </a:r>
            <a:r>
              <a:rPr lang="en-US" altLang="ja-JP" dirty="0"/>
              <a:t>				</a:t>
            </a:r>
            <a:r>
              <a:rPr lang="en-US" altLang="ja-JP" dirty="0" err="1"/>
              <a:t>ima</a:t>
            </a:r>
            <a:r>
              <a:rPr lang="en-US" altLang="ja-JP" dirty="0"/>
              <a:t>					Now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じかん</a:t>
            </a:r>
            <a:r>
              <a:rPr lang="en-US" altLang="ja-JP" dirty="0"/>
              <a:t>				</a:t>
            </a:r>
            <a:r>
              <a:rPr lang="en-US" altLang="ja-JP" dirty="0" err="1"/>
              <a:t>Jikaan</a:t>
            </a:r>
            <a:r>
              <a:rPr lang="en-US" altLang="ja-JP" dirty="0"/>
              <a:t>					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__</a:t>
            </a:r>
            <a:r>
              <a:rPr lang="ja-JP" altLang="en-US" dirty="0"/>
              <a:t>じ</a:t>
            </a:r>
            <a:r>
              <a:rPr lang="en-US" altLang="ja-JP" dirty="0"/>
              <a:t>				</a:t>
            </a:r>
            <a:r>
              <a:rPr lang="ja-JP" altLang="en-US" dirty="0"/>
              <a:t>＿＿</a:t>
            </a:r>
            <a:r>
              <a:rPr lang="en-US" altLang="ja-JP" dirty="0"/>
              <a:t>ji					</a:t>
            </a:r>
            <a:r>
              <a:rPr lang="ja-JP" altLang="en-US" dirty="0"/>
              <a:t>＿＿</a:t>
            </a:r>
            <a:r>
              <a:rPr lang="en-US" altLang="ja-JP" dirty="0"/>
              <a:t>hours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__</a:t>
            </a:r>
            <a:r>
              <a:rPr lang="ja-JP" altLang="en-US" dirty="0"/>
              <a:t>ぷん</a:t>
            </a:r>
            <a:r>
              <a:rPr lang="en-US" altLang="ja-JP" dirty="0"/>
              <a:t>/				</a:t>
            </a:r>
            <a:r>
              <a:rPr lang="ja-JP" altLang="en-US" dirty="0"/>
              <a:t>＿＿</a:t>
            </a:r>
            <a:r>
              <a:rPr lang="en-US" altLang="ja-JP" dirty="0"/>
              <a:t>Pun/Fun			                    ____minute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びょう</a:t>
            </a:r>
            <a:r>
              <a:rPr lang="en-US" altLang="ja-JP" dirty="0"/>
              <a:t>				</a:t>
            </a:r>
            <a:r>
              <a:rPr lang="ja-JP" altLang="en-US" dirty="0"/>
              <a:t>＿＿</a:t>
            </a:r>
            <a:r>
              <a:rPr lang="en-US" altLang="ja-JP" dirty="0" err="1"/>
              <a:t>byo</a:t>
            </a:r>
            <a:r>
              <a:rPr lang="en-US" altLang="ja-JP" dirty="0"/>
              <a:t>				  	___second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なんじ</a:t>
            </a:r>
            <a:r>
              <a:rPr lang="en-US" altLang="ja-JP" dirty="0"/>
              <a:t>				Naan-ji					What time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ごぜん</a:t>
            </a:r>
            <a:r>
              <a:rPr lang="en-US" altLang="ja-JP" dirty="0"/>
              <a:t>				</a:t>
            </a:r>
            <a:r>
              <a:rPr lang="en-US" altLang="ja-JP" dirty="0" err="1"/>
              <a:t>Gozen</a:t>
            </a:r>
            <a:r>
              <a:rPr lang="en-US" altLang="ja-JP" dirty="0"/>
              <a:t>					AM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ごご</a:t>
            </a:r>
            <a:r>
              <a:rPr lang="en-US" altLang="ja-JP" dirty="0"/>
              <a:t>				Gogo					PM</a:t>
            </a:r>
          </a:p>
          <a:p>
            <a:pPr marL="514350" indent="-514350">
              <a:buAutoNum type="arabicPeriod" startAt="9"/>
            </a:pPr>
            <a:r>
              <a:rPr lang="ja-JP" altLang="en-US" dirty="0"/>
              <a:t>はん</a:t>
            </a:r>
            <a:r>
              <a:rPr lang="en-US" altLang="ja-JP" dirty="0"/>
              <a:t>				</a:t>
            </a:r>
            <a:r>
              <a:rPr lang="en-IN" sz="2800" kern="100" dirty="0" err="1">
                <a:effectLst/>
                <a:latin typeface="Aptos" panose="020B00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Haan</a:t>
            </a:r>
            <a:r>
              <a:rPr lang="en-IN" sz="2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 	 				half</a:t>
            </a:r>
          </a:p>
          <a:p>
            <a:pPr marL="514350" indent="-514350">
              <a:buFont typeface="Arial" panose="020B0604020202020204" pitchFamily="34" charset="0"/>
              <a:buAutoNum type="arabicPeriod" startAt="9"/>
            </a:pPr>
            <a:r>
              <a:rPr lang="en-IN" sz="2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1 , 3, 6, 8,10 , 20,30,40,50-----Pun</a:t>
            </a:r>
            <a:endParaRPr lang="en-US" sz="2800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b="1" dirty="0">
                <a:highlight>
                  <a:srgbClr val="FFFF00"/>
                </a:highlight>
              </a:rPr>
              <a:t>Conversation:</a:t>
            </a:r>
          </a:p>
          <a:p>
            <a:pPr marL="0" indent="0">
              <a:buNone/>
            </a:pPr>
            <a:r>
              <a:rPr lang="en-US" altLang="ja-JP" b="1" dirty="0">
                <a:highlight>
                  <a:srgbClr val="FFFF00"/>
                </a:highlight>
              </a:rPr>
              <a:t>Q</a:t>
            </a:r>
            <a:r>
              <a:rPr lang="ja-JP" altLang="en-US" b="1" dirty="0">
                <a:highlight>
                  <a:srgbClr val="FFFF00"/>
                </a:highlight>
              </a:rPr>
              <a:t>：</a:t>
            </a:r>
            <a:r>
              <a:rPr lang="ja-JP" altLang="en-US" b="1" dirty="0"/>
              <a:t>　</a:t>
            </a:r>
            <a:r>
              <a:rPr lang="en-US" altLang="ja-JP" b="1" dirty="0" err="1">
                <a:solidFill>
                  <a:srgbClr val="FF0000"/>
                </a:solidFill>
              </a:rPr>
              <a:t>Imaa</a:t>
            </a:r>
            <a:r>
              <a:rPr lang="en-US" altLang="ja-JP" b="1" dirty="0">
                <a:solidFill>
                  <a:srgbClr val="FF0000"/>
                </a:solidFill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</a:rPr>
              <a:t>naanji</a:t>
            </a:r>
            <a:r>
              <a:rPr lang="en-US" altLang="ja-JP" b="1" dirty="0">
                <a:solidFill>
                  <a:srgbClr val="FF0000"/>
                </a:solidFill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</a:rPr>
              <a:t>desu</a:t>
            </a:r>
            <a:r>
              <a:rPr lang="en-US" altLang="ja-JP" b="1" dirty="0">
                <a:solidFill>
                  <a:srgbClr val="FF0000"/>
                </a:solidFill>
              </a:rPr>
              <a:t> ka? </a:t>
            </a:r>
            <a:r>
              <a:rPr lang="en-US" altLang="ja-JP" b="1" dirty="0"/>
              <a:t>(</a:t>
            </a:r>
            <a:r>
              <a:rPr lang="ja-JP" altLang="en-US" b="1" dirty="0"/>
              <a:t>いまはなんじですか？）</a:t>
            </a:r>
            <a:r>
              <a:rPr lang="en-US" altLang="ja-JP" b="1" dirty="0"/>
              <a:t>what is the time now</a:t>
            </a:r>
          </a:p>
          <a:p>
            <a:pPr marL="0" indent="0">
              <a:buNone/>
            </a:pPr>
            <a:r>
              <a:rPr lang="en-US" altLang="ja-JP" b="1" dirty="0">
                <a:highlight>
                  <a:srgbClr val="FFFF00"/>
                </a:highlight>
              </a:rPr>
              <a:t>Ans</a:t>
            </a:r>
            <a:r>
              <a:rPr lang="ja-JP" altLang="en-US" b="1" dirty="0">
                <a:highlight>
                  <a:srgbClr val="FFFF00"/>
                </a:highlight>
              </a:rPr>
              <a:t>：</a:t>
            </a:r>
            <a:r>
              <a:rPr lang="ja-JP" altLang="en-US" b="1" dirty="0"/>
              <a:t>＿＿</a:t>
            </a:r>
            <a:r>
              <a:rPr lang="en-US" altLang="ja-JP" b="1" dirty="0"/>
              <a:t>Ji</a:t>
            </a:r>
            <a:r>
              <a:rPr lang="ja-JP" altLang="en-US" b="1" dirty="0"/>
              <a:t>＿＿</a:t>
            </a:r>
            <a:r>
              <a:rPr lang="en-US" altLang="ja-JP" b="1" dirty="0"/>
              <a:t>Fun </a:t>
            </a:r>
            <a:r>
              <a:rPr lang="en-US" altLang="ja-JP" b="1" dirty="0" err="1"/>
              <a:t>desu</a:t>
            </a:r>
            <a:r>
              <a:rPr lang="en-US" altLang="ja-JP" b="1" dirty="0"/>
              <a:t>. (__</a:t>
            </a:r>
            <a:r>
              <a:rPr lang="ja-JP" altLang="en-US" b="1" dirty="0"/>
              <a:t>じ＿＿ふんです。）</a:t>
            </a: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947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BB3B36-A3FA-9F13-9D06-CAB35200E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609" y="183132"/>
            <a:ext cx="10556110" cy="6564909"/>
          </a:xfrm>
        </p:spPr>
      </p:pic>
    </p:spTree>
    <p:extLst>
      <p:ext uri="{BB962C8B-B14F-4D97-AF65-F5344CB8AC3E}">
        <p14:creationId xmlns:p14="http://schemas.microsoft.com/office/powerpoint/2010/main" val="3846159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'clock, minutes, hours | MLC Japanese Language School in Tokyo">
            <a:extLst>
              <a:ext uri="{FF2B5EF4-FFF2-40B4-BE49-F238E27FC236}">
                <a16:creationId xmlns:a16="http://schemas.microsoft.com/office/drawing/2014/main" id="{25F8371F-A56B-2DA6-E196-240B1EE988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29" y="-3353"/>
            <a:ext cx="10475089" cy="6771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10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4D3DA-27C6-EE55-E3D1-E32911DA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10" y="347241"/>
            <a:ext cx="10809790" cy="6076708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Ques: </a:t>
            </a:r>
            <a:r>
              <a:rPr lang="en-US" dirty="0"/>
              <a:t>Ima </a:t>
            </a:r>
            <a:r>
              <a:rPr lang="en-US" dirty="0" err="1"/>
              <a:t>naanji</a:t>
            </a:r>
            <a:r>
              <a:rPr lang="en-US" dirty="0"/>
              <a:t> </a:t>
            </a:r>
            <a:r>
              <a:rPr lang="en-US" dirty="0" err="1"/>
              <a:t>desu</a:t>
            </a:r>
            <a:r>
              <a:rPr lang="en-US" dirty="0"/>
              <a:t> ka? (what is the time now ?)</a:t>
            </a:r>
          </a:p>
          <a:p>
            <a:r>
              <a:rPr lang="en-US" dirty="0">
                <a:highlight>
                  <a:srgbClr val="FFFF00"/>
                </a:highlight>
              </a:rPr>
              <a:t>Ans: </a:t>
            </a:r>
            <a:r>
              <a:rPr lang="en-US" dirty="0"/>
              <a:t>___Ji </a:t>
            </a:r>
            <a:r>
              <a:rPr lang="en-US" dirty="0" err="1"/>
              <a:t>desu</a:t>
            </a:r>
            <a:r>
              <a:rPr lang="en-US" dirty="0"/>
              <a:t>.</a:t>
            </a:r>
          </a:p>
          <a:p>
            <a:r>
              <a:rPr lang="en-US" dirty="0">
                <a:highlight>
                  <a:srgbClr val="FFFF00"/>
                </a:highlight>
              </a:rPr>
              <a:t>Ans:  </a:t>
            </a:r>
            <a:r>
              <a:rPr lang="en-US" dirty="0"/>
              <a:t>___</a:t>
            </a:r>
            <a:r>
              <a:rPr lang="en-US" dirty="0" err="1"/>
              <a:t>Ji____fun</a:t>
            </a:r>
            <a:r>
              <a:rPr lang="en-US" dirty="0"/>
              <a:t>/pun </a:t>
            </a:r>
            <a:r>
              <a:rPr lang="en-US" dirty="0" err="1"/>
              <a:t>desu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24734C-4F9A-541D-7CF3-A4B9F1730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79" y="1910456"/>
            <a:ext cx="10045378" cy="46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83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oup of clocks with different time zones">
            <a:extLst>
              <a:ext uri="{FF2B5EF4-FFF2-40B4-BE49-F238E27FC236}">
                <a16:creationId xmlns:a16="http://schemas.microsoft.com/office/drawing/2014/main" id="{871944CC-306C-CBCC-38D7-92E473DB6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56" y="638162"/>
            <a:ext cx="11377913" cy="60404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368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287991-31B4-4785-0592-5D097C6AD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757" y="266218"/>
            <a:ext cx="10008243" cy="6169306"/>
          </a:xfrm>
        </p:spPr>
        <p:txBody>
          <a:bodyPr>
            <a:normAutofit/>
          </a:bodyPr>
          <a:lstStyle/>
          <a:p>
            <a:r>
              <a:rPr lang="en-IN" b="1" dirty="0"/>
              <a:t>				</a:t>
            </a:r>
            <a:r>
              <a:rPr lang="en-US" altLang="ja-JP" dirty="0"/>
              <a:t>			  			</a:t>
            </a:r>
            <a:r>
              <a:rPr lang="en-US" altLang="ja-JP" b="1" u="sng" dirty="0">
                <a:highlight>
                  <a:srgbClr val="FFFF00"/>
                </a:highlight>
              </a:rPr>
              <a:t> Hiragana </a:t>
            </a:r>
            <a:r>
              <a:rPr lang="en-US" altLang="ja-JP" dirty="0"/>
              <a:t>			</a:t>
            </a:r>
            <a:r>
              <a:rPr lang="en-US" altLang="ja-JP" b="1" u="sng" dirty="0">
                <a:highlight>
                  <a:srgbClr val="FFFF00"/>
                </a:highlight>
              </a:rPr>
              <a:t> Romaji </a:t>
            </a:r>
            <a:r>
              <a:rPr lang="en-US" altLang="ja-JP" dirty="0"/>
              <a:t>				</a:t>
            </a:r>
            <a:r>
              <a:rPr lang="en-US" altLang="ja-JP" b="1" u="sng" dirty="0">
                <a:highlight>
                  <a:srgbClr val="FFFF00"/>
                </a:highlight>
              </a:rPr>
              <a:t>English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ja-JP" altLang="en-US" dirty="0"/>
              <a:t>じかん</a:t>
            </a:r>
            <a:r>
              <a:rPr lang="en-US" altLang="ja-JP" dirty="0"/>
              <a:t>			     </a:t>
            </a:r>
            <a:r>
              <a:rPr lang="en-US" altLang="ja-JP" dirty="0" err="1"/>
              <a:t>Jikaan</a:t>
            </a:r>
            <a:r>
              <a:rPr lang="en-US" altLang="ja-JP" dirty="0"/>
              <a:t>				      Time.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dirty="0"/>
              <a:t>__</a:t>
            </a:r>
            <a:r>
              <a:rPr lang="ja-JP" altLang="en-US" dirty="0"/>
              <a:t>じかん</a:t>
            </a:r>
            <a:r>
              <a:rPr lang="en-US" altLang="ja-JP" dirty="0"/>
              <a:t>			</a:t>
            </a:r>
            <a:r>
              <a:rPr lang="ja-JP" altLang="en-US" dirty="0"/>
              <a:t>＿</a:t>
            </a:r>
            <a:r>
              <a:rPr lang="en-US" altLang="ja-JP" dirty="0"/>
              <a:t>ji</a:t>
            </a:r>
            <a:r>
              <a:rPr lang="ja-JP" altLang="en-US" dirty="0"/>
              <a:t>              </a:t>
            </a:r>
            <a:r>
              <a:rPr lang="en-US" altLang="ja-JP" dirty="0"/>
              <a:t>			</a:t>
            </a:r>
            <a:r>
              <a:rPr lang="ja-JP" altLang="en-US" dirty="0"/>
              <a:t>＿</a:t>
            </a:r>
            <a:r>
              <a:rPr lang="en-US" altLang="ja-JP" dirty="0"/>
              <a:t>Hour(s)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ja-JP" altLang="en-US" dirty="0"/>
              <a:t>しゅうかん</a:t>
            </a:r>
            <a:r>
              <a:rPr lang="en-US" altLang="ja-JP" dirty="0"/>
              <a:t>		  </a:t>
            </a:r>
            <a:r>
              <a:rPr lang="en-US" altLang="ja-JP" dirty="0" err="1"/>
              <a:t>shyokaan</a:t>
            </a:r>
            <a:r>
              <a:rPr lang="en-US" altLang="ja-JP" dirty="0"/>
              <a:t>				Week(s)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altLang="ja-JP" dirty="0"/>
              <a:t>__</a:t>
            </a:r>
            <a:r>
              <a:rPr lang="ja-JP" altLang="en-US" dirty="0"/>
              <a:t>しゅうかん</a:t>
            </a:r>
            <a:r>
              <a:rPr lang="en-US" altLang="ja-JP" dirty="0"/>
              <a:t>		</a:t>
            </a:r>
            <a:r>
              <a:rPr lang="ja-JP" altLang="en-US" dirty="0"/>
              <a:t>＿</a:t>
            </a:r>
            <a:r>
              <a:rPr lang="en-US" altLang="ja-JP" dirty="0" err="1"/>
              <a:t>Shyukaan</a:t>
            </a:r>
            <a:r>
              <a:rPr lang="en-US" altLang="ja-JP" dirty="0"/>
              <a:t>				__week(s)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ja-JP" altLang="en-US" dirty="0"/>
              <a:t>げつ</a:t>
            </a:r>
            <a:r>
              <a:rPr lang="en-US" altLang="ja-JP" dirty="0"/>
              <a:t>			</a:t>
            </a:r>
            <a:r>
              <a:rPr lang="en-US" altLang="ja-JP" dirty="0" err="1"/>
              <a:t>Getsu</a:t>
            </a:r>
            <a:r>
              <a:rPr lang="en-US" altLang="ja-JP" dirty="0"/>
              <a:t>/</a:t>
            </a:r>
            <a:r>
              <a:rPr lang="en-US" altLang="ja-JP" dirty="0" err="1"/>
              <a:t>gatsu</a:t>
            </a:r>
            <a:r>
              <a:rPr lang="en-US" altLang="ja-JP" dirty="0"/>
              <a:t>				Month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altLang="ja-JP" dirty="0"/>
              <a:t>__</a:t>
            </a:r>
            <a:r>
              <a:rPr lang="ja-JP" altLang="en-US" dirty="0"/>
              <a:t>かげつ</a:t>
            </a:r>
            <a:r>
              <a:rPr lang="en-US" altLang="ja-JP" dirty="0"/>
              <a:t>			</a:t>
            </a:r>
            <a:r>
              <a:rPr lang="ja-JP" altLang="en-US" dirty="0"/>
              <a:t>＿</a:t>
            </a:r>
            <a:r>
              <a:rPr lang="en-US" altLang="ja-JP" dirty="0"/>
              <a:t>Ka-</a:t>
            </a:r>
            <a:r>
              <a:rPr lang="en-US" altLang="ja-JP" dirty="0" err="1"/>
              <a:t>getsu</a:t>
            </a:r>
            <a:r>
              <a:rPr lang="en-US" altLang="ja-JP" dirty="0"/>
              <a:t>				__month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ja-JP" altLang="en-US" dirty="0"/>
              <a:t>ねん</a:t>
            </a:r>
            <a:r>
              <a:rPr lang="en-US" altLang="ja-JP" dirty="0"/>
              <a:t>			Nen					Year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altLang="ja-JP" dirty="0"/>
              <a:t>_</a:t>
            </a:r>
            <a:r>
              <a:rPr lang="ja-JP" altLang="en-US" dirty="0"/>
              <a:t>ねん</a:t>
            </a:r>
            <a:r>
              <a:rPr lang="en-US" altLang="ja-JP" dirty="0"/>
              <a:t>			</a:t>
            </a:r>
            <a:r>
              <a:rPr lang="ja-JP" altLang="en-US" dirty="0"/>
              <a:t>＿</a:t>
            </a:r>
            <a:r>
              <a:rPr lang="en-US" altLang="ja-JP" dirty="0"/>
              <a:t>Nen					_ year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altLang="ja-JP" dirty="0"/>
              <a:t>_</a:t>
            </a:r>
            <a:r>
              <a:rPr lang="ja-JP" altLang="en-US" dirty="0"/>
              <a:t>ぐらい</a:t>
            </a:r>
            <a:r>
              <a:rPr lang="en-US" altLang="ja-JP" dirty="0"/>
              <a:t>			</a:t>
            </a:r>
            <a:r>
              <a:rPr lang="ja-JP" altLang="en-US" dirty="0"/>
              <a:t>＿</a:t>
            </a:r>
            <a:r>
              <a:rPr lang="en-US" altLang="ja-JP" dirty="0" err="1"/>
              <a:t>Guraai</a:t>
            </a:r>
            <a:r>
              <a:rPr lang="en-US" altLang="ja-JP" dirty="0"/>
              <a:t>		_around(referring to time)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ja-JP" altLang="en-US" dirty="0"/>
              <a:t>みんな</a:t>
            </a:r>
            <a:r>
              <a:rPr lang="en-US" altLang="ja-JP" dirty="0"/>
              <a:t>			Minna			All, everyone , everything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ja-JP" altLang="en-US" dirty="0"/>
              <a:t>みなさん</a:t>
            </a:r>
            <a:r>
              <a:rPr lang="en-US" altLang="ja-JP" dirty="0"/>
              <a:t>	                	</a:t>
            </a:r>
            <a:r>
              <a:rPr lang="en-US" altLang="ja-JP" dirty="0" err="1"/>
              <a:t>Minasaan</a:t>
            </a:r>
            <a:r>
              <a:rPr lang="en-US" altLang="ja-JP" dirty="0"/>
              <a:t>		All, Everyone (Polite)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05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431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Irfan mohammed</dc:creator>
  <cp:lastModifiedBy>Irfan mohammed</cp:lastModifiedBy>
  <cp:revision>12</cp:revision>
  <dcterms:created xsi:type="dcterms:W3CDTF">2025-01-27T08:39:33Z</dcterms:created>
  <dcterms:modified xsi:type="dcterms:W3CDTF">2025-03-17T15:09:06Z</dcterms:modified>
</cp:coreProperties>
</file>