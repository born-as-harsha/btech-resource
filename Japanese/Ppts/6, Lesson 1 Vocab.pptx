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16057-5837-579E-8866-395ED7097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A32B71-2CAE-B0C6-A0BF-62ACD78D5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519EC-5E35-BF96-72E7-FB8D9EEB1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E2529-5F6E-46B8-8E0C-9BEA958516E5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9172D-EAB0-0BC1-AFA1-99BEF5BDD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1A779-FBC8-7E39-DECF-D6AD8D1E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24D43-136E-4E6D-911C-E7134F726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632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9470D-3E65-C8F0-DB2F-F582E29BF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A8156-4019-ECBC-8052-69C4D7F12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5B5B1-41B9-16C7-3226-7B3AFF050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E2529-5F6E-46B8-8E0C-9BEA958516E5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B6B17-FC67-D7BA-D692-3B33B3EAD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58A93-AA32-D6E2-C27D-07F92E786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24D43-136E-4E6D-911C-E7134F726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661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EB344-9CC9-D599-6784-8C23E10E0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AFFDD-8D18-A958-9994-CF1DDFB8E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451C9-7104-B826-C40A-37225C596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E2529-5F6E-46B8-8E0C-9BEA958516E5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C84B3-2007-E054-0DD8-D4C252E2C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CA34A-C15C-B502-0652-66B2CFB1C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24D43-136E-4E6D-911C-E7134F726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34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540F-A63A-BDA0-210C-4AC1BFB4C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81EF1-60C8-2C53-5D82-D26225AAE0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8C90D3-BC42-0483-E59F-AC0FC6077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D448D-C05C-0C43-4705-CA4C0104F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E2529-5F6E-46B8-8E0C-9BEA958516E5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D9080-577B-8C5C-D129-FE6CB40A0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7012F-C278-A562-4F93-8B3772E9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24D43-136E-4E6D-911C-E7134F726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5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15CDC-1A8C-73DD-5639-0F54C5205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D0375-CAEA-72DA-1362-803513D6B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1CFC7-D702-0AD1-2E73-2CD2A28F0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220B04-C841-999B-23D5-067558F15C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BA9BB-2223-CD8C-6997-99E3FDF61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AADD76-6A03-97A6-D3BF-DD2AD81D6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E2529-5F6E-46B8-8E0C-9BEA958516E5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09D210-263C-D87D-A756-9ED015984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EB3006-0042-427D-E0D8-BBD8A7FE5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24D43-136E-4E6D-911C-E7134F726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788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84FCB-AA4E-CB97-115F-F45B806A1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BFA65C-D4FB-AECA-C315-1CFCAFEB5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E2529-5F6E-46B8-8E0C-9BEA958516E5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D4C37F-89D4-CDB8-8EF5-459DC7283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6E9131-6BAF-84B0-5C80-4BFFBF3FB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24D43-136E-4E6D-911C-E7134F726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19BAD2-B8D7-6DC6-ABC8-425D3302F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E2529-5F6E-46B8-8E0C-9BEA958516E5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AC8F2F-027B-BE65-685C-C102F12C6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0E4E6-E72C-DAD3-BCB7-0EBB9AC9B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24D43-136E-4E6D-911C-E7134F726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21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DDDE-23BC-E83A-F205-2C02775B5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A82F7-6390-65AB-382F-3B0A2FB3B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1495B-8F67-D83A-1534-E90795582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28877-A8E2-410F-D246-7D012757E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E2529-5F6E-46B8-8E0C-9BEA958516E5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F8153-1ED0-4F24-DD7D-AC4A1D99D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D24D20-6D86-E363-487D-027300373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24D43-136E-4E6D-911C-E7134F726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2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A5199-773F-F426-853C-87B681B76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5EB616-31DF-FD8D-AEDD-75FED07FD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249EA-E6AA-E4C1-FF17-DF9A08909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880F9-56E7-625E-E9CD-19EFD9CFC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E2529-5F6E-46B8-8E0C-9BEA958516E5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F31DE-30EA-A951-698F-F05965D92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11FE6-C62E-27D0-E340-650AB748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24D43-136E-4E6D-911C-E7134F726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586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21001-3BFA-4945-672A-ADFC1FDAF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091116-DD1D-5BF1-074F-8D9813ACE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259BA-8241-0D30-56A2-82AE87DCF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E2529-5F6E-46B8-8E0C-9BEA958516E5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3D649-BC4C-BF8F-814F-E63035F22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68DCB-B0D7-65D2-2C97-7BAC8F3AC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24D43-136E-4E6D-911C-E7134F726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89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CD7390-34C3-D85A-7202-5FA52A0465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DD8237-512A-8BB2-D909-BA23EE7B3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9F361-E7A3-4AD8-3264-B864EA342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E2529-5F6E-46B8-8E0C-9BEA958516E5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08BC3-63D3-B4A0-EF5B-05A100436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DD625-9BAE-4A3C-4F57-DEDBCEC68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24D43-136E-4E6D-911C-E7134F726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0A8D44-77F8-B205-96ED-A7B425E26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F563F-9C4D-9495-1ACF-8941FA164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BBA22-73BD-AD4C-7F54-10CF36B894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E2529-5F6E-46B8-8E0C-9BEA958516E5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AAD41-FAD7-F1D3-E881-9C7E6CE37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B06A0-5021-C8A0-6F2C-76E34B8344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24D43-136E-4E6D-911C-E7134F726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566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59E41BB-1DD5-BC9F-9C01-81CAF178B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IN" u="sng" dirty="0">
                <a:solidFill>
                  <a:schemeClr val="accent1">
                    <a:lumMod val="50000"/>
                  </a:schemeClr>
                </a:solidFill>
              </a:rPr>
              <a:t>In Japanese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					</a:t>
            </a:r>
            <a:r>
              <a:rPr lang="en-IN" u="sng" dirty="0">
                <a:solidFill>
                  <a:schemeClr val="accent2">
                    <a:lumMod val="75000"/>
                  </a:schemeClr>
                </a:solidFill>
              </a:rPr>
              <a:t>In English</a:t>
            </a:r>
          </a:p>
          <a:p>
            <a:pPr algn="l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1, </a:t>
            </a:r>
            <a:r>
              <a:rPr lang="en-IN" dirty="0" err="1">
                <a:solidFill>
                  <a:schemeClr val="accent1">
                    <a:lumMod val="50000"/>
                  </a:schemeClr>
                </a:solidFill>
              </a:rPr>
              <a:t>Watashi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ja-JP" altLang="en-US" dirty="0">
                <a:solidFill>
                  <a:schemeClr val="accent1">
                    <a:lumMod val="50000"/>
                  </a:schemeClr>
                </a:solidFill>
              </a:rPr>
              <a:t>わたし）</a:t>
            </a:r>
            <a:r>
              <a:rPr lang="en-IN" altLang="ja-JP" dirty="0"/>
              <a:t>				</a:t>
            </a:r>
            <a:r>
              <a:rPr lang="en-IN" altLang="ja-JP" dirty="0">
                <a:solidFill>
                  <a:schemeClr val="accent2">
                    <a:lumMod val="75000"/>
                  </a:schemeClr>
                </a:solidFill>
              </a:rPr>
              <a:t>I”</a:t>
            </a:r>
          </a:p>
          <a:p>
            <a:pPr algn="l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2, </a:t>
            </a:r>
            <a:r>
              <a:rPr lang="en-IN" dirty="0" err="1">
                <a:solidFill>
                  <a:schemeClr val="accent1">
                    <a:lumMod val="50000"/>
                  </a:schemeClr>
                </a:solidFill>
              </a:rPr>
              <a:t>Anata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ja-JP" altLang="en-IN" dirty="0">
                <a:solidFill>
                  <a:schemeClr val="accent1">
                    <a:lumMod val="50000"/>
                  </a:schemeClr>
                </a:solidFill>
              </a:rPr>
              <a:t>あなた）</a:t>
            </a:r>
            <a:r>
              <a:rPr lang="en-IN" altLang="ja-JP" dirty="0"/>
              <a:t>				</a:t>
            </a:r>
            <a:r>
              <a:rPr lang="en-IN" altLang="ja-JP" dirty="0">
                <a:solidFill>
                  <a:schemeClr val="accent2">
                    <a:lumMod val="75000"/>
                  </a:schemeClr>
                </a:solidFill>
              </a:rPr>
              <a:t>You</a:t>
            </a:r>
          </a:p>
          <a:p>
            <a:pPr algn="l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3. </a:t>
            </a:r>
            <a:r>
              <a:rPr lang="en-IN" dirty="0" err="1">
                <a:solidFill>
                  <a:schemeClr val="accent1">
                    <a:lumMod val="50000"/>
                  </a:schemeClr>
                </a:solidFill>
              </a:rPr>
              <a:t>Kono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Hito(</a:t>
            </a:r>
            <a:r>
              <a:rPr lang="ja-JP" altLang="en-US" dirty="0">
                <a:solidFill>
                  <a:schemeClr val="accent1">
                    <a:lumMod val="50000"/>
                  </a:schemeClr>
                </a:solidFill>
              </a:rPr>
              <a:t>このひと）</a:t>
            </a:r>
            <a:r>
              <a:rPr lang="en-US" altLang="ja-JP" dirty="0"/>
              <a:t>			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This Person</a:t>
            </a:r>
          </a:p>
          <a:p>
            <a:pPr algn="l"/>
            <a:r>
              <a:rPr lang="en-US" altLang="ja-JP" dirty="0">
                <a:solidFill>
                  <a:schemeClr val="accent1">
                    <a:lumMod val="75000"/>
                  </a:schemeClr>
                </a:solidFill>
              </a:rPr>
              <a:t>3. Sono Hito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					That person (far away from speaker)</a:t>
            </a:r>
          </a:p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4. Ano </a:t>
            </a:r>
            <a:r>
              <a:rPr lang="en-US" altLang="ja-JP" dirty="0">
                <a:solidFill>
                  <a:schemeClr val="accent1">
                    <a:lumMod val="50000"/>
                  </a:schemeClr>
                </a:solidFill>
              </a:rPr>
              <a:t>Hito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ja-JP" altLang="en-US" dirty="0">
                <a:solidFill>
                  <a:schemeClr val="accent1">
                    <a:lumMod val="50000"/>
                  </a:schemeClr>
                </a:solidFill>
              </a:rPr>
              <a:t>あのひと）</a:t>
            </a:r>
            <a:r>
              <a:rPr lang="en-US" altLang="ja-JP" dirty="0"/>
              <a:t>			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That person, He, She ( far away from speaker and listener</a:t>
            </a:r>
          </a:p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5. Hito (</a:t>
            </a:r>
            <a:r>
              <a:rPr lang="ja-JP" altLang="en-US" dirty="0">
                <a:solidFill>
                  <a:schemeClr val="accent1">
                    <a:lumMod val="50000"/>
                  </a:schemeClr>
                </a:solidFill>
              </a:rPr>
              <a:t>ひと）</a:t>
            </a:r>
            <a:r>
              <a:rPr lang="en-US" altLang="ja-JP" dirty="0"/>
              <a:t>					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Person (Man ,Female)</a:t>
            </a:r>
          </a:p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6,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Otoko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noko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ja-JP" altLang="en-US" dirty="0">
                <a:solidFill>
                  <a:schemeClr val="accent1">
                    <a:lumMod val="50000"/>
                  </a:schemeClr>
                </a:solidFill>
              </a:rPr>
              <a:t>おとこのこ）</a:t>
            </a:r>
            <a:r>
              <a:rPr lang="en-US" altLang="ja-JP" dirty="0"/>
              <a:t>			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Boy/Men (Only for Male)</a:t>
            </a:r>
          </a:p>
          <a:p>
            <a:pPr algn="l"/>
            <a:r>
              <a:rPr lang="en-US" altLang="ja-JP" dirty="0">
                <a:solidFill>
                  <a:schemeClr val="accent1">
                    <a:lumMod val="50000"/>
                  </a:schemeClr>
                </a:solidFill>
              </a:rPr>
              <a:t>7, </a:t>
            </a:r>
            <a:r>
              <a:rPr lang="en-US" altLang="ja-JP" dirty="0" err="1">
                <a:solidFill>
                  <a:schemeClr val="accent1">
                    <a:lumMod val="50000"/>
                  </a:schemeClr>
                </a:solidFill>
              </a:rPr>
              <a:t>Onna</a:t>
            </a:r>
            <a:r>
              <a:rPr lang="en-US" altLang="ja-JP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ja-JP" dirty="0" err="1">
                <a:solidFill>
                  <a:schemeClr val="accent1">
                    <a:lumMod val="50000"/>
                  </a:schemeClr>
                </a:solidFill>
              </a:rPr>
              <a:t>noko</a:t>
            </a:r>
            <a:r>
              <a:rPr lang="en-US" altLang="ja-JP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ja-JP" altLang="en-US" dirty="0">
                <a:solidFill>
                  <a:schemeClr val="accent1">
                    <a:lumMod val="50000"/>
                  </a:schemeClr>
                </a:solidFill>
              </a:rPr>
              <a:t>おんなのこ）</a:t>
            </a:r>
            <a:r>
              <a:rPr lang="en-US" altLang="ja-JP" dirty="0"/>
              <a:t>			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Girl/Women (Only for female)</a:t>
            </a:r>
          </a:p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8, __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Saan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ja-JP" altLang="en-US" dirty="0">
                <a:solidFill>
                  <a:schemeClr val="accent1">
                    <a:lumMod val="50000"/>
                  </a:schemeClr>
                </a:solidFill>
              </a:rPr>
              <a:t>さん）</a:t>
            </a:r>
            <a:r>
              <a:rPr lang="en-US" dirty="0"/>
              <a:t>				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Mr./Mrs. (Attach after name to give respect</a:t>
            </a:r>
          </a:p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9, __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Chaan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ja-JP" altLang="en-US" dirty="0">
                <a:solidFill>
                  <a:schemeClr val="accent1">
                    <a:lumMod val="50000"/>
                  </a:schemeClr>
                </a:solidFill>
              </a:rPr>
              <a:t>ちゃん）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</a:t>
            </a:r>
            <a:r>
              <a:rPr lang="en-US" dirty="0"/>
              <a:t>			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(use for girls </a:t>
            </a:r>
            <a:r>
              <a:rPr lang="ja-JP" altLang="en-US" dirty="0">
                <a:solidFill>
                  <a:schemeClr val="accent2">
                    <a:lumMod val="75000"/>
                  </a:schemeClr>
                </a:solidFill>
              </a:rPr>
              <a:t>＆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child name)</a:t>
            </a:r>
          </a:p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9,__kun(</a:t>
            </a:r>
            <a:r>
              <a:rPr lang="ja-JP" altLang="en-US" dirty="0">
                <a:solidFill>
                  <a:schemeClr val="accent1">
                    <a:lumMod val="50000"/>
                  </a:schemeClr>
                </a:solidFill>
              </a:rPr>
              <a:t>くん）</a:t>
            </a:r>
            <a:r>
              <a:rPr lang="en-US" altLang="ja-JP" dirty="0"/>
              <a:t>			           		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【Use for boys name)</a:t>
            </a:r>
          </a:p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10. Sensei (</a:t>
            </a:r>
            <a:r>
              <a:rPr lang="ja-JP" altLang="en-US" dirty="0">
                <a:solidFill>
                  <a:schemeClr val="accent1">
                    <a:lumMod val="50000"/>
                  </a:schemeClr>
                </a:solidFill>
              </a:rPr>
              <a:t>せんせい</a:t>
            </a:r>
            <a:r>
              <a:rPr lang="en-US" altLang="ja-JP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r>
              <a:rPr lang="en-US" altLang="ja-JP" dirty="0"/>
              <a:t>				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Teacher</a:t>
            </a:r>
          </a:p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11,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Gakusei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ja-JP" altLang="en-US" dirty="0">
                <a:solidFill>
                  <a:schemeClr val="accent1">
                    <a:lumMod val="50000"/>
                  </a:schemeClr>
                </a:solidFill>
              </a:rPr>
              <a:t>がくせい）</a:t>
            </a:r>
            <a:r>
              <a:rPr lang="en-US" altLang="ja-JP" dirty="0"/>
              <a:t>			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Students</a:t>
            </a:r>
          </a:p>
          <a:p>
            <a:pPr algn="l"/>
            <a:r>
              <a:rPr lang="en-US" altLang="ja-JP" dirty="0">
                <a:solidFill>
                  <a:schemeClr val="accent1">
                    <a:lumMod val="50000"/>
                  </a:schemeClr>
                </a:solidFill>
              </a:rPr>
              <a:t>12</a:t>
            </a:r>
            <a:r>
              <a:rPr lang="ja-JP" altLang="en-US" dirty="0">
                <a:solidFill>
                  <a:schemeClr val="accent1">
                    <a:lumMod val="50000"/>
                  </a:schemeClr>
                </a:solidFill>
              </a:rPr>
              <a:t>，</a:t>
            </a:r>
            <a:r>
              <a:rPr lang="en-US" altLang="ja-JP" dirty="0" err="1">
                <a:solidFill>
                  <a:schemeClr val="accent1">
                    <a:lumMod val="50000"/>
                  </a:schemeClr>
                </a:solidFill>
              </a:rPr>
              <a:t>isha</a:t>
            </a:r>
            <a:r>
              <a:rPr lang="en-US" altLang="ja-JP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ja-JP" altLang="en-US" dirty="0">
                <a:solidFill>
                  <a:schemeClr val="accent1">
                    <a:lumMod val="50000"/>
                  </a:schemeClr>
                </a:solidFill>
              </a:rPr>
              <a:t>いしゃ）</a:t>
            </a:r>
            <a:r>
              <a:rPr lang="en-US" altLang="ja-JP" dirty="0"/>
              <a:t>				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Doctor</a:t>
            </a:r>
          </a:p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13,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Kaishain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ja-JP" altLang="en-US" dirty="0">
                <a:solidFill>
                  <a:schemeClr val="accent1">
                    <a:lumMod val="50000"/>
                  </a:schemeClr>
                </a:solidFill>
              </a:rPr>
              <a:t>かいしゃいん）</a:t>
            </a:r>
            <a:r>
              <a:rPr lang="en-US" altLang="ja-JP" dirty="0"/>
              <a:t>			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Company Employee</a:t>
            </a:r>
          </a:p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14,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Namae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ja-JP" altLang="en-US" dirty="0">
                <a:solidFill>
                  <a:schemeClr val="accent1">
                    <a:lumMod val="50000"/>
                  </a:schemeClr>
                </a:solidFill>
              </a:rPr>
              <a:t>なまえ）</a:t>
            </a:r>
            <a:r>
              <a:rPr lang="en-US" altLang="ja-JP" dirty="0"/>
              <a:t>				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Name</a:t>
            </a: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906495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3639E-1BB5-0D41-A8AA-832A51579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u="sng" dirty="0">
                <a:solidFill>
                  <a:schemeClr val="accent2">
                    <a:lumMod val="75000"/>
                  </a:schemeClr>
                </a:solidFill>
              </a:rPr>
              <a:t>In Japanese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					</a:t>
            </a:r>
            <a:r>
              <a:rPr lang="en-IN" u="sng" dirty="0">
                <a:solidFill>
                  <a:schemeClr val="accent1">
                    <a:lumMod val="75000"/>
                  </a:schemeClr>
                </a:solidFill>
              </a:rPr>
              <a:t>In English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15,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Gakko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ja-JP" altLang="en-US" dirty="0">
                <a:solidFill>
                  <a:schemeClr val="accent2">
                    <a:lumMod val="75000"/>
                  </a:schemeClr>
                </a:solidFill>
              </a:rPr>
              <a:t>がっこう）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		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School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16,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Daigakku</a:t>
            </a:r>
            <a:r>
              <a:rPr lang="ja-JP" altLang="en-US" dirty="0">
                <a:solidFill>
                  <a:schemeClr val="accent2">
                    <a:lumMod val="75000"/>
                  </a:schemeClr>
                </a:solidFill>
              </a:rPr>
              <a:t>（だいがっく）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		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University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17,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Ginko</a:t>
            </a:r>
            <a:r>
              <a:rPr lang="ja-JP" altLang="en-US" dirty="0">
                <a:solidFill>
                  <a:schemeClr val="accent2">
                    <a:lumMod val="75000"/>
                  </a:schemeClr>
                </a:solidFill>
              </a:rPr>
              <a:t>（ぎんこう）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			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Bank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18,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byoin</a:t>
            </a:r>
            <a:r>
              <a:rPr lang="ja-JP" altLang="en-US" dirty="0">
                <a:solidFill>
                  <a:schemeClr val="accent2">
                    <a:lumMod val="75000"/>
                  </a:schemeClr>
                </a:solidFill>
              </a:rPr>
              <a:t>（びょういん）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			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Hospital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19, Kaisha</a:t>
            </a:r>
            <a:r>
              <a:rPr lang="ja-JP" altLang="en-US" dirty="0">
                <a:solidFill>
                  <a:schemeClr val="accent2">
                    <a:lumMod val="75000"/>
                  </a:schemeClr>
                </a:solidFill>
              </a:rPr>
              <a:t>（かいしゃ）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			</a:t>
            </a:r>
            <a:r>
              <a:rPr lang="en-US" altLang="ja-JP" dirty="0">
                <a:solidFill>
                  <a:schemeClr val="accent1">
                    <a:lumMod val="75000"/>
                  </a:schemeClr>
                </a:solidFill>
              </a:rPr>
              <a:t>Company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20,  </a:t>
            </a:r>
            <a:r>
              <a:rPr lang="en-US" altLang="ja-JP" dirty="0" err="1">
                <a:solidFill>
                  <a:schemeClr val="accent2">
                    <a:lumMod val="75000"/>
                  </a:schemeClr>
                </a:solidFill>
              </a:rPr>
              <a:t>Shigoto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 (</a:t>
            </a:r>
            <a:r>
              <a:rPr lang="ja-JP" altLang="en-US" dirty="0">
                <a:solidFill>
                  <a:schemeClr val="accent2">
                    <a:lumMod val="75000"/>
                  </a:schemeClr>
                </a:solidFill>
              </a:rPr>
              <a:t>しごと）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			</a:t>
            </a:r>
            <a:r>
              <a:rPr lang="en-US" altLang="ja-JP" dirty="0">
                <a:solidFill>
                  <a:schemeClr val="accent1">
                    <a:lumMod val="75000"/>
                  </a:schemeClr>
                </a:solidFill>
              </a:rPr>
              <a:t>Work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21</a:t>
            </a:r>
            <a:r>
              <a:rPr lang="ja-JP" altLang="en-US" dirty="0">
                <a:solidFill>
                  <a:schemeClr val="accent2">
                    <a:lumMod val="75000"/>
                  </a:schemeClr>
                </a:solidFill>
              </a:rPr>
              <a:t>，</a:t>
            </a:r>
            <a:r>
              <a:rPr lang="en-US" altLang="ja-JP" dirty="0" err="1">
                <a:solidFill>
                  <a:schemeClr val="accent2">
                    <a:lumMod val="75000"/>
                  </a:schemeClr>
                </a:solidFill>
              </a:rPr>
              <a:t>Daare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ja-JP" altLang="en-US" dirty="0">
                <a:solidFill>
                  <a:schemeClr val="accent2">
                    <a:lumMod val="75000"/>
                  </a:schemeClr>
                </a:solidFill>
              </a:rPr>
              <a:t>（だれ）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			</a:t>
            </a:r>
            <a:r>
              <a:rPr lang="en-US" altLang="ja-JP" dirty="0">
                <a:solidFill>
                  <a:schemeClr val="accent1">
                    <a:lumMod val="75000"/>
                  </a:schemeClr>
                </a:solidFill>
              </a:rPr>
              <a:t>Who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22, </a:t>
            </a:r>
            <a:r>
              <a:rPr lang="en-US" altLang="ja-JP" dirty="0" err="1">
                <a:solidFill>
                  <a:schemeClr val="accent2">
                    <a:lumMod val="75000"/>
                  </a:schemeClr>
                </a:solidFill>
              </a:rPr>
              <a:t>Donata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 (</a:t>
            </a:r>
            <a:r>
              <a:rPr lang="ja-JP" altLang="en-US" dirty="0">
                <a:solidFill>
                  <a:schemeClr val="accent2">
                    <a:lumMod val="75000"/>
                  </a:schemeClr>
                </a:solidFill>
              </a:rPr>
              <a:t>どなた）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			</a:t>
            </a:r>
            <a:r>
              <a:rPr lang="en-US" altLang="ja-JP" dirty="0">
                <a:solidFill>
                  <a:schemeClr val="accent1">
                    <a:lumMod val="75000"/>
                  </a:schemeClr>
                </a:solidFill>
              </a:rPr>
              <a:t>Who </a:t>
            </a:r>
            <a:r>
              <a:rPr lang="ja-JP" altLang="en-US" dirty="0">
                <a:solidFill>
                  <a:schemeClr val="accent1">
                    <a:lumMod val="75000"/>
                  </a:schemeClr>
                </a:solidFill>
              </a:rPr>
              <a:t>（</a:t>
            </a:r>
            <a:r>
              <a:rPr lang="en-US" altLang="ja-JP" dirty="0">
                <a:solidFill>
                  <a:schemeClr val="accent1">
                    <a:lumMod val="75000"/>
                  </a:schemeClr>
                </a:solidFill>
              </a:rPr>
              <a:t>Polite</a:t>
            </a:r>
            <a:r>
              <a:rPr lang="ja-JP" altLang="en-US" dirty="0">
                <a:solidFill>
                  <a:schemeClr val="accent1">
                    <a:lumMod val="75000"/>
                  </a:schemeClr>
                </a:solidFill>
              </a:rPr>
              <a:t>）</a:t>
            </a:r>
            <a:endParaRPr lang="en-US" altLang="ja-JP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23</a:t>
            </a:r>
            <a:r>
              <a:rPr lang="ja-JP" altLang="en-US" dirty="0">
                <a:solidFill>
                  <a:schemeClr val="accent2">
                    <a:lumMod val="75000"/>
                  </a:schemeClr>
                </a:solidFill>
              </a:rPr>
              <a:t>，＿＿</a:t>
            </a:r>
            <a:r>
              <a:rPr lang="en-US" altLang="ja-JP" dirty="0" err="1">
                <a:solidFill>
                  <a:schemeClr val="accent2">
                    <a:lumMod val="75000"/>
                  </a:schemeClr>
                </a:solidFill>
              </a:rPr>
              <a:t>Saai</a:t>
            </a:r>
            <a:r>
              <a:rPr lang="ja-JP" altLang="en-US" dirty="0">
                <a:solidFill>
                  <a:schemeClr val="accent2">
                    <a:lumMod val="75000"/>
                  </a:schemeClr>
                </a:solidFill>
              </a:rPr>
              <a:t>（さい）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			</a:t>
            </a:r>
            <a:r>
              <a:rPr lang="en-US" altLang="ja-JP" dirty="0">
                <a:solidFill>
                  <a:schemeClr val="accent1">
                    <a:lumMod val="75000"/>
                  </a:schemeClr>
                </a:solidFill>
              </a:rPr>
              <a:t>Age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25, Naan Sai					</a:t>
            </a:r>
            <a:r>
              <a:rPr lang="en-US" altLang="ja-JP" dirty="0">
                <a:solidFill>
                  <a:schemeClr val="accent1">
                    <a:lumMod val="75000"/>
                  </a:schemeClr>
                </a:solidFill>
              </a:rPr>
              <a:t>How old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26, </a:t>
            </a:r>
            <a:r>
              <a:rPr lang="en-US" altLang="ja-JP" dirty="0" err="1">
                <a:solidFill>
                  <a:schemeClr val="accent2">
                    <a:lumMod val="75000"/>
                  </a:schemeClr>
                </a:solidFill>
              </a:rPr>
              <a:t>Ii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ja-JP" dirty="0" err="1">
                <a:solidFill>
                  <a:schemeClr val="accent2">
                    <a:lumMod val="75000"/>
                  </a:schemeClr>
                </a:solidFill>
              </a:rPr>
              <a:t>Desu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					</a:t>
            </a:r>
            <a:r>
              <a:rPr lang="en-US" altLang="ja-JP" dirty="0">
                <a:solidFill>
                  <a:schemeClr val="accent1">
                    <a:lumMod val="75000"/>
                  </a:schemeClr>
                </a:solidFill>
              </a:rPr>
              <a:t>Good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27, </a:t>
            </a:r>
            <a:r>
              <a:rPr lang="en-US" altLang="ja-JP" dirty="0" err="1">
                <a:solidFill>
                  <a:schemeClr val="accent2">
                    <a:lumMod val="75000"/>
                  </a:schemeClr>
                </a:solidFill>
              </a:rPr>
              <a:t>Daame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ja-JP" dirty="0" err="1">
                <a:solidFill>
                  <a:schemeClr val="accent2">
                    <a:lumMod val="75000"/>
                  </a:schemeClr>
                </a:solidFill>
              </a:rPr>
              <a:t>desu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				</a:t>
            </a:r>
            <a:r>
              <a:rPr lang="en-US" altLang="ja-JP" dirty="0">
                <a:solidFill>
                  <a:schemeClr val="accent1">
                    <a:lumMod val="75000"/>
                  </a:schemeClr>
                </a:solidFill>
              </a:rPr>
              <a:t>Bad/ Not good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28, Dandan					</a:t>
            </a:r>
            <a:r>
              <a:rPr lang="en-US" altLang="ja-JP" dirty="0">
                <a:solidFill>
                  <a:schemeClr val="accent1">
                    <a:lumMod val="75000"/>
                  </a:schemeClr>
                </a:solidFill>
              </a:rPr>
              <a:t>Gradually / Slowly </a:t>
            </a:r>
            <a:r>
              <a:rPr lang="en-US" altLang="ja-JP" dirty="0" err="1">
                <a:solidFill>
                  <a:schemeClr val="accent1">
                    <a:lumMod val="75000"/>
                  </a:schemeClr>
                </a:solidFill>
              </a:rPr>
              <a:t>slowly</a:t>
            </a:r>
            <a:endParaRPr lang="en-US" altLang="ja-JP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29, Nihongo					</a:t>
            </a:r>
            <a:r>
              <a:rPr lang="en-US" altLang="ja-JP" dirty="0">
                <a:solidFill>
                  <a:schemeClr val="accent1">
                    <a:lumMod val="75000"/>
                  </a:schemeClr>
                </a:solidFill>
              </a:rPr>
              <a:t>Japanese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</a:rPr>
              <a:t>30, Nihon					</a:t>
            </a:r>
            <a:r>
              <a:rPr lang="en-US" altLang="ja-JP" dirty="0">
                <a:solidFill>
                  <a:schemeClr val="accent1">
                    <a:lumMod val="75000"/>
                  </a:schemeClr>
                </a:solidFill>
              </a:rPr>
              <a:t>Japan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479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8B667-925F-66F0-4256-C9081674B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IN" u="sng" dirty="0">
                <a:solidFill>
                  <a:schemeClr val="accent2">
                    <a:lumMod val="75000"/>
                  </a:schemeClr>
                </a:solidFill>
              </a:rPr>
              <a:t>In Japanese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				</a:t>
            </a:r>
            <a:r>
              <a:rPr lang="en-IN" u="sng" dirty="0">
                <a:solidFill>
                  <a:schemeClr val="accent1">
                    <a:lumMod val="75000"/>
                  </a:schemeClr>
                </a:solidFill>
              </a:rPr>
              <a:t>In English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Oboemasu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				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Learn / Remember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Oboemashita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				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Learnt (Past Form)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Wasuremasu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				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Forget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Wasuremashita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			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Forgot (Past form)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Chigai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					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Difference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Naan					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What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Daare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					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who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Koko					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this place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Soko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					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that place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Asoko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					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That place (far from speaker and listener)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Wakarimasu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				Understand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Wakarimashita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			Understood (Past form)</a:t>
            </a:r>
          </a:p>
          <a:p>
            <a:pPr marL="514350" indent="-514350">
              <a:buFont typeface="+mj-lt"/>
              <a:buAutoNum type="arabicPeriod"/>
            </a:pP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471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1697</TotalTime>
  <Words>536</Words>
  <Application>Microsoft Office PowerPoint</Application>
  <PresentationFormat>Widescreen</PresentationFormat>
  <Paragraphs>57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MOHD SALMAN</dc:creator>
  <cp:lastModifiedBy>MOHD SALMAN</cp:lastModifiedBy>
  <cp:revision>38</cp:revision>
  <dcterms:created xsi:type="dcterms:W3CDTF">2023-03-28T05:14:28Z</dcterms:created>
  <dcterms:modified xsi:type="dcterms:W3CDTF">2023-07-27T06:25:12Z</dcterms:modified>
</cp:coreProperties>
</file>