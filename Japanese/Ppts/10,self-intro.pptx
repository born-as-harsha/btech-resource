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>
        <p:scale>
          <a:sx n="97" d="100"/>
          <a:sy n="97" d="100"/>
        </p:scale>
        <p:origin x="-408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583E-4756-FD3D-91EA-3D8EEE1DE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74F9B-C05D-D90C-08D8-D16C789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F1FE7-C790-B8A0-6269-7288D465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17425-3CF4-D14C-0CD1-BFDA5997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FA2FE-CC38-0D2E-1FC3-E4C30AC5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1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D7AF-C2CD-B329-1A75-0D6D8E15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3386-230B-8501-20A2-A33AA74D4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F331D-C7AC-7BF3-2591-3586F34F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E84F0-D9F6-1DB7-6282-44A0DF4B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0AABA-1E2E-D38C-B577-12951EF9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8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E08E3-B602-DA60-822C-C6C09D9B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638D2-8FB2-3857-1070-435D5FFF9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C3367-C6D5-3D02-D50B-F08C2D70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547A6-E449-41A1-44F1-999FC876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01CDC-4E1E-D603-60CE-D76A926B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7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2DAD-63BB-DB09-E841-447C8DF7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06E4D-2ED4-BC49-86F7-8C4303261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8452A-11D4-2176-4564-E6ACBBB14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661D5-8270-AFFA-99E6-BA351767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1163-ECB6-9883-B687-25EA80EF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D6242-DED7-04C6-E617-846DC51B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2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F280-51FE-D14E-E55C-EF758863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8099A-E086-497E-77F4-15BFB5D7F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0ED4E-702B-C0B1-83B6-401BF6C7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56F73-F4A7-88DB-6A8C-D25A06B4C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C2797-8703-D012-2CC8-30F45DE73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539AD-5C7D-0F41-85DB-8150E836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A22EC-E387-0F51-179A-930DEBFC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2E60A-C1A5-1FEF-8C31-41BB43B1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7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A8A3-1035-7432-F702-7C355BBA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6DEDC-1BD8-C232-43C2-1855255D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A4F65-BA10-282B-FCC0-E5C7206A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FF4E0-6E14-61C5-E16F-9C3268E6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9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A3067-6B10-413C-CE93-FE571FBD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08EB3-48C6-26CC-2728-3CC66102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FA53-C446-999E-EE66-207DAA80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027E-22E3-F905-B52E-1BCA7823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66C84-332C-FFA2-29D0-99AEF1400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5D59D-4C57-6CFA-3977-BC8AD1D7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0504F-5A3D-0F8D-AAD2-EA3AEA8B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3B6ED-2EEC-B8F6-B180-C0AE72DE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CD0D-B3C7-C7B7-E03C-51E67C89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2938-B73E-CA1B-955F-FC605E9A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E3C20-6261-A137-9E15-248849EF7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36058-6EC3-1BB7-56E0-49EFF220E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87888-D5E8-D6C9-FAC7-574684E30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3F7CA-A5EA-EA4D-56FB-BC42690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786F8-2D1F-4099-F3AD-63CFB778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6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2132-56E7-DE7F-847A-8BC8BB5E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FC4E9-B39B-B08B-5C99-5A64B178B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213-564F-3E2B-46ED-D86E4F3D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8D7E1-D6F2-FCAF-1D0A-0ED155A0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09460-FF60-FFDE-D3BC-6CDF9969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5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1AB6E-0B3E-E36B-E4C5-F30CC0A4E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6DEB1-81AE-F285-69EA-A14AB2C5D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D81D-5DF3-5683-DE02-0A5B4BA4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FD4A-4E20-4621-C156-153E93F1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67380-E7A7-8A7B-4F34-7F3D6769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0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56544-9B7D-A33D-5FF6-7BF2475CC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4801F-2274-2CA5-802C-9190AB01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DD7C-6969-D3DF-2CA2-3CB9C4CB5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17644-24AC-4611-96AA-67615C916D14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FA933-A41D-5FA5-AA70-EC79CE4E2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F2E54-2A40-055A-5CB5-1D84AF4E6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20BFF-90AB-4D8B-980C-3A9328C6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8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A0FB2B-90C8-D614-8D40-212E8EEB5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14D114CA-A738-7E14-31DD-1DB342AAC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49"/>
            <a:ext cx="12192000" cy="68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4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D552-9DD1-F330-D9E0-8D32A304E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919"/>
            <a:ext cx="10515600" cy="595704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		</a:t>
            </a:r>
            <a:r>
              <a:rPr lang="en-US" b="1" u="sng" dirty="0" err="1">
                <a:solidFill>
                  <a:srgbClr val="FF0000"/>
                </a:solidFill>
                <a:highlight>
                  <a:srgbClr val="FFFF00"/>
                </a:highlight>
              </a:rPr>
              <a:t>Jiko-shokaai</a:t>
            </a:r>
            <a:r>
              <a:rPr lang="en-US" b="1" u="sng" dirty="0">
                <a:solidFill>
                  <a:srgbClr val="FF0000"/>
                </a:solidFill>
                <a:highlight>
                  <a:srgbClr val="FFFF00"/>
                </a:highlight>
              </a:rPr>
              <a:t>- Self Introduction</a:t>
            </a:r>
          </a:p>
          <a:p>
            <a:endParaRPr lang="en-US" b="1" u="sng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はじまして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わたしは＿＿＿です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altLang="ja-JP" b="1">
                <a:solidFill>
                  <a:schemeClr val="tx1">
                    <a:lumMod val="95000"/>
                    <a:lumOff val="5000"/>
                  </a:schemeClr>
                </a:solidFill>
              </a:rPr>
              <a:t>			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(my name is __)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__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さいです。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		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I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am___years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old)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_____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にすんでいます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		   			 (I am living in__)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いまは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KL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だいがくにべんきょうしています。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(Now I am studying In KL university)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かぞくといっしょにすんでいます。</a:t>
            </a:r>
            <a:r>
              <a:rPr lang="en-US" altLang="ja-JP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 am living with my family)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きょうだいは＿＿＿にんです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			(I have ___siblings)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わたしはにほんのぶんかがだいすきです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	 (I love Japanese culture)</a:t>
            </a:r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わたしのしゅみは＿＿＿＿ことです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		(my hobby is ___)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どうぞよろしくおねがいします。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2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EFB206D-3425-DBC6-559F-3C8516DC4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920" y="514289"/>
            <a:ext cx="10127848" cy="6520691"/>
          </a:xfrm>
        </p:spPr>
      </p:pic>
    </p:spTree>
    <p:extLst>
      <p:ext uri="{BB962C8B-B14F-4D97-AF65-F5344CB8AC3E}">
        <p14:creationId xmlns:p14="http://schemas.microsoft.com/office/powerpoint/2010/main" val="261291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91BA5-8A3F-876F-F16C-47FCA1DD2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Grammer Pattern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ja-JP" altLang="en-US" b="1" dirty="0">
                <a:solidFill>
                  <a:srgbClr val="FF0000"/>
                </a:solidFill>
              </a:rPr>
              <a:t>しゅみー</a:t>
            </a:r>
            <a:r>
              <a:rPr lang="en-US" altLang="ja-JP" b="1" dirty="0">
                <a:solidFill>
                  <a:srgbClr val="FF0000"/>
                </a:solidFill>
              </a:rPr>
              <a:t>(</a:t>
            </a:r>
            <a:r>
              <a:rPr lang="en-US" altLang="ja-JP" b="1" dirty="0" err="1">
                <a:solidFill>
                  <a:srgbClr val="FF0000"/>
                </a:solidFill>
              </a:rPr>
              <a:t>shyumi</a:t>
            </a:r>
            <a:r>
              <a:rPr lang="en-US" altLang="ja-JP" b="1" dirty="0">
                <a:solidFill>
                  <a:srgbClr val="FF0000"/>
                </a:solidFill>
              </a:rPr>
              <a:t>)= Hobby</a:t>
            </a:r>
          </a:p>
          <a:p>
            <a:pPr marL="0" indent="0">
              <a:buNone/>
            </a:pPr>
            <a:endParaRPr lang="en-US" altLang="ja-JP" b="1" dirty="0"/>
          </a:p>
          <a:p>
            <a:pPr marL="0" indent="0">
              <a:buNone/>
            </a:pP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Rule :   casual verb +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koto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desu</a:t>
            </a:r>
            <a:r>
              <a:rPr lang="en-US" altLang="ja-JP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ja-JP" b="1" u="sng" dirty="0">
                <a:solidFill>
                  <a:schemeClr val="accent5">
                    <a:lumMod val="50000"/>
                  </a:schemeClr>
                </a:solidFill>
              </a:rPr>
              <a:t>Ques</a:t>
            </a:r>
            <a:r>
              <a:rPr lang="ja-JP" altLang="en-US" b="1" dirty="0">
                <a:solidFill>
                  <a:schemeClr val="accent5">
                    <a:lumMod val="50000"/>
                  </a:schemeClr>
                </a:solidFill>
              </a:rPr>
              <a:t>：しゅみはなんですか？</a:t>
            </a:r>
            <a:r>
              <a:rPr lang="ja-JP" altLang="en-US" b="1" dirty="0"/>
              <a:t>（</a:t>
            </a:r>
            <a:r>
              <a:rPr lang="en-US" altLang="ja-JP" b="1" dirty="0" err="1"/>
              <a:t>Shyumi</a:t>
            </a:r>
            <a:r>
              <a:rPr lang="en-US" altLang="ja-JP" b="1" dirty="0"/>
              <a:t> </a:t>
            </a:r>
            <a:r>
              <a:rPr lang="en-US" altLang="ja-JP" b="1" dirty="0" err="1"/>
              <a:t>wa</a:t>
            </a:r>
            <a:r>
              <a:rPr lang="en-US" altLang="ja-JP" b="1" dirty="0"/>
              <a:t> naan </a:t>
            </a:r>
            <a:r>
              <a:rPr lang="en-US" altLang="ja-JP" b="1" dirty="0" err="1"/>
              <a:t>desu</a:t>
            </a:r>
            <a:r>
              <a:rPr lang="en-US" altLang="ja-JP" b="1" dirty="0"/>
              <a:t> ka?) = what is your 												hobby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Answer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:  ______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koto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desu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. (My hobby is ____.)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Hon o </a:t>
            </a:r>
            <a:r>
              <a:rPr lang="en-US" b="1" dirty="0" err="1"/>
              <a:t>yomu</a:t>
            </a:r>
            <a:r>
              <a:rPr lang="en-US" b="1" dirty="0"/>
              <a:t> </a:t>
            </a:r>
            <a:r>
              <a:rPr lang="en-US" b="1" dirty="0" err="1"/>
              <a:t>koto</a:t>
            </a:r>
            <a:r>
              <a:rPr lang="en-US" b="1" dirty="0"/>
              <a:t> </a:t>
            </a:r>
            <a:r>
              <a:rPr lang="en-US" b="1" dirty="0" err="1"/>
              <a:t>desu</a:t>
            </a:r>
            <a:r>
              <a:rPr lang="en-US" b="1" dirty="0"/>
              <a:t> (My hobby is reading book)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Ongaaku</a:t>
            </a:r>
            <a:r>
              <a:rPr lang="en-US" b="1" dirty="0"/>
              <a:t> o </a:t>
            </a:r>
            <a:r>
              <a:rPr lang="en-US" b="1" dirty="0" err="1"/>
              <a:t>kiku</a:t>
            </a:r>
            <a:r>
              <a:rPr lang="en-US" b="1" dirty="0"/>
              <a:t> </a:t>
            </a:r>
            <a:r>
              <a:rPr lang="en-US" b="1" dirty="0" err="1"/>
              <a:t>koto</a:t>
            </a:r>
            <a:r>
              <a:rPr lang="en-US" b="1" dirty="0"/>
              <a:t> </a:t>
            </a:r>
            <a:r>
              <a:rPr lang="en-US" b="1" dirty="0" err="1"/>
              <a:t>desu</a:t>
            </a:r>
            <a:r>
              <a:rPr lang="en-US" b="1" dirty="0"/>
              <a:t> (my hobby is listen music)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Aanime</a:t>
            </a:r>
            <a:r>
              <a:rPr lang="en-US" b="1" dirty="0"/>
              <a:t> o </a:t>
            </a:r>
            <a:r>
              <a:rPr lang="en-US" b="1" dirty="0" err="1"/>
              <a:t>miru</a:t>
            </a:r>
            <a:r>
              <a:rPr lang="en-US" b="1" dirty="0"/>
              <a:t> </a:t>
            </a:r>
            <a:r>
              <a:rPr lang="en-US" b="1" dirty="0" err="1"/>
              <a:t>koto</a:t>
            </a:r>
            <a:r>
              <a:rPr lang="en-US" b="1" dirty="0"/>
              <a:t> </a:t>
            </a:r>
            <a:r>
              <a:rPr lang="en-US" b="1" dirty="0" err="1"/>
              <a:t>desu</a:t>
            </a:r>
            <a:r>
              <a:rPr lang="en-US" b="1" dirty="0"/>
              <a:t> (My hobby is watch anime)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Eiga</a:t>
            </a:r>
            <a:r>
              <a:rPr lang="en-US" b="1" dirty="0"/>
              <a:t> o </a:t>
            </a:r>
            <a:r>
              <a:rPr lang="en-US" b="1" dirty="0" err="1"/>
              <a:t>miru</a:t>
            </a:r>
            <a:r>
              <a:rPr lang="en-US" b="1" dirty="0"/>
              <a:t> </a:t>
            </a:r>
            <a:r>
              <a:rPr lang="en-US" b="1" dirty="0" err="1"/>
              <a:t>koto</a:t>
            </a:r>
            <a:r>
              <a:rPr lang="en-US" b="1" dirty="0"/>
              <a:t> </a:t>
            </a:r>
            <a:r>
              <a:rPr lang="en-US" b="1" dirty="0" err="1"/>
              <a:t>desu</a:t>
            </a:r>
            <a:r>
              <a:rPr lang="en-US" b="1" dirty="0"/>
              <a:t> (My hobby is to watch movies)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067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4E407-CBA2-E65D-B517-82CED6DB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11135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Practice: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Rule :   casual verb +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koto</a:t>
            </a:r>
            <a:r>
              <a:rPr lang="en-US" altLang="ja-JP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ja-JP" b="1" dirty="0" err="1">
                <a:solidFill>
                  <a:srgbClr val="FF0000"/>
                </a:solidFill>
                <a:highlight>
                  <a:srgbClr val="FFFF00"/>
                </a:highlight>
              </a:rPr>
              <a:t>desu</a:t>
            </a:r>
            <a:r>
              <a:rPr lang="en-US" altLang="ja-JP" b="1" dirty="0">
                <a:solidFill>
                  <a:srgbClr val="FF0000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Hon---------</a:t>
            </a:r>
            <a:r>
              <a:rPr lang="en-US" b="1" dirty="0" err="1"/>
              <a:t>Yomu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Ongaaku</a:t>
            </a:r>
            <a:r>
              <a:rPr lang="en-US" b="1" dirty="0"/>
              <a:t>-----</a:t>
            </a:r>
            <a:r>
              <a:rPr lang="en-US" b="1" dirty="0" err="1"/>
              <a:t>kiku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Kaaimonosuru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Eiga</a:t>
            </a:r>
            <a:r>
              <a:rPr lang="en-US" b="1" dirty="0"/>
              <a:t> -----</a:t>
            </a:r>
            <a:r>
              <a:rPr lang="en-US" b="1" dirty="0" err="1"/>
              <a:t>miru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Sakka</a:t>
            </a:r>
            <a:r>
              <a:rPr lang="en-US" b="1" dirty="0"/>
              <a:t>------</a:t>
            </a:r>
            <a:r>
              <a:rPr lang="en-US" b="1" dirty="0" err="1"/>
              <a:t>suru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Ryokosuru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Nihongo no </a:t>
            </a:r>
            <a:r>
              <a:rPr lang="en-US" b="1" dirty="0" err="1"/>
              <a:t>aanime</a:t>
            </a:r>
            <a:r>
              <a:rPr lang="en-US" b="1" dirty="0"/>
              <a:t>-----</a:t>
            </a:r>
            <a:r>
              <a:rPr lang="en-US" b="1" dirty="0" err="1"/>
              <a:t>miru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Gemu</a:t>
            </a:r>
            <a:r>
              <a:rPr lang="en-US" b="1" dirty="0"/>
              <a:t>------</a:t>
            </a:r>
            <a:r>
              <a:rPr lang="en-US" b="1" dirty="0" err="1"/>
              <a:t>suru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Haashiru</a:t>
            </a:r>
            <a:r>
              <a:rPr lang="en-US" b="1" dirty="0"/>
              <a:t> (Running)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Utaa</a:t>
            </a:r>
            <a:r>
              <a:rPr lang="en-US" b="1" dirty="0"/>
              <a:t>------</a:t>
            </a:r>
            <a:r>
              <a:rPr lang="en-US" b="1" dirty="0" err="1"/>
              <a:t>utaau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9524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4096</TotalTime>
  <Words>370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mohammed</dc:creator>
  <cp:lastModifiedBy>Irfan mohammed</cp:lastModifiedBy>
  <cp:revision>4</cp:revision>
  <dcterms:created xsi:type="dcterms:W3CDTF">2025-01-28T04:15:04Z</dcterms:created>
  <dcterms:modified xsi:type="dcterms:W3CDTF">2025-02-03T03:50:55Z</dcterms:modified>
</cp:coreProperties>
</file>