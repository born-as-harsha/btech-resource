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71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3C4DC-BDBF-3A30-C103-464B315F25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050422-6814-C4BE-EA0B-01E155BF6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10A14A-594C-C2D0-CA4A-442DB8356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3492D-9C64-4A09-B905-BC5D2E9C1389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3BDF5C-30FA-5BB6-8839-EC0C01795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BFF4C6-6C8D-2A6D-E04D-521C518BA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4013-4A1F-4D17-B4C8-D5F43A9B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62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E5142-68B0-3B14-7569-C9AC67B1E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FC2735-5442-DC0B-6ED5-E25F32009C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27D9F-D857-9B6A-904D-4A3F61C94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3492D-9C64-4A09-B905-BC5D2E9C1389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E9AA9-06E0-C621-1E1F-A8DF01CDB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F3F9D2-A53F-F4DF-BA7E-72472D8C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4013-4A1F-4D17-B4C8-D5F43A9B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673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DA431-CA74-D32B-054D-3AA65EA78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179CC-E232-972E-2EFA-9FBCC46AA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642E1B-BA89-494B-5508-D80C70202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3492D-9C64-4A09-B905-BC5D2E9C1389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88D680-F488-8E56-E8F9-CB1D4E863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9ED83-087D-D0B3-73C8-2063BFF18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4013-4A1F-4D17-B4C8-D5F43A9B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82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EF89D-1258-2325-C93A-36C8E614A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6241B5-D63E-8316-562A-062B64567B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942775-4004-A1BC-6B49-00FC010B8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CCD81-2E3A-5E90-A4EE-53B4D7F3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3492D-9C64-4A09-B905-BC5D2E9C1389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70E14-900F-FD74-740C-35250DCBF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207A20-AEA9-3BB7-AB43-D730EB201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4013-4A1F-4D17-B4C8-D5F43A9B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971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C2729-35A7-5F2E-4471-D6FC5451F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31D586-A2A6-3D5F-ACFB-20F5CA9A0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3034A-CC88-2A98-1401-1BBC5219C2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35F23E-B809-96F3-1984-E8F1677FA3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A68347-EF4C-2BD6-ADE2-350FD6EA44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53BF2F-1479-E5A5-2A7D-48E99D9B4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3492D-9C64-4A09-B905-BC5D2E9C1389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89E25-A01C-5B10-E7CA-C955557E5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A732EF-FA93-8D9A-4198-FC69BA6D8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4013-4A1F-4D17-B4C8-D5F43A9B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0681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FE76A-B0F7-51F2-1655-A4714D64B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EFE895-6134-DE4A-E095-455DDD250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3492D-9C64-4A09-B905-BC5D2E9C1389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E88BA4-37FB-21CD-F710-89385E36A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E92C9F-1AA1-C72F-C21A-9107E077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4013-4A1F-4D17-B4C8-D5F43A9B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963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A31B0E-CC53-7D6B-7E2E-82429C5E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3492D-9C64-4A09-B905-BC5D2E9C1389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B6C644-B6F2-8DA4-22F6-0BAF2D48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3A2AC-A1C7-0695-55B3-569E69E2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4013-4A1F-4D17-B4C8-D5F43A9B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79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9C218-9601-5B3E-551C-E8228EF44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A72FD-5EB0-7617-6ACC-83D36B0ED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D15D99-B15D-E9DD-E307-C795BEFD0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B3AF96-DEB3-EE60-2049-EE0624E58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3492D-9C64-4A09-B905-BC5D2E9C1389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EF5A20-6517-772D-789B-51B593E92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9A082-C2C6-8E60-1D1C-4738737C7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4013-4A1F-4D17-B4C8-D5F43A9B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793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4B37-FA6B-19B4-5C76-8C6299001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D281EC-A70F-5F77-F91D-F0BD74E839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9CBB15-336A-5703-8A42-43ADD0DA8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9833B4-F12E-3FAE-B9E8-5276898F5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3492D-9C64-4A09-B905-BC5D2E9C1389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45E76C-E2C0-6851-658D-2CCDEDDE9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1BF3B-CCE0-8C51-3777-2BBEA6C8F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4013-4A1F-4D17-B4C8-D5F43A9B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111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BE8C8-FE92-789E-037D-0167A1E59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A28DD-80BB-8A13-C257-0313E0877D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7717A-468D-732C-3E5B-749BBF996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3492D-9C64-4A09-B905-BC5D2E9C1389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299988-C9B1-3880-534C-D10D14D6F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F72AF0-E51F-2854-9883-2F74C309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4013-4A1F-4D17-B4C8-D5F43A9B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42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59352E-FC51-CABD-41EB-8CD3EF47E5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78C543-12BE-7FC3-6B82-C4F3A73E61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245791-A8BB-E963-293B-B490A03E8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23492D-9C64-4A09-B905-BC5D2E9C1389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F8268B-69CB-D150-7064-923517727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CACDE-CA7D-AC81-5949-5554DE7AE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334013-4A1F-4D17-B4C8-D5F43A9B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180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94B77F-4658-7040-CC12-0E10C8EA4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869E92-DCED-0462-A705-03F284D17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A421D-FC3A-0ED9-7E69-1B6439497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23492D-9C64-4A09-B905-BC5D2E9C1389}" type="datetimeFigureOut">
              <a:rPr lang="en-US" smtClean="0"/>
              <a:t>10/18/2024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BDD78-9E7F-2C19-7E4B-1900257F2A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CFB40-4426-C6CB-EEB7-4977EB591E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334013-4A1F-4D17-B4C8-D5F43A9BD1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8812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EABE21D-3D2A-FFCD-AF7B-F480F182D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highlight>
                  <a:srgbClr val="FFFF00"/>
                </a:highlight>
              </a:rPr>
              <a:t>Hiragana</a:t>
            </a:r>
            <a:r>
              <a:rPr lang="en-IN" sz="2800" b="1" dirty="0"/>
              <a:t>				</a:t>
            </a:r>
            <a:r>
              <a:rPr lang="en-IN" sz="2800" b="1" dirty="0">
                <a:highlight>
                  <a:srgbClr val="FFFF00"/>
                </a:highlight>
              </a:rPr>
              <a:t>Romaji</a:t>
            </a:r>
            <a:r>
              <a:rPr lang="en-IN" sz="2800" b="1" dirty="0"/>
              <a:t>				</a:t>
            </a:r>
            <a:r>
              <a:rPr lang="en-IN" sz="2800" b="1" dirty="0">
                <a:highlight>
                  <a:srgbClr val="FFFF00"/>
                </a:highlight>
              </a:rPr>
              <a:t>English</a:t>
            </a:r>
          </a:p>
          <a:p>
            <a:pPr marL="514350" indent="-514350" algn="l">
              <a:buFont typeface="+mj-lt"/>
              <a:buAutoNum type="arabicParenR"/>
            </a:pPr>
            <a:r>
              <a:rPr lang="ja-JP" altLang="en-US" sz="2800" dirty="0"/>
              <a:t>わかります</a:t>
            </a:r>
            <a:r>
              <a:rPr lang="en-US" altLang="ja-JP" sz="2800" dirty="0"/>
              <a:t>			</a:t>
            </a:r>
            <a:r>
              <a:rPr lang="en-US" altLang="ja-JP" sz="2800" dirty="0" err="1"/>
              <a:t>Wakarimasu</a:t>
            </a:r>
            <a:r>
              <a:rPr lang="en-US" altLang="ja-JP" sz="2800" dirty="0"/>
              <a:t>			Understand</a:t>
            </a:r>
          </a:p>
          <a:p>
            <a:pPr marL="514350" indent="-514350" algn="l">
              <a:buFont typeface="+mj-lt"/>
              <a:buAutoNum type="arabicParenR"/>
            </a:pPr>
            <a:r>
              <a:rPr lang="ja-JP" altLang="en-US" sz="2800" dirty="0"/>
              <a:t>あります</a:t>
            </a:r>
            <a:r>
              <a:rPr lang="en-US" altLang="ja-JP" sz="2800" dirty="0"/>
              <a:t>			</a:t>
            </a:r>
            <a:r>
              <a:rPr lang="en-US" altLang="ja-JP" sz="2800" dirty="0" err="1"/>
              <a:t>Arimasu</a:t>
            </a:r>
            <a:r>
              <a:rPr lang="en-US" altLang="ja-JP" sz="2800" dirty="0"/>
              <a:t>			Have(used for non-											living</a:t>
            </a:r>
            <a:r>
              <a:rPr lang="ja-JP" altLang="en-US" sz="2800" dirty="0"/>
              <a:t> </a:t>
            </a:r>
            <a:r>
              <a:rPr lang="en-US" altLang="ja-JP" sz="2800" dirty="0"/>
              <a:t>things)</a:t>
            </a:r>
          </a:p>
          <a:p>
            <a:pPr marL="514350" indent="-514350" algn="l">
              <a:buFont typeface="+mj-lt"/>
              <a:buAutoNum type="arabicParenR"/>
            </a:pPr>
            <a:r>
              <a:rPr lang="ja-JP" altLang="en-US" sz="2800" dirty="0"/>
              <a:t>います</a:t>
            </a:r>
            <a:r>
              <a:rPr lang="en-US" altLang="ja-JP" sz="2800" dirty="0"/>
              <a:t>				</a:t>
            </a:r>
            <a:r>
              <a:rPr lang="en-US" altLang="ja-JP" sz="2800" dirty="0" err="1"/>
              <a:t>Imasu</a:t>
            </a:r>
            <a:r>
              <a:rPr lang="en-US" altLang="ja-JP" sz="2800" dirty="0"/>
              <a:t>				Have </a:t>
            </a:r>
            <a:r>
              <a:rPr lang="ja-JP" altLang="en-US" sz="2800" dirty="0"/>
              <a:t>（</a:t>
            </a:r>
            <a:r>
              <a:rPr lang="en-US" altLang="ja-JP" sz="2800" dirty="0"/>
              <a:t>Used for living 												things)</a:t>
            </a:r>
          </a:p>
          <a:p>
            <a:pPr marL="514350" indent="-514350" algn="l">
              <a:buFont typeface="+mj-lt"/>
              <a:buAutoNum type="arabicParenR"/>
            </a:pPr>
            <a:r>
              <a:rPr lang="ja-JP" altLang="en-US" sz="2800" dirty="0"/>
              <a:t>じょうず</a:t>
            </a:r>
            <a:r>
              <a:rPr lang="en-US" altLang="ja-JP" sz="2800" dirty="0"/>
              <a:t>			</a:t>
            </a:r>
            <a:r>
              <a:rPr lang="en-US" altLang="ja-JP" sz="2800" dirty="0" err="1"/>
              <a:t>Jyozu</a:t>
            </a:r>
            <a:r>
              <a:rPr lang="en-US" altLang="ja-JP" sz="2800" dirty="0"/>
              <a:t>					Good at</a:t>
            </a:r>
          </a:p>
          <a:p>
            <a:pPr marL="514350" indent="-514350" algn="l">
              <a:buFont typeface="+mj-lt"/>
              <a:buAutoNum type="arabicParenR"/>
            </a:pPr>
            <a:r>
              <a:rPr lang="ja-JP" altLang="en-US" sz="2800" dirty="0"/>
              <a:t>へた</a:t>
            </a:r>
            <a:r>
              <a:rPr lang="en-US" altLang="ja-JP" sz="2800" dirty="0"/>
              <a:t>				</a:t>
            </a:r>
            <a:r>
              <a:rPr lang="en-US" altLang="ja-JP" sz="2800" dirty="0" err="1"/>
              <a:t>Heta</a:t>
            </a:r>
            <a:r>
              <a:rPr lang="en-US" altLang="ja-JP" sz="2800" dirty="0"/>
              <a:t>					Bad at</a:t>
            </a:r>
          </a:p>
          <a:p>
            <a:pPr marL="514350" indent="-514350" algn="l">
              <a:buFont typeface="+mj-lt"/>
              <a:buAutoNum type="arabicParenR"/>
            </a:pPr>
            <a:r>
              <a:rPr lang="ja-JP" altLang="en-US" sz="2800" dirty="0"/>
              <a:t>のみもの</a:t>
            </a:r>
            <a:r>
              <a:rPr lang="en-US" altLang="ja-JP" sz="2800" dirty="0"/>
              <a:t>			</a:t>
            </a:r>
            <a:r>
              <a:rPr lang="en-US" altLang="ja-JP" sz="2800" dirty="0" err="1"/>
              <a:t>Nomimono</a:t>
            </a:r>
            <a:r>
              <a:rPr lang="en-US" altLang="ja-JP" sz="2800" dirty="0"/>
              <a:t>				Drinks</a:t>
            </a:r>
          </a:p>
          <a:p>
            <a:pPr marL="514350" indent="-514350" algn="l">
              <a:buFont typeface="+mj-lt"/>
              <a:buAutoNum type="arabicParenR"/>
            </a:pPr>
            <a:r>
              <a:rPr lang="ja-JP" altLang="en-US" sz="2800" dirty="0"/>
              <a:t>りょうり</a:t>
            </a:r>
            <a:r>
              <a:rPr lang="en-US" altLang="ja-JP" sz="2800" dirty="0"/>
              <a:t>			</a:t>
            </a:r>
            <a:r>
              <a:rPr lang="en-US" altLang="ja-JP" sz="2800" dirty="0" err="1"/>
              <a:t>Ryori</a:t>
            </a:r>
            <a:r>
              <a:rPr lang="en-US" altLang="ja-JP" sz="2800" dirty="0"/>
              <a:t>				Dish(cooking</a:t>
            </a:r>
            <a:r>
              <a:rPr lang="ja-JP" altLang="en-US" sz="2800" dirty="0"/>
              <a:t> </a:t>
            </a:r>
            <a:r>
              <a:rPr lang="en-US" altLang="ja-JP" sz="2800" dirty="0"/>
              <a:t>food)</a:t>
            </a:r>
          </a:p>
          <a:p>
            <a:pPr marL="514350" indent="-514350" algn="l">
              <a:buFont typeface="+mj-lt"/>
              <a:buAutoNum type="arabicParenR"/>
            </a:pPr>
            <a:r>
              <a:rPr lang="ja-JP" altLang="en-US" sz="2800" dirty="0"/>
              <a:t>つくります</a:t>
            </a:r>
            <a:r>
              <a:rPr lang="en-US" altLang="ja-JP" sz="2800" dirty="0"/>
              <a:t>			</a:t>
            </a:r>
            <a:r>
              <a:rPr lang="en-US" altLang="ja-JP" sz="2800" dirty="0" err="1"/>
              <a:t>Tsukurimasu</a:t>
            </a:r>
            <a:r>
              <a:rPr lang="en-US" altLang="ja-JP" sz="2800" dirty="0"/>
              <a:t>			Make (cook something)</a:t>
            </a:r>
          </a:p>
          <a:p>
            <a:pPr marL="514350" indent="-514350" algn="l">
              <a:buFont typeface="+mj-lt"/>
              <a:buAutoNum type="arabicParenR"/>
            </a:pPr>
            <a:r>
              <a:rPr lang="ja-JP" altLang="en-US" sz="2800" dirty="0"/>
              <a:t>え</a:t>
            </a:r>
            <a:r>
              <a:rPr lang="en-US" altLang="ja-JP" sz="2800" dirty="0"/>
              <a:t>					Ee					</a:t>
            </a:r>
            <a:r>
              <a:rPr lang="en-US" altLang="ja-JP" sz="2800" dirty="0" err="1"/>
              <a:t>Drawing,picture</a:t>
            </a:r>
            <a:endParaRPr lang="en-US" altLang="ja-JP" sz="2800" dirty="0"/>
          </a:p>
          <a:p>
            <a:pPr marL="514350" indent="-514350" algn="l">
              <a:buFont typeface="+mj-lt"/>
              <a:buAutoNum type="arabicParenR"/>
            </a:pPr>
            <a:r>
              <a:rPr lang="ja-JP" altLang="en-US" sz="2800" dirty="0"/>
              <a:t>じ</a:t>
            </a:r>
            <a:r>
              <a:rPr lang="en-US" altLang="ja-JP" sz="2800" dirty="0"/>
              <a:t>					Ji					character , letter</a:t>
            </a:r>
            <a:r>
              <a:rPr lang="en-US" altLang="ja-JP" sz="2800" b="1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772154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000F2-4F66-19F7-EBD4-D0BD05BB8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IN" sz="2800" b="1" dirty="0">
                <a:highlight>
                  <a:srgbClr val="FFFF00"/>
                </a:highlight>
              </a:rPr>
              <a:t>Hiragana</a:t>
            </a:r>
            <a:r>
              <a:rPr lang="en-IN" sz="2800" b="1" dirty="0"/>
              <a:t>				</a:t>
            </a:r>
            <a:r>
              <a:rPr lang="en-IN" sz="2800" b="1" dirty="0">
                <a:highlight>
                  <a:srgbClr val="FFFF00"/>
                </a:highlight>
              </a:rPr>
              <a:t>Romaji</a:t>
            </a:r>
            <a:r>
              <a:rPr lang="en-IN" sz="2800" b="1" dirty="0"/>
              <a:t>				</a:t>
            </a:r>
            <a:r>
              <a:rPr lang="en-IN" sz="2800" b="1" dirty="0">
                <a:highlight>
                  <a:srgbClr val="FFFF00"/>
                </a:highlight>
              </a:rPr>
              <a:t>English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いろいろ</a:t>
            </a:r>
            <a:r>
              <a:rPr lang="en-US" altLang="ja-JP" dirty="0"/>
              <a:t>			</a:t>
            </a:r>
            <a:r>
              <a:rPr lang="en-US" altLang="ja-JP" dirty="0" err="1"/>
              <a:t>Iroiro</a:t>
            </a:r>
            <a:r>
              <a:rPr lang="en-US" altLang="ja-JP" dirty="0"/>
              <a:t>					Various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いぬ</a:t>
            </a:r>
            <a:r>
              <a:rPr lang="en-US" altLang="ja-JP" dirty="0"/>
              <a:t>				</a:t>
            </a:r>
            <a:r>
              <a:rPr lang="en-US" altLang="ja-JP" dirty="0" err="1"/>
              <a:t>Inu</a:t>
            </a:r>
            <a:r>
              <a:rPr lang="en-US" altLang="ja-JP" dirty="0"/>
              <a:t>					Dog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ねこ</a:t>
            </a:r>
            <a:r>
              <a:rPr lang="en-US" altLang="ja-JP" dirty="0"/>
              <a:t>				</a:t>
            </a:r>
            <a:r>
              <a:rPr lang="en-US" altLang="ja-JP" dirty="0" err="1"/>
              <a:t>Neko</a:t>
            </a:r>
            <a:r>
              <a:rPr lang="en-US" altLang="ja-JP" dirty="0"/>
              <a:t>					Cat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ぞう</a:t>
            </a:r>
            <a:r>
              <a:rPr lang="en-US" altLang="ja-JP" dirty="0"/>
              <a:t>				Zo					Elephant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き</a:t>
            </a:r>
            <a:r>
              <a:rPr lang="en-US" altLang="ja-JP" dirty="0"/>
              <a:t>					Ki					Tree, wood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もの</a:t>
            </a:r>
            <a:r>
              <a:rPr lang="en-US" altLang="ja-JP" dirty="0"/>
              <a:t>				Mono					Thing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でんち</a:t>
            </a:r>
            <a:r>
              <a:rPr lang="en-US" altLang="ja-JP" dirty="0"/>
              <a:t>				</a:t>
            </a:r>
            <a:r>
              <a:rPr lang="en-US" altLang="ja-JP" dirty="0" err="1"/>
              <a:t>Denchi</a:t>
            </a:r>
            <a:r>
              <a:rPr lang="en-US" altLang="ja-JP" dirty="0"/>
              <a:t>				Battery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でんき</a:t>
            </a:r>
            <a:r>
              <a:rPr lang="en-US" altLang="ja-JP" dirty="0"/>
              <a:t>				Denki					Light</a:t>
            </a:r>
            <a:r>
              <a:rPr lang="ja-JP" altLang="en-US" dirty="0"/>
              <a:t>、</a:t>
            </a:r>
            <a:r>
              <a:rPr lang="en-US" altLang="ja-JP" dirty="0"/>
              <a:t>Electricity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はこ</a:t>
            </a:r>
            <a:r>
              <a:rPr lang="en-US" altLang="ja-JP" dirty="0"/>
              <a:t>				</a:t>
            </a:r>
            <a:r>
              <a:rPr lang="en-US" altLang="ja-JP" dirty="0" err="1"/>
              <a:t>Haako</a:t>
            </a:r>
            <a:r>
              <a:rPr lang="en-US" altLang="ja-JP" dirty="0"/>
              <a:t>						Box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ごみばこ</a:t>
            </a:r>
            <a:r>
              <a:rPr lang="en-US" altLang="ja-JP" dirty="0"/>
              <a:t>			</a:t>
            </a:r>
            <a:r>
              <a:rPr lang="en-US" altLang="ja-JP" dirty="0" err="1"/>
              <a:t>Gomi-baako</a:t>
            </a:r>
            <a:r>
              <a:rPr lang="en-US" altLang="ja-JP" dirty="0"/>
              <a:t>				Dustbin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　スイッチ</a:t>
            </a:r>
            <a:r>
              <a:rPr lang="en-US" altLang="ja-JP" dirty="0"/>
              <a:t>			</a:t>
            </a:r>
            <a:r>
              <a:rPr lang="en-US" altLang="ja-JP" dirty="0" err="1"/>
              <a:t>Suichchi</a:t>
            </a:r>
            <a:r>
              <a:rPr lang="en-US" altLang="ja-JP" dirty="0"/>
              <a:t>				Switch		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537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9CAC9-F5B4-8DB5-816E-7775FCD2B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IN" sz="2800" b="1" dirty="0">
                <a:highlight>
                  <a:srgbClr val="FFFF00"/>
                </a:highlight>
              </a:rPr>
              <a:t>Hiragana</a:t>
            </a:r>
            <a:r>
              <a:rPr lang="en-IN" sz="2800" b="1" dirty="0"/>
              <a:t>				</a:t>
            </a:r>
            <a:r>
              <a:rPr lang="en-IN" sz="2800" b="1" dirty="0">
                <a:highlight>
                  <a:srgbClr val="FFFF00"/>
                </a:highlight>
              </a:rPr>
              <a:t>Romaji</a:t>
            </a:r>
            <a:r>
              <a:rPr lang="en-IN" sz="2800" b="1" dirty="0"/>
              <a:t>				</a:t>
            </a:r>
            <a:r>
              <a:rPr lang="en-IN" sz="2800" b="1" dirty="0">
                <a:highlight>
                  <a:srgbClr val="FFFF00"/>
                </a:highlight>
              </a:rPr>
              <a:t>English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れいぞこ</a:t>
            </a:r>
            <a:r>
              <a:rPr lang="en-US" altLang="ja-JP" dirty="0"/>
              <a:t>			</a:t>
            </a:r>
            <a:r>
              <a:rPr lang="en-US" altLang="ja-JP" dirty="0" err="1"/>
              <a:t>Reizoko</a:t>
            </a:r>
            <a:r>
              <a:rPr lang="en-US" altLang="ja-JP" dirty="0"/>
              <a:t>				Refrigerator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ベッド</a:t>
            </a:r>
            <a:r>
              <a:rPr lang="en-US" altLang="ja-JP" dirty="0"/>
              <a:t>				</a:t>
            </a:r>
            <a:r>
              <a:rPr lang="en-US" altLang="ja-JP" dirty="0" err="1"/>
              <a:t>Beddo</a:t>
            </a:r>
            <a:r>
              <a:rPr lang="en-US" altLang="ja-JP" dirty="0"/>
              <a:t>				Bed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どあ</a:t>
            </a:r>
            <a:r>
              <a:rPr lang="en-US" altLang="ja-JP" dirty="0"/>
              <a:t>				</a:t>
            </a:r>
            <a:r>
              <a:rPr lang="en-US" altLang="ja-JP" dirty="0" err="1"/>
              <a:t>Doaa</a:t>
            </a:r>
            <a:r>
              <a:rPr lang="en-US" altLang="ja-JP" dirty="0"/>
              <a:t>					Door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もん</a:t>
            </a:r>
            <a:r>
              <a:rPr lang="en-US" altLang="ja-JP" dirty="0"/>
              <a:t>				Mon					Gate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まど</a:t>
            </a:r>
            <a:r>
              <a:rPr lang="en-US" altLang="ja-JP" dirty="0"/>
              <a:t>				</a:t>
            </a:r>
            <a:r>
              <a:rPr lang="en-US" altLang="ja-JP" dirty="0" err="1"/>
              <a:t>Maado</a:t>
            </a:r>
            <a:r>
              <a:rPr lang="en-US" altLang="ja-JP" dirty="0"/>
              <a:t>				Window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あけます</a:t>
            </a:r>
            <a:r>
              <a:rPr lang="en-US" altLang="ja-JP" dirty="0"/>
              <a:t>			</a:t>
            </a:r>
            <a:r>
              <a:rPr lang="en-US" altLang="ja-JP" dirty="0" err="1"/>
              <a:t>Aakemasu</a:t>
            </a:r>
            <a:r>
              <a:rPr lang="en-US" altLang="ja-JP" dirty="0"/>
              <a:t>				Open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しめます</a:t>
            </a:r>
            <a:r>
              <a:rPr lang="en-US" altLang="ja-JP" dirty="0"/>
              <a:t>			</a:t>
            </a:r>
            <a:r>
              <a:rPr lang="en-US" altLang="ja-JP" dirty="0" err="1"/>
              <a:t>Shimemasu</a:t>
            </a:r>
            <a:r>
              <a:rPr lang="en-US" altLang="ja-JP" dirty="0"/>
              <a:t>				Close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ください</a:t>
            </a:r>
            <a:r>
              <a:rPr lang="en-US" altLang="ja-JP" dirty="0"/>
              <a:t>			</a:t>
            </a:r>
            <a:r>
              <a:rPr lang="en-US" altLang="ja-JP" dirty="0" err="1"/>
              <a:t>Kudasai</a:t>
            </a:r>
            <a:r>
              <a:rPr lang="en-US" altLang="ja-JP" dirty="0"/>
              <a:t>			Please(Used for request 												something)</a:t>
            </a:r>
          </a:p>
          <a:p>
            <a:pPr marL="0" indent="0">
              <a:buNone/>
            </a:pPr>
            <a:r>
              <a:rPr lang="en-US" dirty="0"/>
              <a:t>9) </a:t>
            </a:r>
            <a:r>
              <a:rPr lang="ja-JP" altLang="en-US" dirty="0"/>
              <a:t>かいてください</a:t>
            </a:r>
            <a:r>
              <a:rPr lang="en-US" altLang="ja-JP" dirty="0"/>
              <a:t>		</a:t>
            </a:r>
            <a:r>
              <a:rPr lang="en-US" altLang="ja-JP" dirty="0" err="1"/>
              <a:t>Kaaite-Kudasai</a:t>
            </a:r>
            <a:r>
              <a:rPr lang="en-US" altLang="ja-JP" dirty="0"/>
              <a:t>			Please write</a:t>
            </a:r>
          </a:p>
          <a:p>
            <a:pPr marL="0" indent="0">
              <a:buNone/>
            </a:pPr>
            <a:r>
              <a:rPr lang="en-US" altLang="ja-JP" dirty="0"/>
              <a:t>10</a:t>
            </a:r>
            <a:r>
              <a:rPr lang="ja-JP" altLang="en-US" dirty="0"/>
              <a:t>．わすれます</a:t>
            </a:r>
            <a:r>
              <a:rPr lang="en-US" altLang="ja-JP" dirty="0"/>
              <a:t>			</a:t>
            </a:r>
            <a:r>
              <a:rPr lang="en-US" altLang="ja-JP" dirty="0" err="1"/>
              <a:t>Waasuremasu</a:t>
            </a:r>
            <a:r>
              <a:rPr lang="en-US" altLang="ja-JP" dirty="0"/>
              <a:t>			Forget</a:t>
            </a:r>
          </a:p>
          <a:p>
            <a:pPr marL="0" indent="0">
              <a:buNone/>
            </a:pPr>
            <a:r>
              <a:rPr lang="en-US" altLang="ja-JP" dirty="0"/>
              <a:t>11</a:t>
            </a:r>
            <a:r>
              <a:rPr lang="ja-JP" altLang="en-US" dirty="0"/>
              <a:t>。わすれました</a:t>
            </a:r>
            <a:r>
              <a:rPr lang="en-US" altLang="ja-JP" dirty="0"/>
              <a:t>		</a:t>
            </a:r>
            <a:r>
              <a:rPr lang="en-US" altLang="ja-JP" dirty="0" err="1"/>
              <a:t>Wasuremaashita</a:t>
            </a:r>
            <a:r>
              <a:rPr lang="en-US" altLang="ja-JP" dirty="0"/>
              <a:t>			Forgot </a:t>
            </a:r>
            <a:r>
              <a:rPr lang="ja-JP" altLang="en-US" dirty="0"/>
              <a:t>（</a:t>
            </a:r>
            <a:r>
              <a:rPr lang="en-US" altLang="ja-JP" dirty="0"/>
              <a:t>Past)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688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8B4C8-689D-6EF2-D57E-4E9D30A3C8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b="1" dirty="0">
                <a:highlight>
                  <a:srgbClr val="FFFF00"/>
                </a:highlight>
              </a:rPr>
              <a:t>Hiragana</a:t>
            </a:r>
            <a:r>
              <a:rPr lang="en-IN" sz="2800" b="1" dirty="0"/>
              <a:t>				</a:t>
            </a:r>
            <a:r>
              <a:rPr lang="en-IN" sz="2800" b="1" dirty="0">
                <a:highlight>
                  <a:srgbClr val="FFFF00"/>
                </a:highlight>
              </a:rPr>
              <a:t>Romaji</a:t>
            </a:r>
            <a:r>
              <a:rPr lang="en-IN" sz="2800" b="1" dirty="0"/>
              <a:t>				</a:t>
            </a:r>
            <a:r>
              <a:rPr lang="en-IN" sz="2800" b="1" dirty="0">
                <a:highlight>
                  <a:srgbClr val="FFFF00"/>
                </a:highlight>
              </a:rPr>
              <a:t>English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みてくうださい</a:t>
            </a:r>
            <a:r>
              <a:rPr lang="en-US" altLang="ja-JP" dirty="0"/>
              <a:t>		Mite-</a:t>
            </a:r>
            <a:r>
              <a:rPr lang="en-US" altLang="ja-JP" dirty="0" err="1"/>
              <a:t>kudasai</a:t>
            </a:r>
            <a:r>
              <a:rPr lang="en-US" altLang="ja-JP" dirty="0"/>
              <a:t>			Please see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みせてください</a:t>
            </a:r>
            <a:r>
              <a:rPr lang="en-US" altLang="ja-JP" dirty="0"/>
              <a:t>		</a:t>
            </a:r>
            <a:r>
              <a:rPr lang="en-US" altLang="ja-JP" dirty="0" err="1"/>
              <a:t>Misete-Kudasai</a:t>
            </a:r>
            <a:r>
              <a:rPr lang="en-US" altLang="ja-JP" dirty="0"/>
              <a:t>			Show me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ビール</a:t>
            </a:r>
            <a:r>
              <a:rPr lang="en-US" altLang="ja-JP" dirty="0"/>
              <a:t>				</a:t>
            </a:r>
            <a:r>
              <a:rPr lang="en-US" altLang="ja-JP" dirty="0" err="1"/>
              <a:t>Beeru</a:t>
            </a:r>
            <a:r>
              <a:rPr lang="en-US" altLang="ja-JP" dirty="0"/>
              <a:t>					Building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きっさてん</a:t>
            </a:r>
            <a:r>
              <a:rPr lang="en-US" altLang="ja-JP" dirty="0"/>
              <a:t>			</a:t>
            </a:r>
            <a:r>
              <a:rPr lang="en-US" altLang="ja-JP" dirty="0" err="1"/>
              <a:t>Kissaten</a:t>
            </a:r>
            <a:r>
              <a:rPr lang="en-US" altLang="ja-JP" dirty="0"/>
              <a:t>				Caffe shop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＿＿や</a:t>
            </a:r>
            <a:r>
              <a:rPr lang="en-US" altLang="ja-JP" dirty="0"/>
              <a:t>				</a:t>
            </a:r>
            <a:r>
              <a:rPr lang="ja-JP" altLang="en-US" dirty="0"/>
              <a:t>＿＿</a:t>
            </a:r>
            <a:r>
              <a:rPr lang="en-US" altLang="ja-JP" dirty="0"/>
              <a:t>Yaa				__Shop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うえ</a:t>
            </a:r>
            <a:r>
              <a:rPr lang="en-US" altLang="ja-JP" dirty="0"/>
              <a:t>				</a:t>
            </a:r>
            <a:r>
              <a:rPr lang="en-US" altLang="ja-JP" dirty="0" err="1"/>
              <a:t>Ue</a:t>
            </a:r>
            <a:r>
              <a:rPr lang="en-US" altLang="ja-JP" dirty="0"/>
              <a:t>					Above</a:t>
            </a:r>
            <a:r>
              <a:rPr lang="ja-JP" altLang="en-US" dirty="0"/>
              <a:t>、</a:t>
            </a:r>
            <a:r>
              <a:rPr lang="en-US" altLang="ja-JP" dirty="0"/>
              <a:t>Top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した</a:t>
            </a:r>
            <a:r>
              <a:rPr lang="en-US" altLang="ja-JP" dirty="0"/>
              <a:t>				</a:t>
            </a:r>
            <a:r>
              <a:rPr lang="en-US" altLang="ja-JP" dirty="0" err="1"/>
              <a:t>Shita</a:t>
            </a:r>
            <a:r>
              <a:rPr lang="en-US" altLang="ja-JP" dirty="0"/>
              <a:t>					Under, Bellow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まえ</a:t>
            </a:r>
            <a:r>
              <a:rPr lang="en-US" altLang="ja-JP" dirty="0"/>
              <a:t>				</a:t>
            </a:r>
            <a:r>
              <a:rPr lang="en-US" altLang="ja-JP" dirty="0" err="1"/>
              <a:t>Maae</a:t>
            </a:r>
            <a:r>
              <a:rPr lang="en-US" altLang="ja-JP" dirty="0"/>
              <a:t>					Front</a:t>
            </a:r>
            <a:r>
              <a:rPr lang="ja-JP" altLang="en-US" dirty="0"/>
              <a:t>、</a:t>
            </a:r>
            <a:r>
              <a:rPr lang="en-US" altLang="ja-JP" dirty="0"/>
              <a:t>before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うしろ</a:t>
            </a:r>
            <a:r>
              <a:rPr lang="en-US" altLang="ja-JP" dirty="0"/>
              <a:t>.				</a:t>
            </a:r>
            <a:r>
              <a:rPr lang="en-US" altLang="ja-JP" dirty="0" err="1"/>
              <a:t>Ushiro</a:t>
            </a:r>
            <a:r>
              <a:rPr lang="en-US" altLang="ja-JP" dirty="0"/>
              <a:t>				Back , behind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みぎ</a:t>
            </a:r>
            <a:r>
              <a:rPr lang="en-US" altLang="ja-JP" dirty="0"/>
              <a:t>				Migi					Right side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ひだり</a:t>
            </a:r>
            <a:r>
              <a:rPr lang="en-US" altLang="ja-JP" dirty="0"/>
              <a:t>				</a:t>
            </a:r>
            <a:r>
              <a:rPr lang="en-US" altLang="ja-JP" dirty="0" err="1"/>
              <a:t>Hidaari</a:t>
            </a:r>
            <a:r>
              <a:rPr lang="en-US" altLang="ja-JP" dirty="0"/>
              <a:t>				Left side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なか</a:t>
            </a:r>
            <a:r>
              <a:rPr lang="en-US" altLang="ja-JP" dirty="0"/>
              <a:t>				</a:t>
            </a:r>
            <a:r>
              <a:rPr lang="en-US" altLang="ja-JP" dirty="0" err="1"/>
              <a:t>Naaka</a:t>
            </a:r>
            <a:r>
              <a:rPr lang="en-US" altLang="ja-JP" dirty="0"/>
              <a:t>					in, inside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そと</a:t>
            </a:r>
            <a:r>
              <a:rPr lang="en-US" altLang="ja-JP" dirty="0"/>
              <a:t>				Soto					outside</a:t>
            </a:r>
          </a:p>
          <a:p>
            <a:pPr marL="514350" indent="-514350">
              <a:buFont typeface="+mj-lt"/>
              <a:buAutoNum type="arabicParenR"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09358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FE87B-C68C-BEE7-6FD9-96A4C41B3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r>
              <a:rPr lang="en-IN" sz="2800" b="1" dirty="0">
                <a:highlight>
                  <a:srgbClr val="FFFF00"/>
                </a:highlight>
              </a:rPr>
              <a:t>Hiragana</a:t>
            </a:r>
            <a:r>
              <a:rPr lang="en-IN" sz="2800" b="1" dirty="0"/>
              <a:t>				</a:t>
            </a:r>
            <a:r>
              <a:rPr lang="en-IN" sz="2800" b="1" dirty="0">
                <a:highlight>
                  <a:srgbClr val="FFFF00"/>
                </a:highlight>
              </a:rPr>
              <a:t>Romaji</a:t>
            </a:r>
            <a:r>
              <a:rPr lang="en-IN" sz="2800" b="1" dirty="0"/>
              <a:t>				</a:t>
            </a:r>
            <a:r>
              <a:rPr lang="en-IN" sz="2800" b="1" dirty="0">
                <a:highlight>
                  <a:srgbClr val="FFFF00"/>
                </a:highlight>
              </a:rPr>
              <a:t>English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ちかく</a:t>
            </a:r>
            <a:r>
              <a:rPr lang="en-US" altLang="ja-JP" dirty="0"/>
              <a:t>				</a:t>
            </a:r>
            <a:r>
              <a:rPr lang="en-US" altLang="ja-JP" dirty="0" err="1"/>
              <a:t>Chikaaku</a:t>
            </a:r>
            <a:r>
              <a:rPr lang="en-US" altLang="ja-JP" dirty="0"/>
              <a:t>				Near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となり</a:t>
            </a:r>
            <a:r>
              <a:rPr lang="en-US" altLang="ja-JP" dirty="0"/>
              <a:t>				</a:t>
            </a:r>
            <a:r>
              <a:rPr lang="en-US" altLang="ja-JP" dirty="0" err="1"/>
              <a:t>Tonaari</a:t>
            </a:r>
            <a:r>
              <a:rPr lang="en-US" altLang="ja-JP" dirty="0"/>
              <a:t>				Next</a:t>
            </a:r>
            <a:r>
              <a:rPr lang="ja-JP" altLang="en-US" dirty="0"/>
              <a:t>、</a:t>
            </a:r>
            <a:r>
              <a:rPr lang="en-US" altLang="ja-JP" dirty="0"/>
              <a:t>Beside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あいだ</a:t>
            </a:r>
            <a:r>
              <a:rPr lang="en-US" altLang="ja-JP" dirty="0"/>
              <a:t>				</a:t>
            </a:r>
            <a:r>
              <a:rPr lang="en-US" altLang="ja-JP" dirty="0" err="1"/>
              <a:t>Aaida</a:t>
            </a:r>
            <a:r>
              <a:rPr lang="en-US" altLang="ja-JP" dirty="0"/>
              <a:t>					Between,</a:t>
            </a:r>
            <a:r>
              <a:rPr lang="ja-JP" altLang="en-US" dirty="0"/>
              <a:t> </a:t>
            </a:r>
            <a:r>
              <a:rPr lang="en-US" altLang="ja-JP" dirty="0"/>
              <a:t>middle</a:t>
            </a:r>
          </a:p>
          <a:p>
            <a:pPr marL="514350" indent="-514350">
              <a:buFont typeface="+mj-lt"/>
              <a:buAutoNum type="arabicParenR"/>
            </a:pPr>
            <a:endParaRPr lang="en-US" altLang="ja-JP" dirty="0"/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どこ</a:t>
            </a:r>
            <a:r>
              <a:rPr lang="en-US" altLang="ja-JP" dirty="0"/>
              <a:t>				</a:t>
            </a:r>
            <a:r>
              <a:rPr lang="en-US" altLang="ja-JP" dirty="0" err="1"/>
              <a:t>Doko</a:t>
            </a:r>
            <a:r>
              <a:rPr lang="en-US" altLang="ja-JP" dirty="0"/>
              <a:t>					Where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どこも</a:t>
            </a:r>
            <a:r>
              <a:rPr lang="en-US" altLang="ja-JP" dirty="0"/>
              <a:t>				</a:t>
            </a:r>
            <a:r>
              <a:rPr lang="en-US" altLang="ja-JP" dirty="0" err="1"/>
              <a:t>Dokomo</a:t>
            </a:r>
            <a:r>
              <a:rPr lang="en-US" altLang="ja-JP" dirty="0"/>
              <a:t>				Anywhere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どちら</a:t>
            </a:r>
            <a:r>
              <a:rPr lang="en-US" altLang="ja-JP" dirty="0"/>
              <a:t>				</a:t>
            </a:r>
            <a:r>
              <a:rPr lang="en-US" altLang="ja-JP" dirty="0" err="1"/>
              <a:t>Dochira</a:t>
            </a:r>
            <a:r>
              <a:rPr lang="en-US" altLang="ja-JP" dirty="0"/>
              <a:t>				Where </a:t>
            </a:r>
            <a:r>
              <a:rPr lang="ja-JP" altLang="en-US" dirty="0"/>
              <a:t>（</a:t>
            </a:r>
            <a:r>
              <a:rPr lang="en-US" altLang="ja-JP" dirty="0"/>
              <a:t>Polite</a:t>
            </a:r>
            <a:r>
              <a:rPr lang="ja-JP" altLang="en-US" dirty="0"/>
              <a:t>）</a:t>
            </a:r>
            <a:endParaRPr lang="en-US" altLang="ja-JP" dirty="0"/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いきます</a:t>
            </a:r>
            <a:r>
              <a:rPr lang="en-US" altLang="ja-JP" dirty="0"/>
              <a:t>			</a:t>
            </a:r>
            <a:r>
              <a:rPr lang="en-US" altLang="ja-JP" dirty="0" err="1"/>
              <a:t>Ikimasu</a:t>
            </a:r>
            <a:r>
              <a:rPr lang="en-US" altLang="ja-JP" dirty="0"/>
              <a:t>				Go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きます</a:t>
            </a:r>
            <a:r>
              <a:rPr lang="en-US" altLang="ja-JP" dirty="0"/>
              <a:t>				</a:t>
            </a:r>
            <a:r>
              <a:rPr lang="en-US" altLang="ja-JP" dirty="0" err="1"/>
              <a:t>Kimasu</a:t>
            </a:r>
            <a:r>
              <a:rPr lang="en-US" altLang="ja-JP" dirty="0"/>
              <a:t>				Come</a:t>
            </a:r>
          </a:p>
          <a:p>
            <a:pPr marL="514350" indent="-514350">
              <a:buFont typeface="+mj-lt"/>
              <a:buAutoNum type="arabicParenR"/>
            </a:pPr>
            <a:r>
              <a:rPr lang="ja-JP" altLang="en-US" dirty="0"/>
              <a:t>かえります</a:t>
            </a:r>
            <a:r>
              <a:rPr lang="en-US" altLang="ja-JP" dirty="0"/>
              <a:t>			</a:t>
            </a:r>
            <a:r>
              <a:rPr lang="en-US" altLang="ja-JP" dirty="0" err="1"/>
              <a:t>Kaerimasu</a:t>
            </a:r>
            <a:r>
              <a:rPr lang="en-US" altLang="ja-JP" dirty="0"/>
              <a:t>				Return</a:t>
            </a:r>
          </a:p>
          <a:p>
            <a:pPr marL="0" indent="0">
              <a:buNone/>
            </a:pPr>
            <a:r>
              <a:rPr lang="en-US" altLang="ja-JP" dirty="0"/>
              <a:t>10. </a:t>
            </a:r>
            <a:r>
              <a:rPr lang="ja-JP" altLang="en-US" dirty="0"/>
              <a:t>なんにち</a:t>
            </a:r>
            <a:r>
              <a:rPr lang="en-US" altLang="ja-JP" dirty="0"/>
              <a:t>			            Naan </a:t>
            </a:r>
            <a:r>
              <a:rPr lang="en-US" altLang="ja-JP" dirty="0" err="1"/>
              <a:t>nichi</a:t>
            </a:r>
            <a:r>
              <a:rPr lang="en-US" altLang="ja-JP" dirty="0"/>
              <a:t>				What is</a:t>
            </a:r>
            <a:r>
              <a:rPr lang="ja-JP" altLang="en-US" dirty="0"/>
              <a:t> </a:t>
            </a:r>
            <a:r>
              <a:rPr lang="en-US" altLang="ja-JP" dirty="0"/>
              <a:t>the date.</a:t>
            </a:r>
          </a:p>
          <a:p>
            <a:pPr marL="0" indent="0">
              <a:buNone/>
            </a:pPr>
            <a:r>
              <a:rPr lang="en-US" altLang="ja-JP" dirty="0"/>
              <a:t>11</a:t>
            </a:r>
            <a:r>
              <a:rPr lang="ja-JP" altLang="en-US" dirty="0"/>
              <a:t>．なんようび</a:t>
            </a:r>
            <a:r>
              <a:rPr lang="en-US" altLang="ja-JP" dirty="0"/>
              <a:t>			Naan-</a:t>
            </a:r>
            <a:r>
              <a:rPr lang="en-US" altLang="ja-JP" dirty="0" err="1"/>
              <a:t>yobi</a:t>
            </a:r>
            <a:r>
              <a:rPr lang="en-US" altLang="ja-JP" dirty="0"/>
              <a:t>				What is the day.</a:t>
            </a:r>
          </a:p>
          <a:p>
            <a:pPr marL="0" indent="0">
              <a:buNone/>
            </a:pPr>
            <a:r>
              <a:rPr lang="en-US" altLang="ja-JP" dirty="0"/>
              <a:t>12</a:t>
            </a:r>
            <a:r>
              <a:rPr lang="ja-JP" altLang="en-US" dirty="0"/>
              <a:t>．きょうはなんにちですか？</a:t>
            </a:r>
            <a:r>
              <a:rPr lang="en-US" altLang="ja-JP" dirty="0" err="1"/>
              <a:t>Kyo</a:t>
            </a:r>
            <a:r>
              <a:rPr lang="en-US" altLang="ja-JP" dirty="0"/>
              <a:t> </a:t>
            </a:r>
            <a:r>
              <a:rPr lang="en-US" altLang="ja-JP" dirty="0" err="1"/>
              <a:t>wa</a:t>
            </a:r>
            <a:r>
              <a:rPr lang="en-US" altLang="ja-JP" dirty="0"/>
              <a:t> naan </a:t>
            </a:r>
            <a:r>
              <a:rPr lang="en-US" altLang="ja-JP" dirty="0" err="1"/>
              <a:t>nichi</a:t>
            </a:r>
            <a:r>
              <a:rPr lang="en-US" altLang="ja-JP" dirty="0"/>
              <a:t> </a:t>
            </a:r>
            <a:r>
              <a:rPr lang="en-US" altLang="ja-JP" dirty="0" err="1"/>
              <a:t>desu</a:t>
            </a:r>
            <a:r>
              <a:rPr lang="en-US" altLang="ja-JP" dirty="0"/>
              <a:t> ka? What is the date today?</a:t>
            </a:r>
          </a:p>
          <a:p>
            <a:pPr marL="0" indent="0">
              <a:buNone/>
            </a:pPr>
            <a:r>
              <a:rPr lang="en-US" altLang="ja-JP" dirty="0"/>
              <a:t>13. </a:t>
            </a:r>
            <a:r>
              <a:rPr lang="ja-JP" altLang="en-US" dirty="0"/>
              <a:t>きょうはなんようびですか？</a:t>
            </a:r>
            <a:r>
              <a:rPr lang="en-US" altLang="ja-JP" dirty="0" err="1"/>
              <a:t>Kyo</a:t>
            </a:r>
            <a:r>
              <a:rPr lang="en-US" altLang="ja-JP" dirty="0"/>
              <a:t> </a:t>
            </a:r>
            <a:r>
              <a:rPr lang="en-US" altLang="ja-JP" dirty="0" err="1"/>
              <a:t>wa</a:t>
            </a:r>
            <a:r>
              <a:rPr lang="en-US" altLang="ja-JP" dirty="0"/>
              <a:t> </a:t>
            </a:r>
            <a:r>
              <a:rPr lang="en-US" altLang="ja-JP" dirty="0" err="1"/>
              <a:t>naanuyobi</a:t>
            </a:r>
            <a:r>
              <a:rPr lang="en-US" altLang="ja-JP" dirty="0"/>
              <a:t> </a:t>
            </a:r>
            <a:r>
              <a:rPr lang="en-US" altLang="ja-JP" dirty="0" err="1"/>
              <a:t>desu</a:t>
            </a:r>
            <a:r>
              <a:rPr lang="en-US" altLang="ja-JP" dirty="0"/>
              <a:t> ka</a:t>
            </a:r>
            <a:r>
              <a:rPr lang="ja-JP" altLang="en-US" dirty="0"/>
              <a:t>？</a:t>
            </a:r>
            <a:r>
              <a:rPr lang="en-US" altLang="ja-JP" dirty="0"/>
              <a:t>what is the day today?</a:t>
            </a:r>
          </a:p>
          <a:p>
            <a:pPr marL="0" indent="0">
              <a:buNone/>
            </a:pPr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9055421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page of a comic strip">
            <a:extLst>
              <a:ext uri="{FF2B5EF4-FFF2-40B4-BE49-F238E27FC236}">
                <a16:creationId xmlns:a16="http://schemas.microsoft.com/office/drawing/2014/main" id="{A171A115-B22F-0505-97C3-5A21CEB717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854"/>
            <a:ext cx="121040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312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6AFFA-2271-4B6D-D6F7-2078D5B9B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Grammer Pattern:</a:t>
            </a:r>
          </a:p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Jin 	-  Nationality</a:t>
            </a:r>
          </a:p>
          <a:p>
            <a:pPr marL="0" indent="0">
              <a:buNone/>
            </a:pPr>
            <a:endParaRPr lang="en-US" b="1" dirty="0">
              <a:highlight>
                <a:srgbClr val="FFFF00"/>
              </a:highlight>
            </a:endParaRPr>
          </a:p>
          <a:p>
            <a:pPr marL="514350" indent="-514350">
              <a:buAutoNum type="arabicParenR"/>
            </a:pPr>
            <a:r>
              <a:rPr lang="en-US" b="1" u="sng" dirty="0">
                <a:highlight>
                  <a:srgbClr val="FFFF00"/>
                </a:highlight>
              </a:rPr>
              <a:t>A</a:t>
            </a:r>
            <a:r>
              <a:rPr lang="ja-JP" altLang="en-US" b="1" u="sng" dirty="0">
                <a:highlight>
                  <a:srgbClr val="FFFF00"/>
                </a:highlight>
              </a:rPr>
              <a:t>　</a:t>
            </a:r>
            <a:r>
              <a:rPr lang="en-US" b="1" dirty="0" err="1"/>
              <a:t>saan</a:t>
            </a:r>
            <a:r>
              <a:rPr lang="en-US" b="1" dirty="0"/>
              <a:t> </a:t>
            </a:r>
            <a:r>
              <a:rPr lang="en-US" b="1" dirty="0" err="1"/>
              <a:t>wa</a:t>
            </a:r>
            <a:r>
              <a:rPr lang="en-US" b="1" dirty="0"/>
              <a:t> </a:t>
            </a:r>
            <a:r>
              <a:rPr lang="en-US" b="1" dirty="0">
                <a:highlight>
                  <a:srgbClr val="FFFF00"/>
                </a:highlight>
              </a:rPr>
              <a:t>____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jin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desu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 </a:t>
            </a:r>
            <a:r>
              <a:rPr lang="en-US" b="1" dirty="0">
                <a:highlight>
                  <a:srgbClr val="FFFF00"/>
                </a:highlight>
              </a:rPr>
              <a:t>(A__</a:t>
            </a:r>
            <a:r>
              <a:rPr lang="ja-JP" altLang="en-US" b="1" dirty="0"/>
              <a:t>さんは</a:t>
            </a:r>
            <a:r>
              <a:rPr lang="en-IN" altLang="ja-JP" b="1" dirty="0">
                <a:highlight>
                  <a:srgbClr val="FFFF00"/>
                </a:highlight>
              </a:rPr>
              <a:t>____</a:t>
            </a:r>
            <a:r>
              <a:rPr lang="ja-JP" altLang="en-US" b="1" dirty="0"/>
              <a:t>じんです。）</a:t>
            </a:r>
            <a:endParaRPr lang="en-US" altLang="ja-JP" b="1" dirty="0"/>
          </a:p>
          <a:p>
            <a:pPr marL="0" indent="0">
              <a:buNone/>
            </a:pPr>
            <a:endParaRPr lang="en-US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ja-JP" b="1" dirty="0"/>
              <a:t>1</a:t>
            </a:r>
            <a:r>
              <a:rPr lang="ja-JP" altLang="en-US" b="1" dirty="0">
                <a:highlight>
                  <a:srgbClr val="FFFF00"/>
                </a:highlight>
              </a:rPr>
              <a:t>．</a:t>
            </a:r>
            <a:r>
              <a:rPr lang="en-US" altLang="ja-JP" b="1" dirty="0">
                <a:highlight>
                  <a:srgbClr val="FFFF00"/>
                </a:highlight>
              </a:rPr>
              <a:t>Practice:</a:t>
            </a:r>
          </a:p>
          <a:p>
            <a:pPr marL="0" indent="0">
              <a:buNone/>
            </a:pPr>
            <a:r>
              <a:rPr lang="en-US" b="1" dirty="0"/>
              <a:t>Miraa ---------</a:t>
            </a:r>
            <a:r>
              <a:rPr lang="en-US" b="1" dirty="0" err="1"/>
              <a:t>Aamerika</a:t>
            </a:r>
            <a:endParaRPr lang="en-US" b="1" dirty="0"/>
          </a:p>
          <a:p>
            <a:pPr marL="0" indent="0">
              <a:buNone/>
            </a:pPr>
            <a:r>
              <a:rPr lang="en-US" b="1" dirty="0" err="1"/>
              <a:t>Yaamada</a:t>
            </a:r>
            <a:r>
              <a:rPr lang="en-US" b="1" dirty="0"/>
              <a:t>---------Nihon</a:t>
            </a:r>
          </a:p>
          <a:p>
            <a:pPr marL="0" indent="0">
              <a:buNone/>
            </a:pPr>
            <a:r>
              <a:rPr lang="en-US" b="1" dirty="0" err="1"/>
              <a:t>Watto</a:t>
            </a:r>
            <a:r>
              <a:rPr lang="en-US" b="1" dirty="0"/>
              <a:t>----------</a:t>
            </a:r>
            <a:r>
              <a:rPr lang="en-US" b="1" dirty="0" err="1"/>
              <a:t>Igirisu</a:t>
            </a:r>
            <a:r>
              <a:rPr lang="en-US" b="1" dirty="0"/>
              <a:t> (UK)</a:t>
            </a:r>
          </a:p>
          <a:p>
            <a:pPr marL="0" indent="0">
              <a:buNone/>
            </a:pPr>
            <a:r>
              <a:rPr lang="en-US" b="1" dirty="0" err="1"/>
              <a:t>Shumitto</a:t>
            </a:r>
            <a:r>
              <a:rPr lang="en-US" b="1" dirty="0"/>
              <a:t>---------</a:t>
            </a:r>
            <a:r>
              <a:rPr lang="en-US" b="1" dirty="0" err="1"/>
              <a:t>Doitsu</a:t>
            </a:r>
            <a:r>
              <a:rPr lang="en-US" b="1" dirty="0"/>
              <a:t> (Germany)</a:t>
            </a:r>
          </a:p>
          <a:p>
            <a:pPr marL="0" indent="0">
              <a:buNone/>
            </a:pPr>
            <a:r>
              <a:rPr lang="en-US" b="1" dirty="0"/>
              <a:t>Kiran---------Indo</a:t>
            </a:r>
          </a:p>
          <a:p>
            <a:pPr marL="0" indent="0">
              <a:buNone/>
            </a:pPr>
            <a:r>
              <a:rPr lang="en-US" b="1" dirty="0"/>
              <a:t>Sakura------Chugoku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826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66032-59C9-0F2A-63D5-884C96B7D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5314"/>
            <a:ext cx="12192000" cy="679268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highlight>
                  <a:srgbClr val="FFFF00"/>
                </a:highlight>
              </a:rPr>
              <a:t>GRAMMER PATTERN-</a:t>
            </a:r>
          </a:p>
          <a:p>
            <a:pPr marL="0" indent="0">
              <a:buNone/>
            </a:pPr>
            <a:r>
              <a:rPr lang="ja-JP" altLang="en-US" b="1" dirty="0">
                <a:highlight>
                  <a:srgbClr val="FFFF00"/>
                </a:highlight>
              </a:rPr>
              <a:t>へ</a:t>
            </a:r>
            <a:r>
              <a:rPr lang="en-US" altLang="ja-JP" b="1" dirty="0">
                <a:highlight>
                  <a:srgbClr val="FFFF00"/>
                </a:highlight>
              </a:rPr>
              <a:t>:-</a:t>
            </a:r>
          </a:p>
          <a:p>
            <a:pPr marL="0" indent="0">
              <a:buNone/>
            </a:pPr>
            <a:r>
              <a:rPr lang="en-US" b="1" u="sng" dirty="0">
                <a:highlight>
                  <a:srgbClr val="FFFF00"/>
                </a:highlight>
              </a:rPr>
              <a:t>This particle use for direction</a:t>
            </a:r>
            <a:r>
              <a:rPr lang="en-US" b="1" dirty="0">
                <a:highlight>
                  <a:srgbClr val="FFFF00"/>
                </a:highlight>
              </a:rPr>
              <a:t>.</a:t>
            </a:r>
          </a:p>
          <a:p>
            <a:pPr marL="0" indent="0">
              <a:buNone/>
            </a:pPr>
            <a:r>
              <a:rPr lang="en-US" altLang="ja-JP" b="1" dirty="0">
                <a:highlight>
                  <a:srgbClr val="FFFF00"/>
                </a:highlight>
              </a:rPr>
              <a:t>Rule</a:t>
            </a:r>
            <a:r>
              <a:rPr lang="ja-JP" altLang="en-US" b="1" dirty="0">
                <a:highlight>
                  <a:srgbClr val="FFFF00"/>
                </a:highlight>
              </a:rPr>
              <a:t>：　</a:t>
            </a:r>
            <a:r>
              <a:rPr lang="en-US" altLang="ja-JP" b="1" dirty="0">
                <a:highlight>
                  <a:srgbClr val="FFFF00"/>
                </a:highlight>
              </a:rPr>
              <a:t>N</a:t>
            </a:r>
            <a:r>
              <a:rPr lang="ja-JP" altLang="en-US" b="1" dirty="0">
                <a:highlight>
                  <a:srgbClr val="FFFF00"/>
                </a:highlight>
              </a:rPr>
              <a:t>（</a:t>
            </a:r>
            <a:r>
              <a:rPr lang="en-US" altLang="ja-JP" b="1" dirty="0">
                <a:highlight>
                  <a:srgbClr val="FFFF00"/>
                </a:highlight>
              </a:rPr>
              <a:t>Place</a:t>
            </a:r>
            <a:r>
              <a:rPr lang="ja-JP" altLang="en-US" b="1" dirty="0">
                <a:highlight>
                  <a:srgbClr val="FFFF00"/>
                </a:highlight>
              </a:rPr>
              <a:t>）</a:t>
            </a:r>
            <a:r>
              <a:rPr lang="en-US" altLang="ja-JP" b="1" dirty="0">
                <a:highlight>
                  <a:srgbClr val="FFFF00"/>
                </a:highlight>
              </a:rPr>
              <a:t>+ </a:t>
            </a:r>
            <a:r>
              <a:rPr lang="ja-JP" altLang="en-US" b="1" dirty="0">
                <a:highlight>
                  <a:srgbClr val="FFFF00"/>
                </a:highlight>
              </a:rPr>
              <a:t>へ　</a:t>
            </a:r>
            <a:r>
              <a:rPr lang="en-US" altLang="ja-JP" b="1" dirty="0">
                <a:highlight>
                  <a:srgbClr val="FFFF00"/>
                </a:highlight>
              </a:rPr>
              <a:t>+ </a:t>
            </a:r>
            <a:r>
              <a:rPr lang="ja-JP" altLang="en-US" b="1" dirty="0">
                <a:highlight>
                  <a:srgbClr val="FFFF00"/>
                </a:highlight>
              </a:rPr>
              <a:t>いきます</a:t>
            </a:r>
            <a:r>
              <a:rPr lang="en-US" altLang="ja-JP" b="1" dirty="0">
                <a:highlight>
                  <a:srgbClr val="FFFF00"/>
                </a:highlight>
              </a:rPr>
              <a:t>(</a:t>
            </a:r>
            <a:r>
              <a:rPr lang="en-US" altLang="ja-JP" b="1" dirty="0" err="1">
                <a:highlight>
                  <a:srgbClr val="FFFF00"/>
                </a:highlight>
              </a:rPr>
              <a:t>ikimasu</a:t>
            </a:r>
            <a:r>
              <a:rPr lang="en-US" altLang="ja-JP" b="1" dirty="0">
                <a:highlight>
                  <a:srgbClr val="FFFF00"/>
                </a:highlight>
              </a:rPr>
              <a:t>)/</a:t>
            </a:r>
            <a:r>
              <a:rPr lang="ja-JP" altLang="en-US" b="1" dirty="0">
                <a:highlight>
                  <a:srgbClr val="FFFF00"/>
                </a:highlight>
              </a:rPr>
              <a:t>きます</a:t>
            </a:r>
            <a:r>
              <a:rPr lang="en-US" altLang="ja-JP" b="1" dirty="0">
                <a:highlight>
                  <a:srgbClr val="FFFF00"/>
                </a:highlight>
              </a:rPr>
              <a:t>(</a:t>
            </a:r>
            <a:r>
              <a:rPr lang="en-US" altLang="ja-JP" b="1" dirty="0" err="1">
                <a:highlight>
                  <a:srgbClr val="FFFF00"/>
                </a:highlight>
              </a:rPr>
              <a:t>kimasu</a:t>
            </a:r>
            <a:r>
              <a:rPr lang="en-US" altLang="ja-JP" b="1" dirty="0">
                <a:highlight>
                  <a:srgbClr val="FFFF00"/>
                </a:highlight>
              </a:rPr>
              <a:t>)/</a:t>
            </a:r>
            <a:r>
              <a:rPr lang="ja-JP" altLang="en-US" b="1" dirty="0">
                <a:highlight>
                  <a:srgbClr val="FFFF00"/>
                </a:highlight>
              </a:rPr>
              <a:t>かえります</a:t>
            </a:r>
            <a:r>
              <a:rPr lang="en-US" altLang="ja-JP" b="1" dirty="0">
                <a:highlight>
                  <a:srgbClr val="FFFF00"/>
                </a:highlight>
              </a:rPr>
              <a:t>												</a:t>
            </a:r>
            <a:r>
              <a:rPr lang="en-US" altLang="ja-JP" b="1" dirty="0" err="1">
                <a:highlight>
                  <a:srgbClr val="FFFF00"/>
                </a:highlight>
              </a:rPr>
              <a:t>kaerimasu</a:t>
            </a:r>
            <a:r>
              <a:rPr lang="en-US" altLang="ja-JP" b="1" dirty="0">
                <a:highlight>
                  <a:srgbClr val="FFFF00"/>
                </a:highlight>
              </a:rPr>
              <a:t>)</a:t>
            </a:r>
            <a:r>
              <a:rPr lang="ja-JP" altLang="en-US" b="1" dirty="0">
                <a:highlight>
                  <a:srgbClr val="FFFF00"/>
                </a:highlight>
              </a:rPr>
              <a:t>。</a:t>
            </a:r>
            <a:endParaRPr lang="en-US" altLang="ja-JP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altLang="ja-JP" b="1" dirty="0">
                <a:highlight>
                  <a:srgbClr val="FFFF00"/>
                </a:highlight>
              </a:rPr>
              <a:t>Example:</a:t>
            </a:r>
          </a:p>
          <a:p>
            <a:pPr marL="514350" indent="-514350">
              <a:buAutoNum type="arabicParenR"/>
            </a:pPr>
            <a:r>
              <a:rPr lang="en-US" altLang="ja-JP" b="1" dirty="0"/>
              <a:t>Nihon e </a:t>
            </a:r>
            <a:r>
              <a:rPr lang="en-US" altLang="ja-JP" b="1" dirty="0" err="1"/>
              <a:t>ikimasu</a:t>
            </a:r>
            <a:r>
              <a:rPr lang="en-US" altLang="ja-JP" b="1" dirty="0"/>
              <a:t> (</a:t>
            </a:r>
            <a:r>
              <a:rPr lang="ja-JP" altLang="en-US" b="1" dirty="0"/>
              <a:t>にほんへいきます）</a:t>
            </a:r>
            <a:endParaRPr lang="en-US" altLang="ja-JP" b="1" dirty="0"/>
          </a:p>
          <a:p>
            <a:pPr marL="0" indent="0">
              <a:buNone/>
            </a:pPr>
            <a:r>
              <a:rPr lang="en-US" altLang="ja-JP" b="1" dirty="0"/>
              <a:t>2</a:t>
            </a:r>
            <a:r>
              <a:rPr lang="ja-JP" altLang="en-US" b="1" dirty="0"/>
              <a:t>）</a:t>
            </a:r>
            <a:r>
              <a:rPr lang="en-US" altLang="ja-JP" b="1" dirty="0" err="1"/>
              <a:t>Uchi</a:t>
            </a:r>
            <a:r>
              <a:rPr lang="en-US" altLang="ja-JP" b="1" dirty="0"/>
              <a:t> e </a:t>
            </a:r>
            <a:r>
              <a:rPr lang="en-US" altLang="ja-JP" b="1" dirty="0" err="1"/>
              <a:t>ikimasu</a:t>
            </a:r>
            <a:r>
              <a:rPr lang="en-US" altLang="ja-JP" b="1" dirty="0"/>
              <a:t> (</a:t>
            </a:r>
            <a:r>
              <a:rPr lang="ja-JP" altLang="en-US" b="1" dirty="0"/>
              <a:t>うちへいきます</a:t>
            </a:r>
            <a:r>
              <a:rPr lang="en-US" altLang="ja-JP" b="1" dirty="0"/>
              <a:t>)</a:t>
            </a:r>
          </a:p>
          <a:p>
            <a:pPr marL="0" indent="0">
              <a:buNone/>
            </a:pPr>
            <a:r>
              <a:rPr lang="en-US" altLang="ja-JP" b="1" dirty="0"/>
              <a:t>Practice:</a:t>
            </a:r>
          </a:p>
          <a:p>
            <a:pPr marL="0" indent="0">
              <a:buNone/>
            </a:pPr>
            <a:r>
              <a:rPr lang="en-US" altLang="ja-JP" b="1" dirty="0" err="1"/>
              <a:t>Daaigaaku</a:t>
            </a:r>
            <a:r>
              <a:rPr lang="en-US" altLang="ja-JP" b="1" dirty="0"/>
              <a:t>-----</a:t>
            </a:r>
            <a:r>
              <a:rPr lang="en-US" altLang="ja-JP" b="1" dirty="0" err="1"/>
              <a:t>ikimasu</a:t>
            </a:r>
            <a:endParaRPr lang="en-US" altLang="ja-JP" b="1" dirty="0"/>
          </a:p>
          <a:p>
            <a:pPr marL="0" indent="0">
              <a:buNone/>
            </a:pPr>
            <a:r>
              <a:rPr lang="en-US" altLang="ja-JP" b="1" dirty="0"/>
              <a:t>Nihon------</a:t>
            </a:r>
            <a:r>
              <a:rPr lang="en-US" altLang="ja-JP" b="1" dirty="0" err="1"/>
              <a:t>ikimasu</a:t>
            </a:r>
            <a:endParaRPr lang="en-US" altLang="ja-JP" b="1" dirty="0"/>
          </a:p>
          <a:p>
            <a:pPr marL="0" indent="0">
              <a:buNone/>
            </a:pPr>
            <a:r>
              <a:rPr lang="en-US" altLang="ja-JP" b="1" dirty="0" err="1"/>
              <a:t>Aamerika</a:t>
            </a:r>
            <a:r>
              <a:rPr lang="en-US" altLang="ja-JP" b="1" dirty="0"/>
              <a:t>------</a:t>
            </a:r>
            <a:r>
              <a:rPr lang="en-US" altLang="ja-JP" b="1" dirty="0" err="1"/>
              <a:t>ikimasu</a:t>
            </a:r>
            <a:endParaRPr lang="en-US" altLang="ja-JP" b="1" dirty="0"/>
          </a:p>
          <a:p>
            <a:pPr marL="0" indent="0">
              <a:buNone/>
            </a:pPr>
            <a:r>
              <a:rPr lang="en-US" altLang="ja-JP" b="1" dirty="0" err="1"/>
              <a:t>soto</a:t>
            </a:r>
            <a:r>
              <a:rPr lang="en-US" altLang="ja-JP" b="1" dirty="0"/>
              <a:t>------</a:t>
            </a:r>
            <a:r>
              <a:rPr lang="en-US" altLang="ja-JP" b="1" dirty="0" err="1"/>
              <a:t>ikimasu</a:t>
            </a:r>
            <a:endParaRPr lang="en-US" altLang="ja-JP" b="1" dirty="0"/>
          </a:p>
          <a:p>
            <a:pPr marL="0" indent="0">
              <a:buNone/>
            </a:pPr>
            <a:r>
              <a:rPr lang="en-US" altLang="ja-JP" b="1" dirty="0" err="1"/>
              <a:t>Uchi</a:t>
            </a:r>
            <a:r>
              <a:rPr lang="en-US" altLang="ja-JP" b="1" dirty="0"/>
              <a:t>-----</a:t>
            </a:r>
            <a:r>
              <a:rPr lang="en-US" altLang="ja-JP" b="1" dirty="0" err="1"/>
              <a:t>kaaerimasu</a:t>
            </a:r>
            <a:endParaRPr lang="en-US" altLang="ja-JP" b="1" dirty="0"/>
          </a:p>
          <a:p>
            <a:pPr marL="0" indent="0">
              <a:buNone/>
            </a:pPr>
            <a:endParaRPr lang="en-US" b="1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203728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5D5EA-81C1-E2B1-A333-2196E57E8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b="1" u="sng" dirty="0" err="1">
                <a:highlight>
                  <a:srgbClr val="FFFF00"/>
                </a:highlight>
              </a:rPr>
              <a:t>Maasen</a:t>
            </a:r>
            <a:r>
              <a:rPr lang="en-US" b="1" u="sng" dirty="0">
                <a:highlight>
                  <a:srgbClr val="FFFF00"/>
                </a:highlight>
              </a:rPr>
              <a:t> (Negative form)</a:t>
            </a:r>
          </a:p>
          <a:p>
            <a:pPr marL="0" indent="0">
              <a:buNone/>
            </a:pPr>
            <a:r>
              <a:rPr lang="en-US" b="1" u="sng" dirty="0"/>
              <a:t>Affirmative form</a:t>
            </a:r>
            <a:r>
              <a:rPr lang="en-US" b="1" dirty="0">
                <a:solidFill>
                  <a:srgbClr val="C00000"/>
                </a:solidFill>
              </a:rPr>
              <a:t>					</a:t>
            </a:r>
            <a:r>
              <a:rPr lang="en-US" b="1" u="sng" dirty="0">
                <a:solidFill>
                  <a:srgbClr val="C00000"/>
                </a:solidFill>
              </a:rPr>
              <a:t>Negative form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err="1"/>
              <a:t>Nomimasu</a:t>
            </a:r>
            <a:r>
              <a:rPr lang="en-US" dirty="0"/>
              <a:t> (drink)</a:t>
            </a:r>
            <a:r>
              <a:rPr lang="en-US" dirty="0">
                <a:solidFill>
                  <a:srgbClr val="C00000"/>
                </a:solidFill>
              </a:rPr>
              <a:t>				</a:t>
            </a:r>
            <a:r>
              <a:rPr lang="en-US" dirty="0" err="1">
                <a:solidFill>
                  <a:srgbClr val="C00000"/>
                </a:solidFill>
              </a:rPr>
              <a:t>Nomimaasen</a:t>
            </a:r>
            <a:r>
              <a:rPr lang="en-US" dirty="0">
                <a:solidFill>
                  <a:srgbClr val="C00000"/>
                </a:solidFill>
              </a:rPr>
              <a:t> (don’t drink)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err="1"/>
              <a:t>Tabemaasu</a:t>
            </a:r>
            <a:r>
              <a:rPr lang="en-US" dirty="0"/>
              <a:t> (to eat)</a:t>
            </a:r>
            <a:r>
              <a:rPr lang="en-US" dirty="0">
                <a:solidFill>
                  <a:srgbClr val="C00000"/>
                </a:solidFill>
              </a:rPr>
              <a:t>				 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Shimasu	(Do)	</a:t>
            </a:r>
            <a:r>
              <a:rPr lang="en-US" dirty="0">
                <a:solidFill>
                  <a:srgbClr val="C00000"/>
                </a:solidFill>
              </a:rPr>
              <a:t>				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err="1"/>
              <a:t>Kimasu</a:t>
            </a:r>
            <a:r>
              <a:rPr lang="en-US" dirty="0"/>
              <a:t> 	(come)</a:t>
            </a:r>
            <a:r>
              <a:rPr lang="en-US" dirty="0">
                <a:solidFill>
                  <a:srgbClr val="C00000"/>
                </a:solidFill>
              </a:rPr>
              <a:t>				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err="1"/>
              <a:t>Asobimasu</a:t>
            </a:r>
            <a:r>
              <a:rPr lang="en-US" dirty="0"/>
              <a:t> (play)</a:t>
            </a:r>
            <a:r>
              <a:rPr lang="en-US" dirty="0">
                <a:solidFill>
                  <a:srgbClr val="C00000"/>
                </a:solidFill>
              </a:rPr>
              <a:t>				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err="1"/>
              <a:t>Kaaerimaasu</a:t>
            </a:r>
            <a:r>
              <a:rPr lang="en-US" dirty="0"/>
              <a:t> (Return)	</a:t>
            </a:r>
            <a:r>
              <a:rPr lang="en-US" dirty="0">
                <a:solidFill>
                  <a:srgbClr val="C00000"/>
                </a:solidFill>
              </a:rPr>
              <a:t>			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err="1"/>
              <a:t>Wakarimaasu</a:t>
            </a:r>
            <a:r>
              <a:rPr lang="en-US" dirty="0"/>
              <a:t> (understand)</a:t>
            </a:r>
            <a:r>
              <a:rPr lang="en-US" dirty="0">
                <a:solidFill>
                  <a:srgbClr val="C00000"/>
                </a:solidFill>
              </a:rPr>
              <a:t>			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err="1"/>
              <a:t>Aarimaasu</a:t>
            </a:r>
            <a:r>
              <a:rPr lang="en-US" dirty="0"/>
              <a:t> (have)</a:t>
            </a:r>
            <a:r>
              <a:rPr lang="en-US" dirty="0">
                <a:solidFill>
                  <a:srgbClr val="C00000"/>
                </a:solidFill>
              </a:rPr>
              <a:t>				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Imaasu (have)</a:t>
            </a:r>
            <a:r>
              <a:rPr lang="en-US" dirty="0">
                <a:solidFill>
                  <a:schemeClr val="accent1"/>
                </a:solidFill>
              </a:rPr>
              <a:t>	</a:t>
            </a:r>
            <a:r>
              <a:rPr lang="en-US" dirty="0">
                <a:solidFill>
                  <a:srgbClr val="C00000"/>
                </a:solidFill>
              </a:rPr>
              <a:t>				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/>
              <a:t> </a:t>
            </a:r>
            <a:r>
              <a:rPr lang="en-US" dirty="0" err="1"/>
              <a:t>Aakemasu</a:t>
            </a:r>
            <a:r>
              <a:rPr lang="en-US" dirty="0"/>
              <a:t>  (open)</a:t>
            </a:r>
            <a:r>
              <a:rPr lang="en-US" dirty="0">
                <a:solidFill>
                  <a:srgbClr val="C00000"/>
                </a:solidFill>
              </a:rPr>
              <a:t>  				 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 err="1"/>
              <a:t>Shimemasu</a:t>
            </a:r>
            <a:r>
              <a:rPr lang="en-US" dirty="0"/>
              <a:t>  (do)</a:t>
            </a:r>
            <a:r>
              <a:rPr lang="en-US" dirty="0">
                <a:solidFill>
                  <a:srgbClr val="C00000"/>
                </a:solidFill>
              </a:rPr>
              <a:t>				</a:t>
            </a:r>
          </a:p>
          <a:p>
            <a:pPr marL="514350" indent="-514350">
              <a:buFont typeface="+mj-lt"/>
              <a:buAutoNum type="arabicParenR"/>
            </a:pPr>
            <a:endParaRPr lang="en-US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arenR"/>
            </a:pPr>
            <a:endParaRPr lang="en-US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2766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AD7DD-5AB5-4BF0-E1A3-699BFA5D6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altLang="ja-JP" b="1" u="sng" dirty="0">
                <a:highlight>
                  <a:srgbClr val="FFFF00"/>
                </a:highlight>
              </a:rPr>
              <a:t>Grammer Particle</a:t>
            </a:r>
            <a:r>
              <a:rPr lang="ja-JP" altLang="en-US" b="1" u="sng" dirty="0">
                <a:highlight>
                  <a:srgbClr val="FFFF00"/>
                </a:highlight>
              </a:rPr>
              <a:t>：</a:t>
            </a:r>
            <a:endParaRPr lang="en-US" altLang="ja-JP" b="1" u="sng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altLang="ja-JP" b="1" u="sng" dirty="0"/>
          </a:p>
          <a:p>
            <a:pPr marL="0" indent="0">
              <a:buNone/>
            </a:pPr>
            <a:r>
              <a:rPr lang="ja-JP" altLang="en-US" b="1" u="sng" dirty="0">
                <a:highlight>
                  <a:srgbClr val="FFFF00"/>
                </a:highlight>
              </a:rPr>
              <a:t>で：</a:t>
            </a:r>
            <a:r>
              <a:rPr lang="en-US" altLang="ja-JP" b="1" u="sng" dirty="0">
                <a:highlight>
                  <a:srgbClr val="FFFF00"/>
                </a:highlight>
              </a:rPr>
              <a:t>-</a:t>
            </a:r>
            <a:r>
              <a:rPr lang="ja-JP" altLang="en-US" dirty="0">
                <a:highlight>
                  <a:srgbClr val="FFFF00"/>
                </a:highlight>
              </a:rPr>
              <a:t>　</a:t>
            </a:r>
            <a:r>
              <a:rPr lang="en-US" altLang="ja-JP" dirty="0"/>
              <a:t>this particle indicates a mean or method, the speaker attaches it after a noun representing a vehicle and uses it together with a movement or action of the verb to indicate hir or her transport.</a:t>
            </a:r>
          </a:p>
          <a:p>
            <a:pPr marL="0" indent="0">
              <a:buNone/>
            </a:pPr>
            <a:r>
              <a:rPr lang="en-US" altLang="ja-JP" b="1" u="sng" dirty="0">
                <a:highlight>
                  <a:srgbClr val="FFFF00"/>
                </a:highlight>
              </a:rPr>
              <a:t>Rules: </a:t>
            </a:r>
            <a:r>
              <a:rPr lang="en-US" altLang="ja-JP" b="1" u="sng" dirty="0"/>
              <a:t>  </a:t>
            </a:r>
            <a:r>
              <a:rPr lang="ja-JP" altLang="en-US" b="1" u="sng" dirty="0"/>
              <a:t>：</a:t>
            </a:r>
            <a:r>
              <a:rPr lang="ja-JP" altLang="en-US" b="1" dirty="0"/>
              <a:t>　</a:t>
            </a:r>
            <a:r>
              <a:rPr lang="en-US" altLang="ja-JP" b="1" u="sng" dirty="0">
                <a:solidFill>
                  <a:schemeClr val="accent2">
                    <a:lumMod val="75000"/>
                  </a:schemeClr>
                </a:solidFill>
              </a:rPr>
              <a:t>Noun(vehicle) + </a:t>
            </a:r>
            <a:r>
              <a:rPr lang="ja-JP" altLang="en-US" b="1" u="sng" dirty="0">
                <a:solidFill>
                  <a:srgbClr val="002060"/>
                </a:solidFill>
              </a:rPr>
              <a:t>で  </a:t>
            </a:r>
            <a:r>
              <a:rPr lang="en-US" altLang="ja-JP" b="1" u="sng" dirty="0"/>
              <a:t>+ </a:t>
            </a:r>
            <a:r>
              <a:rPr lang="ja-JP" altLang="en-US" b="1" u="sng" dirty="0">
                <a:solidFill>
                  <a:srgbClr val="7030A0"/>
                </a:solidFill>
              </a:rPr>
              <a:t>いきます</a:t>
            </a:r>
            <a:r>
              <a:rPr lang="en-US" altLang="ja-JP" b="1" u="sng" dirty="0">
                <a:solidFill>
                  <a:srgbClr val="7030A0"/>
                </a:solidFill>
              </a:rPr>
              <a:t>/</a:t>
            </a:r>
            <a:r>
              <a:rPr lang="ja-JP" altLang="en-US" b="1" u="sng" dirty="0">
                <a:solidFill>
                  <a:srgbClr val="7030A0"/>
                </a:solidFill>
              </a:rPr>
              <a:t>きます</a:t>
            </a:r>
            <a:r>
              <a:rPr lang="en-US" altLang="ja-JP" b="1" u="sng" dirty="0">
                <a:solidFill>
                  <a:srgbClr val="7030A0"/>
                </a:solidFill>
              </a:rPr>
              <a:t>/</a:t>
            </a:r>
            <a:r>
              <a:rPr lang="ja-JP" altLang="en-US" b="1" u="sng" dirty="0">
                <a:solidFill>
                  <a:srgbClr val="7030A0"/>
                </a:solidFill>
              </a:rPr>
              <a:t>かえります</a:t>
            </a:r>
            <a:r>
              <a:rPr lang="ja-JP" altLang="en-US" b="1" dirty="0">
                <a:solidFill>
                  <a:srgbClr val="7030A0"/>
                </a:solidFill>
              </a:rPr>
              <a:t>。</a:t>
            </a:r>
            <a:endParaRPr lang="en-US" altLang="ja-JP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ja-JP" b="1" dirty="0">
                <a:solidFill>
                  <a:srgbClr val="7030A0"/>
                </a:solidFill>
              </a:rPr>
              <a:t>1</a:t>
            </a:r>
            <a:r>
              <a:rPr lang="ja-JP" altLang="en-US" b="1" dirty="0">
                <a:solidFill>
                  <a:srgbClr val="7030A0"/>
                </a:solidFill>
              </a:rPr>
              <a:t>）</a:t>
            </a:r>
            <a:r>
              <a:rPr lang="en-US" altLang="ja-JP" b="1" dirty="0" err="1">
                <a:solidFill>
                  <a:srgbClr val="7030A0"/>
                </a:solidFill>
              </a:rPr>
              <a:t>Baasu</a:t>
            </a:r>
            <a:r>
              <a:rPr lang="en-US" altLang="ja-JP" b="1" dirty="0">
                <a:solidFill>
                  <a:srgbClr val="7030A0"/>
                </a:solidFill>
              </a:rPr>
              <a:t> de </a:t>
            </a:r>
            <a:r>
              <a:rPr lang="en-US" altLang="ja-JP" b="1" dirty="0" err="1">
                <a:solidFill>
                  <a:srgbClr val="7030A0"/>
                </a:solidFill>
              </a:rPr>
              <a:t>ikimaasu</a:t>
            </a:r>
            <a:r>
              <a:rPr lang="en-US" altLang="ja-JP" b="1" dirty="0">
                <a:solidFill>
                  <a:srgbClr val="7030A0"/>
                </a:solidFill>
              </a:rPr>
              <a:t> </a:t>
            </a:r>
            <a:r>
              <a:rPr lang="ja-JP" altLang="en-US" b="1" dirty="0">
                <a:solidFill>
                  <a:srgbClr val="7030A0"/>
                </a:solidFill>
              </a:rPr>
              <a:t>（バースでいきます）：</a:t>
            </a:r>
            <a:r>
              <a:rPr lang="en-US" altLang="ja-JP" b="1" dirty="0">
                <a:solidFill>
                  <a:srgbClr val="7030A0"/>
                </a:solidFill>
              </a:rPr>
              <a:t>I’m going by bus.</a:t>
            </a:r>
          </a:p>
          <a:p>
            <a:pPr marL="0" indent="0">
              <a:buNone/>
            </a:pPr>
            <a:r>
              <a:rPr lang="en-US" altLang="ja-JP" b="1" dirty="0">
                <a:solidFill>
                  <a:srgbClr val="7030A0"/>
                </a:solidFill>
              </a:rPr>
              <a:t>2) </a:t>
            </a:r>
            <a:r>
              <a:rPr lang="en-US" altLang="ja-JP" b="1" dirty="0" err="1">
                <a:solidFill>
                  <a:srgbClr val="7030A0"/>
                </a:solidFill>
              </a:rPr>
              <a:t>Denshya</a:t>
            </a:r>
            <a:r>
              <a:rPr lang="en-US" altLang="ja-JP" b="1" dirty="0">
                <a:solidFill>
                  <a:srgbClr val="7030A0"/>
                </a:solidFill>
              </a:rPr>
              <a:t> de </a:t>
            </a:r>
            <a:r>
              <a:rPr lang="en-US" altLang="ja-JP" b="1" dirty="0" err="1">
                <a:solidFill>
                  <a:srgbClr val="7030A0"/>
                </a:solidFill>
              </a:rPr>
              <a:t>ikimaasu</a:t>
            </a:r>
            <a:r>
              <a:rPr lang="en-US" altLang="ja-JP" b="1" dirty="0">
                <a:solidFill>
                  <a:srgbClr val="7030A0"/>
                </a:solidFill>
              </a:rPr>
              <a:t> (</a:t>
            </a:r>
            <a:r>
              <a:rPr lang="ja-JP" altLang="en-US" b="1" dirty="0">
                <a:solidFill>
                  <a:srgbClr val="7030A0"/>
                </a:solidFill>
              </a:rPr>
              <a:t>でんしゃで行きます）：</a:t>
            </a:r>
            <a:r>
              <a:rPr lang="en-US" altLang="ja-JP" b="1" dirty="0">
                <a:solidFill>
                  <a:srgbClr val="7030A0"/>
                </a:solidFill>
              </a:rPr>
              <a:t>I am going by train.</a:t>
            </a:r>
          </a:p>
          <a:p>
            <a:pPr marL="0" indent="0">
              <a:buNone/>
            </a:pPr>
            <a:endParaRPr lang="en-US" altLang="ja-JP" b="1" dirty="0">
              <a:solidFill>
                <a:srgbClr val="7030A0"/>
              </a:solidFill>
            </a:endParaRPr>
          </a:p>
          <a:p>
            <a:pPr marL="0" indent="0">
              <a:buNone/>
            </a:pPr>
            <a:r>
              <a:rPr lang="en-US" altLang="ja-JP" b="1" dirty="0">
                <a:solidFill>
                  <a:srgbClr val="7030A0"/>
                </a:solidFill>
              </a:rPr>
              <a:t>Question : </a:t>
            </a:r>
            <a:r>
              <a:rPr lang="en-US" altLang="ja-JP" b="1" dirty="0" err="1">
                <a:solidFill>
                  <a:srgbClr val="7030A0"/>
                </a:solidFill>
              </a:rPr>
              <a:t>Anata</a:t>
            </a:r>
            <a:r>
              <a:rPr lang="en-US" altLang="ja-JP" b="1" dirty="0">
                <a:solidFill>
                  <a:srgbClr val="7030A0"/>
                </a:solidFill>
              </a:rPr>
              <a:t> </a:t>
            </a:r>
            <a:r>
              <a:rPr lang="en-US" altLang="ja-JP" b="1" dirty="0" err="1">
                <a:solidFill>
                  <a:srgbClr val="7030A0"/>
                </a:solidFill>
              </a:rPr>
              <a:t>wa</a:t>
            </a:r>
            <a:r>
              <a:rPr lang="en-US" altLang="ja-JP" b="1" dirty="0">
                <a:solidFill>
                  <a:srgbClr val="7030A0"/>
                </a:solidFill>
              </a:rPr>
              <a:t> </a:t>
            </a:r>
            <a:r>
              <a:rPr lang="en-US" altLang="ja-JP" b="1" u="sng" dirty="0">
                <a:solidFill>
                  <a:srgbClr val="7030A0"/>
                </a:solidFill>
                <a:highlight>
                  <a:srgbClr val="FFFF00"/>
                </a:highlight>
              </a:rPr>
              <a:t>naan</a:t>
            </a:r>
            <a:r>
              <a:rPr lang="en-US" altLang="ja-JP" b="1" dirty="0">
                <a:solidFill>
                  <a:srgbClr val="7030A0"/>
                </a:solidFill>
              </a:rPr>
              <a:t> de </a:t>
            </a:r>
            <a:r>
              <a:rPr lang="en-US" altLang="ja-JP" b="1" dirty="0" err="1">
                <a:solidFill>
                  <a:srgbClr val="7030A0"/>
                </a:solidFill>
              </a:rPr>
              <a:t>kimaasu</a:t>
            </a:r>
            <a:r>
              <a:rPr lang="en-US" altLang="ja-JP" b="1" dirty="0">
                <a:solidFill>
                  <a:srgbClr val="7030A0"/>
                </a:solidFill>
              </a:rPr>
              <a:t> </a:t>
            </a:r>
            <a:r>
              <a:rPr lang="en-US" altLang="ja-JP" b="1" dirty="0" err="1">
                <a:solidFill>
                  <a:srgbClr val="7030A0"/>
                </a:solidFill>
              </a:rPr>
              <a:t>kaa</a:t>
            </a:r>
            <a:r>
              <a:rPr lang="en-US" altLang="ja-JP" b="1" dirty="0">
                <a:solidFill>
                  <a:srgbClr val="7030A0"/>
                </a:solidFill>
              </a:rPr>
              <a:t>?</a:t>
            </a:r>
          </a:p>
          <a:p>
            <a:pPr marL="0" indent="0">
              <a:buNone/>
            </a:pPr>
            <a:r>
              <a:rPr lang="en-US" altLang="ja-JP" b="1" dirty="0">
                <a:solidFill>
                  <a:srgbClr val="7030A0"/>
                </a:solidFill>
              </a:rPr>
              <a:t>Ans:   ______de </a:t>
            </a:r>
            <a:r>
              <a:rPr lang="en-US" altLang="ja-JP" b="1" dirty="0" err="1">
                <a:solidFill>
                  <a:srgbClr val="7030A0"/>
                </a:solidFill>
              </a:rPr>
              <a:t>kimaasu</a:t>
            </a:r>
            <a:r>
              <a:rPr lang="en-US" altLang="ja-JP" b="1" dirty="0">
                <a:solidFill>
                  <a:srgbClr val="7030A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4382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D8778-060B-B165-897A-5878339DE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792686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>
                <a:highlight>
                  <a:srgbClr val="FFFF00"/>
                </a:highlight>
              </a:rPr>
              <a:t>Grammer Particle: </a:t>
            </a:r>
            <a:r>
              <a:rPr lang="ja-JP" altLang="en-US" b="1" u="sng" dirty="0">
                <a:highlight>
                  <a:srgbClr val="FFFF00"/>
                </a:highlight>
              </a:rPr>
              <a:t>と＝</a:t>
            </a:r>
            <a:r>
              <a:rPr lang="en-US" altLang="ja-JP" b="1" u="sng" dirty="0">
                <a:highlight>
                  <a:srgbClr val="FFFF00"/>
                </a:highlight>
              </a:rPr>
              <a:t>with</a:t>
            </a:r>
            <a:endParaRPr lang="en-US" b="1" u="sng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b="1" u="sng" dirty="0"/>
          </a:p>
          <a:p>
            <a:pPr marL="0" indent="0">
              <a:buNone/>
            </a:pPr>
            <a:r>
              <a:rPr lang="ja-JP" altLang="en-US" b="1" u="sng" dirty="0">
                <a:highlight>
                  <a:srgbClr val="FFFF00"/>
                </a:highlight>
              </a:rPr>
              <a:t>と：</a:t>
            </a:r>
            <a:r>
              <a:rPr lang="en-US" altLang="ja-JP" b="1" u="sng" dirty="0">
                <a:highlight>
                  <a:srgbClr val="FFFF00"/>
                </a:highlight>
              </a:rPr>
              <a:t>this particle Is similar to the English “with”.</a:t>
            </a:r>
            <a:r>
              <a:rPr lang="ja-JP" altLang="en-US" b="1" u="sng" dirty="0">
                <a:highlight>
                  <a:srgbClr val="FFFF00"/>
                </a:highlight>
              </a:rPr>
              <a:t>　</a:t>
            </a:r>
            <a:endParaRPr lang="en-US" altLang="ja-JP" b="1" u="sng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b="1" u="sng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US" b="1" u="sng" dirty="0">
                <a:highlight>
                  <a:srgbClr val="FFFF00"/>
                </a:highlight>
              </a:rPr>
              <a:t>Rule</a:t>
            </a:r>
            <a:r>
              <a:rPr lang="en-US" b="1" u="sng" dirty="0">
                <a:solidFill>
                  <a:srgbClr val="7030A0"/>
                </a:solidFill>
                <a:highlight>
                  <a:srgbClr val="FFFF00"/>
                </a:highlight>
              </a:rPr>
              <a:t>: </a:t>
            </a:r>
            <a:r>
              <a:rPr lang="en-US" b="1" dirty="0">
                <a:solidFill>
                  <a:srgbClr val="7030A0"/>
                </a:solidFill>
              </a:rPr>
              <a:t>Noun(Person/animal )+ </a:t>
            </a:r>
            <a:r>
              <a:rPr lang="ja-JP" altLang="en-US" b="1" dirty="0">
                <a:solidFill>
                  <a:srgbClr val="7030A0"/>
                </a:solidFill>
              </a:rPr>
              <a:t>と </a:t>
            </a:r>
            <a:r>
              <a:rPr lang="en-US" altLang="ja-JP" b="1" dirty="0">
                <a:solidFill>
                  <a:srgbClr val="7030A0"/>
                </a:solidFill>
              </a:rPr>
              <a:t>+ verb.</a:t>
            </a:r>
          </a:p>
          <a:p>
            <a:pPr marL="0" indent="0">
              <a:buNone/>
            </a:pP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AutoNum type="arabicPeriod"/>
            </a:pPr>
            <a:r>
              <a:rPr lang="en-US" b="1" dirty="0" err="1">
                <a:solidFill>
                  <a:srgbClr val="7030A0"/>
                </a:solidFill>
              </a:rPr>
              <a:t>Okaasaan</a:t>
            </a:r>
            <a:r>
              <a:rPr lang="en-US" b="1" dirty="0">
                <a:solidFill>
                  <a:srgbClr val="7030A0"/>
                </a:solidFill>
              </a:rPr>
              <a:t> to </a:t>
            </a:r>
            <a:r>
              <a:rPr lang="en-US" b="1" dirty="0" err="1">
                <a:solidFill>
                  <a:srgbClr val="7030A0"/>
                </a:solidFill>
              </a:rPr>
              <a:t>ikimaasu</a:t>
            </a:r>
            <a:r>
              <a:rPr lang="en-US" b="1" dirty="0">
                <a:solidFill>
                  <a:srgbClr val="7030A0"/>
                </a:solidFill>
              </a:rPr>
              <a:t> (</a:t>
            </a:r>
            <a:r>
              <a:rPr lang="ja-JP" altLang="en-US" b="1" dirty="0">
                <a:solidFill>
                  <a:srgbClr val="7030A0"/>
                </a:solidFill>
              </a:rPr>
              <a:t>おかあさんといきます）</a:t>
            </a:r>
            <a:r>
              <a:rPr lang="en-US" altLang="ja-JP" b="1" dirty="0">
                <a:solidFill>
                  <a:srgbClr val="7030A0"/>
                </a:solidFill>
              </a:rPr>
              <a:t>: I will go with my mom.</a:t>
            </a:r>
          </a:p>
          <a:p>
            <a:pPr marL="514350" indent="-514350">
              <a:buAutoNum type="arabicPeriod"/>
            </a:pPr>
            <a:r>
              <a:rPr lang="en-US" b="1" dirty="0">
                <a:solidFill>
                  <a:srgbClr val="7030A0"/>
                </a:solidFill>
              </a:rPr>
              <a:t>Kazoku to </a:t>
            </a:r>
            <a:r>
              <a:rPr lang="en-US" b="1" dirty="0" err="1">
                <a:solidFill>
                  <a:srgbClr val="7030A0"/>
                </a:solidFill>
              </a:rPr>
              <a:t>ikimaasu</a:t>
            </a:r>
            <a:r>
              <a:rPr lang="en-US" b="1" dirty="0">
                <a:solidFill>
                  <a:srgbClr val="7030A0"/>
                </a:solidFill>
              </a:rPr>
              <a:t> (</a:t>
            </a:r>
            <a:r>
              <a:rPr lang="ja-JP" altLang="en-US" b="1" dirty="0">
                <a:solidFill>
                  <a:srgbClr val="7030A0"/>
                </a:solidFill>
              </a:rPr>
              <a:t>かぞくといきます。）</a:t>
            </a:r>
            <a:r>
              <a:rPr lang="en-US" altLang="ja-JP" b="1" dirty="0">
                <a:solidFill>
                  <a:srgbClr val="7030A0"/>
                </a:solidFill>
              </a:rPr>
              <a:t>: I will go with my family.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3. </a:t>
            </a:r>
            <a:r>
              <a:rPr lang="en-US" b="1" dirty="0" err="1">
                <a:solidFill>
                  <a:srgbClr val="7030A0"/>
                </a:solidFill>
              </a:rPr>
              <a:t>Neko</a:t>
            </a:r>
            <a:r>
              <a:rPr lang="en-US" b="1" dirty="0">
                <a:solidFill>
                  <a:srgbClr val="7030A0"/>
                </a:solidFill>
              </a:rPr>
              <a:t> to</a:t>
            </a:r>
            <a:r>
              <a:rPr lang="ja-JP" altLang="en-US" b="1" dirty="0">
                <a:solidFill>
                  <a:srgbClr val="7030A0"/>
                </a:solidFill>
              </a:rPr>
              <a:t> </a:t>
            </a:r>
            <a:r>
              <a:rPr lang="en-US" altLang="ja-JP" b="1" dirty="0" err="1">
                <a:solidFill>
                  <a:srgbClr val="7030A0"/>
                </a:solidFill>
              </a:rPr>
              <a:t>aasobimasu</a:t>
            </a:r>
            <a:r>
              <a:rPr lang="en-US" altLang="ja-JP" b="1" dirty="0">
                <a:solidFill>
                  <a:srgbClr val="7030A0"/>
                </a:solidFill>
              </a:rPr>
              <a:t> (</a:t>
            </a:r>
            <a:r>
              <a:rPr lang="ja-JP" altLang="en-US" b="1" dirty="0">
                <a:solidFill>
                  <a:srgbClr val="7030A0"/>
                </a:solidFill>
              </a:rPr>
              <a:t>ねことあそびます）。： </a:t>
            </a:r>
            <a:r>
              <a:rPr lang="en-US" altLang="ja-JP" b="1" dirty="0">
                <a:solidFill>
                  <a:srgbClr val="7030A0"/>
                </a:solidFill>
              </a:rPr>
              <a:t>I will play with my cat.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highlight>
                  <a:srgbClr val="FFFF00"/>
                </a:highlight>
              </a:rPr>
              <a:t>Practice: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_____</a:t>
            </a:r>
            <a:r>
              <a:rPr lang="ja-JP" altLang="en-US" b="1" dirty="0">
                <a:solidFill>
                  <a:srgbClr val="7030A0"/>
                </a:solidFill>
              </a:rPr>
              <a:t>と＿＿＿＿＿。</a:t>
            </a:r>
            <a:endParaRPr 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705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9D361-2D16-F13C-EE81-713303108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5033"/>
            <a:ext cx="10515600" cy="5551930"/>
          </a:xfrm>
        </p:spPr>
        <p:txBody>
          <a:bodyPr>
            <a:norm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Particle</a:t>
            </a:r>
            <a:r>
              <a:rPr lang="en-US" dirty="0"/>
              <a:t>: 			</a:t>
            </a:r>
            <a:r>
              <a:rPr lang="ja-JP" altLang="en-US" u="sng" dirty="0">
                <a:highlight>
                  <a:srgbClr val="FFFF00"/>
                </a:highlight>
              </a:rPr>
              <a:t>を</a:t>
            </a:r>
            <a:r>
              <a:rPr lang="ja-JP" altLang="en-US" dirty="0">
                <a:highlight>
                  <a:srgbClr val="FFFF00"/>
                </a:highlight>
              </a:rPr>
              <a:t>　</a:t>
            </a:r>
            <a:endParaRPr lang="en-US" altLang="ja-JP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ja-JP" altLang="en-US" dirty="0">
                <a:highlight>
                  <a:srgbClr val="FFFF00"/>
                </a:highlight>
              </a:rPr>
              <a:t>をー</a:t>
            </a:r>
            <a:r>
              <a:rPr lang="en-US" altLang="ja-JP" dirty="0">
                <a:highlight>
                  <a:srgbClr val="FFFF00"/>
                </a:highlight>
              </a:rPr>
              <a:t>this particle will come direct after the object.</a:t>
            </a:r>
          </a:p>
          <a:p>
            <a:pPr marL="514350" indent="-514350">
              <a:buAutoNum type="arabicPeriod"/>
            </a:pPr>
            <a:r>
              <a:rPr lang="ja-JP" altLang="en-US" dirty="0"/>
              <a:t>ジュース</a:t>
            </a:r>
            <a:r>
              <a:rPr lang="ja-JP" altLang="en-US" u="sng" dirty="0">
                <a:highlight>
                  <a:srgbClr val="FFFF00"/>
                </a:highlight>
              </a:rPr>
              <a:t>を</a:t>
            </a:r>
            <a:r>
              <a:rPr lang="ja-JP" altLang="en-US" dirty="0"/>
              <a:t>のみます</a:t>
            </a:r>
            <a:r>
              <a:rPr lang="en-US" altLang="ja-JP" dirty="0"/>
              <a:t>.</a:t>
            </a:r>
            <a:r>
              <a:rPr lang="ja-JP" altLang="en-US" dirty="0"/>
              <a:t>（</a:t>
            </a:r>
            <a:r>
              <a:rPr lang="en-US" altLang="ja-JP" dirty="0"/>
              <a:t>Jusu o nomimasu) </a:t>
            </a:r>
            <a:r>
              <a:rPr lang="en-US" dirty="0"/>
              <a:t>I will drink juice</a:t>
            </a:r>
            <a:endParaRPr lang="en-US" altLang="ja-JP" dirty="0"/>
          </a:p>
          <a:p>
            <a:pPr marL="514350" indent="-514350">
              <a:buAutoNum type="arabicPeriod"/>
            </a:pPr>
            <a:r>
              <a:rPr lang="ja-JP" altLang="en-US" dirty="0"/>
              <a:t>ごはん</a:t>
            </a:r>
            <a:r>
              <a:rPr lang="ja-JP" altLang="en-US" u="sng" dirty="0"/>
              <a:t>を</a:t>
            </a:r>
            <a:r>
              <a:rPr lang="ja-JP" altLang="en-US" dirty="0"/>
              <a:t>たべます。</a:t>
            </a:r>
            <a:r>
              <a:rPr lang="en-US" altLang="ja-JP" dirty="0"/>
              <a:t>(</a:t>
            </a:r>
            <a:r>
              <a:rPr lang="en-US" altLang="ja-JP" dirty="0" err="1"/>
              <a:t>Gohaan</a:t>
            </a:r>
            <a:r>
              <a:rPr lang="en-US" altLang="ja-JP" dirty="0"/>
              <a:t> o </a:t>
            </a:r>
            <a:r>
              <a:rPr lang="en-US" altLang="ja-JP" dirty="0" err="1"/>
              <a:t>taabemasu</a:t>
            </a:r>
            <a:r>
              <a:rPr lang="en-US" altLang="ja-JP" dirty="0"/>
              <a:t>) </a:t>
            </a:r>
            <a:r>
              <a:rPr lang="en-US" dirty="0"/>
              <a:t>I will eat rice</a:t>
            </a:r>
            <a:endParaRPr lang="en-US" altLang="ja-JP" dirty="0"/>
          </a:p>
          <a:p>
            <a:pPr marL="514350" indent="-514350">
              <a:buAutoNum type="arabicPeriod"/>
            </a:pPr>
            <a:r>
              <a:rPr lang="ja-JP" altLang="en-US" dirty="0"/>
              <a:t>おちゃをのみます</a:t>
            </a:r>
            <a:r>
              <a:rPr lang="en-US" altLang="ja-JP" dirty="0"/>
              <a:t>.(</a:t>
            </a:r>
            <a:r>
              <a:rPr lang="en-US" altLang="ja-JP" dirty="0" err="1"/>
              <a:t>Ochya</a:t>
            </a:r>
            <a:r>
              <a:rPr lang="en-US" altLang="ja-JP" dirty="0"/>
              <a:t> o nomimasu) </a:t>
            </a:r>
            <a:r>
              <a:rPr lang="en-US" dirty="0"/>
              <a:t>I will drink tea.</a:t>
            </a:r>
            <a:endParaRPr lang="en-US" altLang="ja-JP" dirty="0"/>
          </a:p>
          <a:p>
            <a:pPr marL="514350" indent="-514350">
              <a:buAutoNum type="arabicPeriod"/>
            </a:pPr>
            <a:r>
              <a:rPr lang="ja-JP" altLang="en-US" dirty="0"/>
              <a:t>しゅくだいをします</a:t>
            </a:r>
            <a:r>
              <a:rPr lang="en-US" altLang="ja-JP" dirty="0"/>
              <a:t>.(</a:t>
            </a:r>
            <a:r>
              <a:rPr lang="en-US" altLang="ja-JP" dirty="0" err="1"/>
              <a:t>shukudai</a:t>
            </a:r>
            <a:r>
              <a:rPr lang="en-US" altLang="ja-JP" dirty="0"/>
              <a:t> o shimasu) </a:t>
            </a:r>
            <a:r>
              <a:rPr lang="en-US" dirty="0"/>
              <a:t>I will do my homework.</a:t>
            </a:r>
            <a:endParaRPr lang="en-US" altLang="ja-JP" dirty="0"/>
          </a:p>
          <a:p>
            <a:pPr marL="0" indent="0">
              <a:buNone/>
            </a:pPr>
            <a:endParaRPr lang="en-US" altLang="ja-JP" dirty="0"/>
          </a:p>
          <a:p>
            <a:r>
              <a:rPr lang="ja-JP" altLang="en-US" dirty="0">
                <a:highlight>
                  <a:srgbClr val="FFFF00"/>
                </a:highlight>
              </a:rPr>
              <a:t>します（</a:t>
            </a:r>
            <a:r>
              <a:rPr lang="en-US" altLang="ja-JP" dirty="0" err="1">
                <a:highlight>
                  <a:srgbClr val="FFFF00"/>
                </a:highlight>
              </a:rPr>
              <a:t>Shimasu</a:t>
            </a:r>
            <a:r>
              <a:rPr lang="en-US" altLang="ja-JP" dirty="0">
                <a:highlight>
                  <a:srgbClr val="FFFF00"/>
                </a:highlight>
              </a:rPr>
              <a:t>)= Do something)</a:t>
            </a:r>
          </a:p>
          <a:p>
            <a:pPr marL="0" indent="0">
              <a:buNone/>
            </a:pPr>
            <a:r>
              <a:rPr lang="en-US" altLang="ja-JP" dirty="0"/>
              <a:t>___</a:t>
            </a:r>
            <a:r>
              <a:rPr lang="ja-JP" altLang="en-US" dirty="0"/>
              <a:t>をします。</a:t>
            </a:r>
            <a:endParaRPr lang="en-US" altLang="ja-JP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240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1B507-5C15-D27A-D0C0-1FE0E5A20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514350" indent="-514350">
              <a:buAutoNum type="arabicPeriod"/>
            </a:pPr>
            <a:r>
              <a:rPr lang="en-US" b="1" u="sng" dirty="0">
                <a:highlight>
                  <a:srgbClr val="FFFF00"/>
                </a:highlight>
              </a:rPr>
              <a:t>Future Tense:</a:t>
            </a:r>
          </a:p>
          <a:p>
            <a:pPr marL="0" indent="0">
              <a:buNone/>
            </a:pPr>
            <a:r>
              <a:rPr lang="en-US" b="1" dirty="0"/>
              <a:t>					</a:t>
            </a:r>
            <a:r>
              <a:rPr lang="ja-JP" altLang="en-US" b="1" dirty="0">
                <a:highlight>
                  <a:srgbClr val="FFFF00"/>
                </a:highlight>
              </a:rPr>
              <a:t>ます</a:t>
            </a:r>
            <a:r>
              <a:rPr lang="en-US" b="1" dirty="0">
                <a:highlight>
                  <a:srgbClr val="FFFF00"/>
                </a:highlight>
              </a:rPr>
              <a:t>	</a:t>
            </a:r>
            <a:r>
              <a:rPr lang="ja-JP" altLang="en-US" b="1" dirty="0">
                <a:highlight>
                  <a:srgbClr val="FFFF00"/>
                </a:highlight>
              </a:rPr>
              <a:t>：</a:t>
            </a:r>
            <a:r>
              <a:rPr lang="en-US" altLang="ja-JP" b="1" dirty="0">
                <a:highlight>
                  <a:srgbClr val="FFFF00"/>
                </a:highlight>
              </a:rPr>
              <a:t>-</a:t>
            </a:r>
            <a:endParaRPr lang="en-US" b="1" dirty="0">
              <a:highlight>
                <a:srgbClr val="FFFF00"/>
              </a:highlight>
            </a:endParaRPr>
          </a:p>
          <a:p>
            <a:r>
              <a:rPr lang="en-US" b="1" dirty="0" err="1">
                <a:highlight>
                  <a:srgbClr val="FFFF00"/>
                </a:highlight>
              </a:rPr>
              <a:t>Maasu</a:t>
            </a:r>
            <a:r>
              <a:rPr lang="en-US" b="1" dirty="0">
                <a:highlight>
                  <a:srgbClr val="FFFF00"/>
                </a:highlight>
              </a:rPr>
              <a:t> : </a:t>
            </a:r>
            <a:r>
              <a:rPr lang="ja-JP" altLang="en-US" b="1" dirty="0">
                <a:highlight>
                  <a:srgbClr val="FFFF00"/>
                </a:highlight>
              </a:rPr>
              <a:t>ます</a:t>
            </a:r>
            <a:r>
              <a:rPr lang="en-US" b="1" dirty="0">
                <a:highlight>
                  <a:srgbClr val="FFFF00"/>
                </a:highlight>
              </a:rPr>
              <a:t> is future tense form in Japanese language.</a:t>
            </a:r>
          </a:p>
          <a:p>
            <a:r>
              <a:rPr lang="en-US" b="1" dirty="0">
                <a:highlight>
                  <a:srgbClr val="FFFF00"/>
                </a:highlight>
              </a:rPr>
              <a:t>For example: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>
                <a:solidFill>
                  <a:srgbClr val="7030A0"/>
                </a:solidFill>
              </a:rPr>
              <a:t>Taabemasu</a:t>
            </a:r>
            <a:r>
              <a:rPr lang="en-US" b="1" dirty="0">
                <a:solidFill>
                  <a:srgbClr val="7030A0"/>
                </a:solidFill>
              </a:rPr>
              <a:t> : will eat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>
                <a:solidFill>
                  <a:srgbClr val="7030A0"/>
                </a:solidFill>
              </a:rPr>
              <a:t>Nomimasu</a:t>
            </a:r>
            <a:r>
              <a:rPr lang="en-US" b="1" dirty="0">
                <a:solidFill>
                  <a:srgbClr val="7030A0"/>
                </a:solidFill>
              </a:rPr>
              <a:t> : will drink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>
                <a:solidFill>
                  <a:srgbClr val="7030A0"/>
                </a:solidFill>
              </a:rPr>
              <a:t>Mimaasu</a:t>
            </a:r>
            <a:r>
              <a:rPr lang="en-US" b="1" dirty="0">
                <a:solidFill>
                  <a:srgbClr val="7030A0"/>
                </a:solidFill>
              </a:rPr>
              <a:t>: will see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>
                <a:solidFill>
                  <a:srgbClr val="7030A0"/>
                </a:solidFill>
              </a:rPr>
              <a:t>Asobimasu</a:t>
            </a:r>
            <a:r>
              <a:rPr lang="en-US" b="1" dirty="0">
                <a:solidFill>
                  <a:srgbClr val="7030A0"/>
                </a:solidFill>
              </a:rPr>
              <a:t>: will play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err="1">
                <a:solidFill>
                  <a:srgbClr val="7030A0"/>
                </a:solidFill>
              </a:rPr>
              <a:t>Shimasu</a:t>
            </a:r>
            <a:r>
              <a:rPr lang="en-US" b="1" dirty="0">
                <a:solidFill>
                  <a:srgbClr val="7030A0"/>
                </a:solidFill>
              </a:rPr>
              <a:t> : will do.</a:t>
            </a:r>
          </a:p>
          <a:p>
            <a:pPr marL="0" indent="0">
              <a:buNone/>
            </a:pPr>
            <a:r>
              <a:rPr lang="en-US" altLang="ja-JP" b="1" dirty="0"/>
              <a:t>1</a:t>
            </a:r>
            <a:r>
              <a:rPr lang="ja-JP" altLang="en-US" b="1" dirty="0"/>
              <a:t>）</a:t>
            </a:r>
            <a:r>
              <a:rPr lang="en-US" altLang="ja-JP" b="1" dirty="0" err="1">
                <a:solidFill>
                  <a:srgbClr val="7030A0"/>
                </a:solidFill>
              </a:rPr>
              <a:t>Kohi</a:t>
            </a:r>
            <a:r>
              <a:rPr lang="en-US" altLang="ja-JP" b="1" dirty="0">
                <a:solidFill>
                  <a:srgbClr val="7030A0"/>
                </a:solidFill>
              </a:rPr>
              <a:t> o </a:t>
            </a:r>
            <a:r>
              <a:rPr lang="en-US" altLang="ja-JP" b="1" dirty="0" err="1">
                <a:solidFill>
                  <a:srgbClr val="7030A0"/>
                </a:solidFill>
              </a:rPr>
              <a:t>nomimasu</a:t>
            </a:r>
            <a:r>
              <a:rPr lang="en-US" altLang="ja-JP" b="1" dirty="0">
                <a:solidFill>
                  <a:srgbClr val="7030A0"/>
                </a:solidFill>
              </a:rPr>
              <a:t> (</a:t>
            </a:r>
            <a:r>
              <a:rPr lang="ja-JP" altLang="en-US" b="1" dirty="0">
                <a:solidFill>
                  <a:srgbClr val="7030A0"/>
                </a:solidFill>
              </a:rPr>
              <a:t>コーヒをのみます）：</a:t>
            </a:r>
            <a:r>
              <a:rPr lang="en-US" altLang="ja-JP" b="1" dirty="0">
                <a:solidFill>
                  <a:srgbClr val="7030A0"/>
                </a:solidFill>
              </a:rPr>
              <a:t>I will take coffee.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2) </a:t>
            </a:r>
            <a:r>
              <a:rPr lang="en-US" b="1" dirty="0" err="1">
                <a:solidFill>
                  <a:srgbClr val="7030A0"/>
                </a:solidFill>
              </a:rPr>
              <a:t>Gakko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 err="1">
                <a:solidFill>
                  <a:srgbClr val="7030A0"/>
                </a:solidFill>
              </a:rPr>
              <a:t>ni</a:t>
            </a:r>
            <a:r>
              <a:rPr lang="en-US" b="1" dirty="0">
                <a:solidFill>
                  <a:srgbClr val="7030A0"/>
                </a:solidFill>
              </a:rPr>
              <a:t> </a:t>
            </a:r>
            <a:r>
              <a:rPr lang="en-US" b="1" dirty="0" err="1">
                <a:solidFill>
                  <a:srgbClr val="7030A0"/>
                </a:solidFill>
              </a:rPr>
              <a:t>ikimasu</a:t>
            </a:r>
            <a:r>
              <a:rPr lang="en-US" b="1" dirty="0">
                <a:solidFill>
                  <a:srgbClr val="7030A0"/>
                </a:solidFill>
              </a:rPr>
              <a:t> (</a:t>
            </a:r>
            <a:r>
              <a:rPr lang="ja-JP" altLang="en-US" b="1" dirty="0">
                <a:solidFill>
                  <a:srgbClr val="7030A0"/>
                </a:solidFill>
              </a:rPr>
              <a:t>がっこうにいきます）：</a:t>
            </a:r>
            <a:r>
              <a:rPr lang="en-US" altLang="ja-JP" b="1" dirty="0">
                <a:solidFill>
                  <a:srgbClr val="7030A0"/>
                </a:solidFill>
              </a:rPr>
              <a:t>I will go to school.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3) Ringo o _________.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</a:rPr>
              <a:t>4) </a:t>
            </a:r>
            <a:r>
              <a:rPr lang="en-US" b="1" dirty="0" err="1">
                <a:solidFill>
                  <a:srgbClr val="7030A0"/>
                </a:solidFill>
              </a:rPr>
              <a:t>Kaazoko</a:t>
            </a:r>
            <a:r>
              <a:rPr lang="en-US" b="1" dirty="0">
                <a:solidFill>
                  <a:srgbClr val="7030A0"/>
                </a:solidFill>
              </a:rPr>
              <a:t> to </a:t>
            </a:r>
            <a:r>
              <a:rPr lang="en-US" b="1" dirty="0" err="1">
                <a:solidFill>
                  <a:srgbClr val="7030A0"/>
                </a:solidFill>
              </a:rPr>
              <a:t>aasobimasu</a:t>
            </a:r>
            <a:r>
              <a:rPr lang="en-US" b="1" dirty="0">
                <a:solidFill>
                  <a:srgbClr val="7030A0"/>
                </a:solidFill>
              </a:rPr>
              <a:t> (</a:t>
            </a:r>
            <a:r>
              <a:rPr lang="ja-JP" altLang="en-US" b="1" dirty="0">
                <a:solidFill>
                  <a:srgbClr val="7030A0"/>
                </a:solidFill>
              </a:rPr>
              <a:t>かぞことあそびます）：</a:t>
            </a:r>
            <a:r>
              <a:rPr lang="en-US" altLang="ja-JP" b="1" dirty="0" err="1">
                <a:solidFill>
                  <a:srgbClr val="7030A0"/>
                </a:solidFill>
              </a:rPr>
              <a:t>i</a:t>
            </a:r>
            <a:r>
              <a:rPr lang="en-US" altLang="ja-JP" b="1" dirty="0">
                <a:solidFill>
                  <a:srgbClr val="7030A0"/>
                </a:solidFill>
              </a:rPr>
              <a:t> will play with my family.</a:t>
            </a:r>
            <a:endParaRPr lang="en-US" b="1" dirty="0">
              <a:solidFill>
                <a:srgbClr val="7030A0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n-US" b="1" dirty="0"/>
          </a:p>
          <a:p>
            <a:pPr marL="0" indent="0">
              <a:buNone/>
            </a:pPr>
            <a:endParaRPr lang="en-US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6999303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4D6DA-46AD-B05D-E712-2E400D4F23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2. Past tense:- </a:t>
            </a:r>
            <a:r>
              <a:rPr lang="ja-JP" altLang="en-US" dirty="0">
                <a:highlight>
                  <a:srgbClr val="FFFF00"/>
                </a:highlight>
              </a:rPr>
              <a:t>ました（</a:t>
            </a:r>
            <a:r>
              <a:rPr lang="en-US" altLang="ja-JP" dirty="0" err="1">
                <a:highlight>
                  <a:srgbClr val="FFFF00"/>
                </a:highlight>
              </a:rPr>
              <a:t>Mashita</a:t>
            </a:r>
            <a:r>
              <a:rPr lang="ja-JP" altLang="en-US" dirty="0">
                <a:highlight>
                  <a:srgbClr val="FFFF00"/>
                </a:highlight>
              </a:rPr>
              <a:t>）</a:t>
            </a:r>
            <a:endParaRPr lang="en-US" altLang="ja-JP" dirty="0">
              <a:highlight>
                <a:srgbClr val="FFFF00"/>
              </a:highlight>
            </a:endParaRP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ja-JP" altLang="en-US" dirty="0">
                <a:highlight>
                  <a:srgbClr val="FFFF00"/>
                </a:highlight>
              </a:rPr>
              <a:t>ました（</a:t>
            </a:r>
            <a:r>
              <a:rPr lang="en-US" altLang="ja-JP" dirty="0" err="1">
                <a:highlight>
                  <a:srgbClr val="FFFF00"/>
                </a:highlight>
              </a:rPr>
              <a:t>Mashita</a:t>
            </a:r>
            <a:r>
              <a:rPr lang="ja-JP" altLang="en-US" dirty="0">
                <a:highlight>
                  <a:srgbClr val="FFFF00"/>
                </a:highlight>
              </a:rPr>
              <a:t>）：</a:t>
            </a:r>
            <a:r>
              <a:rPr lang="en-US" altLang="ja-JP" dirty="0">
                <a:highlight>
                  <a:srgbClr val="FFFF00"/>
                </a:highlight>
              </a:rPr>
              <a:t>this form is used for indicates action in the past tense.</a:t>
            </a:r>
          </a:p>
          <a:p>
            <a:r>
              <a:rPr lang="en-US" altLang="ja-JP" dirty="0">
                <a:solidFill>
                  <a:srgbClr val="7030A0"/>
                </a:solidFill>
                <a:highlight>
                  <a:srgbClr val="FFFF00"/>
                </a:highlight>
              </a:rPr>
              <a:t>Future verb</a:t>
            </a:r>
            <a:r>
              <a:rPr lang="en-US" altLang="ja-JP" dirty="0"/>
              <a:t>							</a:t>
            </a:r>
            <a:r>
              <a:rPr lang="en-US" altLang="ja-JP" dirty="0">
                <a:solidFill>
                  <a:srgbClr val="FF0000"/>
                </a:solidFill>
                <a:highlight>
                  <a:srgbClr val="FFFF00"/>
                </a:highlight>
              </a:rPr>
              <a:t>Past verb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ja-JP" altLang="en-US" dirty="0">
                <a:solidFill>
                  <a:srgbClr val="7030A0"/>
                </a:solidFill>
              </a:rPr>
              <a:t>たべます　（</a:t>
            </a:r>
            <a:r>
              <a:rPr lang="en-US" altLang="ja-JP" dirty="0" err="1">
                <a:solidFill>
                  <a:srgbClr val="7030A0"/>
                </a:solidFill>
              </a:rPr>
              <a:t>Taabemasu</a:t>
            </a:r>
            <a:r>
              <a:rPr lang="en-US" altLang="ja-JP" dirty="0">
                <a:solidFill>
                  <a:srgbClr val="7030A0"/>
                </a:solidFill>
              </a:rPr>
              <a:t>(eat)				</a:t>
            </a:r>
            <a:r>
              <a:rPr lang="en-US" altLang="ja-JP" dirty="0" err="1">
                <a:solidFill>
                  <a:srgbClr val="FF0000"/>
                </a:solidFill>
              </a:rPr>
              <a:t>taabemashita</a:t>
            </a:r>
            <a:r>
              <a:rPr lang="en-US" altLang="ja-JP" dirty="0">
                <a:solidFill>
                  <a:srgbClr val="FF0000"/>
                </a:solidFill>
              </a:rPr>
              <a:t> (ate)</a:t>
            </a:r>
          </a:p>
          <a:p>
            <a:pPr marL="0" indent="0">
              <a:buNone/>
            </a:pPr>
            <a:r>
              <a:rPr lang="ja-JP" altLang="en-US" dirty="0">
                <a:solidFill>
                  <a:srgbClr val="7030A0"/>
                </a:solidFill>
              </a:rPr>
              <a:t>のみます　（</a:t>
            </a:r>
            <a:r>
              <a:rPr lang="en-US" altLang="ja-JP" dirty="0" err="1">
                <a:solidFill>
                  <a:srgbClr val="7030A0"/>
                </a:solidFill>
              </a:rPr>
              <a:t>Nomimasu</a:t>
            </a:r>
            <a:r>
              <a:rPr lang="en-US" altLang="ja-JP" dirty="0">
                <a:solidFill>
                  <a:srgbClr val="7030A0"/>
                </a:solidFill>
              </a:rPr>
              <a:t>-Drink</a:t>
            </a:r>
            <a:r>
              <a:rPr lang="en-US" altLang="ja-JP" dirty="0"/>
              <a:t>			</a:t>
            </a:r>
            <a:r>
              <a:rPr lang="en-US" altLang="ja-JP" dirty="0" err="1">
                <a:solidFill>
                  <a:srgbClr val="FF0000"/>
                </a:solidFill>
              </a:rPr>
              <a:t>Nomimashita</a:t>
            </a:r>
            <a:r>
              <a:rPr lang="en-US" altLang="ja-JP" dirty="0">
                <a:solidFill>
                  <a:srgbClr val="FF0000"/>
                </a:solidFill>
              </a:rPr>
              <a:t>(Drank) </a:t>
            </a:r>
          </a:p>
          <a:p>
            <a:pPr marL="0" indent="0">
              <a:buNone/>
            </a:pPr>
            <a:r>
              <a:rPr lang="ja-JP" altLang="en-US" dirty="0">
                <a:solidFill>
                  <a:srgbClr val="7030A0"/>
                </a:solidFill>
              </a:rPr>
              <a:t>します</a:t>
            </a:r>
            <a:r>
              <a:rPr lang="en-US" altLang="ja-JP" dirty="0">
                <a:solidFill>
                  <a:srgbClr val="7030A0"/>
                </a:solidFill>
              </a:rPr>
              <a:t>	</a:t>
            </a:r>
            <a:r>
              <a:rPr lang="en-US" altLang="ja-JP" dirty="0" err="1">
                <a:solidFill>
                  <a:srgbClr val="7030A0"/>
                </a:solidFill>
              </a:rPr>
              <a:t>Shimasu</a:t>
            </a:r>
            <a:r>
              <a:rPr lang="en-US" altLang="ja-JP" dirty="0">
                <a:solidFill>
                  <a:srgbClr val="7030A0"/>
                </a:solidFill>
              </a:rPr>
              <a:t> (DO)</a:t>
            </a:r>
            <a:r>
              <a:rPr lang="en-US" altLang="ja-JP" dirty="0">
                <a:solidFill>
                  <a:srgbClr val="FF0000"/>
                </a:solidFill>
              </a:rPr>
              <a:t>				</a:t>
            </a:r>
            <a:r>
              <a:rPr lang="en-US" altLang="ja-JP" dirty="0" err="1">
                <a:solidFill>
                  <a:srgbClr val="FF0000"/>
                </a:solidFill>
              </a:rPr>
              <a:t>Shimaashita</a:t>
            </a:r>
            <a:r>
              <a:rPr lang="en-US" altLang="ja-JP" dirty="0">
                <a:solidFill>
                  <a:srgbClr val="FF0000"/>
                </a:solidFill>
              </a:rPr>
              <a:t> (Did)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AutoNum type="arabicParenR"/>
            </a:pPr>
            <a:r>
              <a:rPr lang="en-US" dirty="0" err="1">
                <a:solidFill>
                  <a:srgbClr val="FF0000"/>
                </a:solidFill>
              </a:rPr>
              <a:t>Gohaan</a:t>
            </a:r>
            <a:r>
              <a:rPr lang="en-US" dirty="0">
                <a:solidFill>
                  <a:srgbClr val="FF0000"/>
                </a:solidFill>
              </a:rPr>
              <a:t> o </a:t>
            </a:r>
            <a:r>
              <a:rPr lang="en-US" dirty="0" err="1">
                <a:solidFill>
                  <a:srgbClr val="FF0000"/>
                </a:solidFill>
              </a:rPr>
              <a:t>Taabemashita</a:t>
            </a:r>
            <a:r>
              <a:rPr lang="en-US" dirty="0">
                <a:solidFill>
                  <a:srgbClr val="FF0000"/>
                </a:solidFill>
              </a:rPr>
              <a:t> :- I ate food. (indicates past action)</a:t>
            </a:r>
          </a:p>
          <a:p>
            <a:pPr marL="514350" indent="-514350">
              <a:buAutoNum type="arabicParenR"/>
            </a:pPr>
            <a:r>
              <a:rPr lang="en-US" dirty="0" err="1">
                <a:solidFill>
                  <a:srgbClr val="FF0000"/>
                </a:solidFill>
              </a:rPr>
              <a:t>Kusuri</a:t>
            </a:r>
            <a:r>
              <a:rPr lang="en-US" dirty="0">
                <a:solidFill>
                  <a:srgbClr val="FF0000"/>
                </a:solidFill>
              </a:rPr>
              <a:t> o </a:t>
            </a:r>
            <a:r>
              <a:rPr lang="en-US" dirty="0" err="1">
                <a:solidFill>
                  <a:srgbClr val="FF0000"/>
                </a:solidFill>
              </a:rPr>
              <a:t>nomimaashita</a:t>
            </a:r>
            <a:r>
              <a:rPr lang="en-US" dirty="0">
                <a:solidFill>
                  <a:srgbClr val="FF0000"/>
                </a:solidFill>
              </a:rPr>
              <a:t> :- I drank medicine (Indicates past action)</a:t>
            </a:r>
          </a:p>
          <a:p>
            <a:pPr marL="514350" indent="-514350">
              <a:buAutoNum type="arabicParenR"/>
            </a:pPr>
            <a:endParaRPr lang="en-US" dirty="0">
              <a:solidFill>
                <a:srgbClr val="FF0000"/>
              </a:solidFill>
            </a:endParaRPr>
          </a:p>
          <a:p>
            <a:pPr marL="514350" indent="-514350">
              <a:buAutoNum type="arabicParenR"/>
            </a:pPr>
            <a:r>
              <a:rPr lang="en-US" dirty="0">
                <a:solidFill>
                  <a:srgbClr val="FF0000"/>
                </a:solidFill>
              </a:rPr>
              <a:t>_______o </a:t>
            </a:r>
            <a:r>
              <a:rPr lang="en-US" dirty="0" err="1">
                <a:solidFill>
                  <a:srgbClr val="FF0000"/>
                </a:solidFill>
              </a:rPr>
              <a:t>shimaashita</a:t>
            </a:r>
            <a:r>
              <a:rPr lang="en-US" dirty="0">
                <a:solidFill>
                  <a:srgbClr val="FF0000"/>
                </a:solidFill>
              </a:rPr>
              <a:t>.(</a:t>
            </a:r>
            <a:r>
              <a:rPr lang="en-US">
                <a:solidFill>
                  <a:srgbClr val="FF0000"/>
                </a:solidFill>
              </a:rPr>
              <a:t>I did)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86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27A7E-8634-4FCC-EBEA-5E301B282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976"/>
            <a:ext cx="12266644" cy="6774024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>
                <a:highlight>
                  <a:srgbClr val="FFFF00"/>
                </a:highlight>
              </a:rPr>
              <a:t>Future</a:t>
            </a:r>
            <a:r>
              <a:rPr lang="en-US" b="1" dirty="0"/>
              <a:t> 				</a:t>
            </a:r>
            <a:r>
              <a:rPr lang="en-US" b="1" u="sng" dirty="0">
                <a:highlight>
                  <a:srgbClr val="FFFF00"/>
                </a:highlight>
              </a:rPr>
              <a:t>Negative</a:t>
            </a:r>
            <a:r>
              <a:rPr lang="en-US" b="1" dirty="0"/>
              <a:t>                                                   </a:t>
            </a:r>
            <a:r>
              <a:rPr lang="en-US" b="1" u="sng" dirty="0">
                <a:highlight>
                  <a:srgbClr val="FFFF00"/>
                </a:highlight>
              </a:rPr>
              <a:t>past</a:t>
            </a:r>
          </a:p>
          <a:p>
            <a:r>
              <a:rPr lang="en-US" b="1" dirty="0" err="1"/>
              <a:t>Nomimasu</a:t>
            </a:r>
            <a:r>
              <a:rPr lang="en-US" dirty="0"/>
              <a:t> - to drink            </a:t>
            </a:r>
            <a:r>
              <a:rPr lang="en-US" b="1" dirty="0" err="1"/>
              <a:t>Nomimasen</a:t>
            </a:r>
            <a:r>
              <a:rPr lang="en-US" dirty="0"/>
              <a:t> - do not drink             </a:t>
            </a:r>
            <a:r>
              <a:rPr lang="en-US" b="1" dirty="0" err="1"/>
              <a:t>Nomimashita</a:t>
            </a:r>
            <a:r>
              <a:rPr lang="en-US" dirty="0"/>
              <a:t> -drank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Taabemasu</a:t>
            </a:r>
            <a:r>
              <a:rPr lang="en-US" dirty="0"/>
              <a:t> - to eat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Ikimasu</a:t>
            </a:r>
            <a:r>
              <a:rPr lang="en-US" dirty="0"/>
              <a:t> - to 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Kimasu</a:t>
            </a:r>
            <a:r>
              <a:rPr lang="en-US" dirty="0"/>
              <a:t> - to come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Shimasu</a:t>
            </a:r>
            <a:r>
              <a:rPr lang="en-US" dirty="0"/>
              <a:t> - to 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Kaerimasu</a:t>
            </a:r>
            <a:r>
              <a:rPr lang="en-US" dirty="0"/>
              <a:t> - to return (home)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Utaimasu</a:t>
            </a:r>
            <a:r>
              <a:rPr lang="en-US" dirty="0"/>
              <a:t> - to 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Okimasu</a:t>
            </a:r>
            <a:r>
              <a:rPr lang="en-US" dirty="0"/>
              <a:t> - to wake up/get 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Nemasu</a:t>
            </a:r>
            <a:r>
              <a:rPr lang="en-US" dirty="0"/>
              <a:t> - to sleep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Hatarakimasu</a:t>
            </a:r>
            <a:r>
              <a:rPr lang="en-US" dirty="0"/>
              <a:t> - to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Benkyou</a:t>
            </a:r>
            <a:r>
              <a:rPr lang="en-US" b="1" dirty="0"/>
              <a:t> </a:t>
            </a:r>
            <a:r>
              <a:rPr lang="en-US" b="1" dirty="0" err="1"/>
              <a:t>shimasu</a:t>
            </a:r>
            <a:r>
              <a:rPr lang="en-US" dirty="0"/>
              <a:t> - to study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Owarimasu</a:t>
            </a:r>
            <a:r>
              <a:rPr lang="en-US" dirty="0"/>
              <a:t> - to finish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Hajimemasu</a:t>
            </a:r>
            <a:r>
              <a:rPr lang="en-US" dirty="0"/>
              <a:t> - to begin/start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6277907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8CDE9-ED42-7AD6-5351-2BB486EE0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5943" y="205272"/>
            <a:ext cx="11157857" cy="65314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		</a:t>
            </a:r>
          </a:p>
          <a:p>
            <a:pPr marL="0" indent="0">
              <a:buNone/>
            </a:pPr>
            <a:r>
              <a:rPr lang="en-US" dirty="0"/>
              <a:t>				</a:t>
            </a:r>
            <a:r>
              <a:rPr lang="en-US" b="1" u="sng" dirty="0">
                <a:highlight>
                  <a:srgbClr val="FFFF00"/>
                </a:highlight>
              </a:rPr>
              <a:t>Reading Practice- Hiragana</a:t>
            </a:r>
          </a:p>
          <a:p>
            <a:pPr marL="514350" indent="-514350">
              <a:buAutoNum type="arabicParenR"/>
            </a:pPr>
            <a:r>
              <a:rPr lang="ja-JP" altLang="en-US" sz="4000" b="1" dirty="0"/>
              <a:t>おおさか。</a:t>
            </a:r>
            <a:endParaRPr lang="en-US" altLang="ja-JP" sz="4000" b="1" dirty="0"/>
          </a:p>
          <a:p>
            <a:pPr marL="514350" indent="-514350">
              <a:buAutoNum type="arabicParenR"/>
            </a:pPr>
            <a:r>
              <a:rPr lang="ja-JP" altLang="en-US" sz="4000" b="1" dirty="0"/>
              <a:t>あめ。</a:t>
            </a:r>
            <a:endParaRPr lang="en-US" altLang="ja-JP" sz="4000" b="1" dirty="0"/>
          </a:p>
          <a:p>
            <a:pPr marL="514350" indent="-514350">
              <a:buAutoNum type="arabicParenR"/>
            </a:pPr>
            <a:r>
              <a:rPr lang="ja-JP" altLang="en-US" sz="4000" b="1" dirty="0"/>
              <a:t>ことば。</a:t>
            </a:r>
            <a:endParaRPr lang="en-US" altLang="ja-JP" sz="4000" b="1" dirty="0"/>
          </a:p>
          <a:p>
            <a:pPr marL="514350" indent="-514350">
              <a:buAutoNum type="arabicParenR"/>
            </a:pPr>
            <a:r>
              <a:rPr lang="ja-JP" altLang="en-US" sz="4000" b="1" dirty="0"/>
              <a:t>たべます。</a:t>
            </a:r>
            <a:endParaRPr lang="en-US" altLang="ja-JP" sz="4000" b="1" dirty="0"/>
          </a:p>
          <a:p>
            <a:pPr marL="514350" indent="-514350">
              <a:buAutoNum type="arabicParenR"/>
            </a:pPr>
            <a:r>
              <a:rPr lang="ja-JP" altLang="en-US" sz="4000" b="1" dirty="0"/>
              <a:t>いきます。</a:t>
            </a:r>
            <a:endParaRPr lang="en-US" altLang="ja-JP" sz="4000" b="1" dirty="0"/>
          </a:p>
          <a:p>
            <a:pPr marL="514350" indent="-514350">
              <a:buAutoNum type="arabicParenR"/>
            </a:pPr>
            <a:r>
              <a:rPr lang="ja-JP" altLang="en-US" sz="4000" b="1" dirty="0"/>
              <a:t>のみます。</a:t>
            </a:r>
            <a:endParaRPr lang="en-US" altLang="ja-JP" sz="4000" b="1" dirty="0"/>
          </a:p>
          <a:p>
            <a:pPr marL="514350" indent="-514350">
              <a:buAutoNum type="arabicParenR"/>
            </a:pPr>
            <a:r>
              <a:rPr lang="ja-JP" altLang="en-US" sz="4000" b="1" dirty="0"/>
              <a:t>ゆうめい。</a:t>
            </a:r>
            <a:endParaRPr lang="en-US" altLang="ja-JP" sz="4000" b="1" dirty="0"/>
          </a:p>
          <a:p>
            <a:pPr marL="514350" indent="-514350">
              <a:buAutoNum type="arabicParenR"/>
            </a:pPr>
            <a:r>
              <a:rPr lang="ja-JP" altLang="en-US" sz="4000" b="1" dirty="0"/>
              <a:t>なまえ。</a:t>
            </a:r>
            <a:endParaRPr lang="en-US" altLang="ja-JP" sz="4000" b="1" dirty="0"/>
          </a:p>
          <a:p>
            <a:pPr marL="514350" indent="-514350">
              <a:buAutoNum type="arabicParenR"/>
            </a:pPr>
            <a:r>
              <a:rPr lang="ja-JP" altLang="en-US" sz="4000" b="1" dirty="0"/>
              <a:t>しんぶん。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3016227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4796</TotalTime>
  <Words>1952</Words>
  <Application>Microsoft Office PowerPoint</Application>
  <PresentationFormat>Widescreen</PresentationFormat>
  <Paragraphs>184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MOHD SALMAN</dc:creator>
  <cp:lastModifiedBy>Irfan mohammed</cp:lastModifiedBy>
  <cp:revision>96</cp:revision>
  <dcterms:created xsi:type="dcterms:W3CDTF">2023-08-04T16:18:54Z</dcterms:created>
  <dcterms:modified xsi:type="dcterms:W3CDTF">2024-10-21T04:48:45Z</dcterms:modified>
</cp:coreProperties>
</file>