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655A97-7F4D-E108-CF49-964CF931A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DC3CE29-2837-9C16-02A3-5A49AD45C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0047B2A-7DC4-018F-EFBC-065AE4240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B246-CF8E-476F-BE4D-2687387345F9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F951C6D-E58A-027B-20EA-C0471435F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C6C5758-2DA9-82A9-A205-A05517085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F4B3-3AAF-4FDB-8A22-8EEFDA2BF5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01374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5400B6-87C0-90C1-47F3-5EB26843F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A1C85C7-53F6-AE67-5705-250E30DB4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91FE0A5-732B-72A8-EEC4-295B49F5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B246-CF8E-476F-BE4D-2687387345F9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9141EA6-02D7-82AC-EBF4-B20B9AE5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4EA6FA9-FC76-D692-C025-A20A18CD6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F4B3-3AAF-4FDB-8A22-8EEFDA2BF5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23163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0C82C8-0233-9918-4C98-929A9C4E7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B884FE1-338E-1463-5676-2234851A4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C697A0C-C69D-762C-4C7F-0A36EAE40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B246-CF8E-476F-BE4D-2687387345F9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CD7422C-C5E8-2162-5C0F-E8BDA95A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C1511D8-DE34-8F47-90BA-A0369031D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F4B3-3AAF-4FDB-8A22-8EEFDA2BF5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10022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7DED92-B45C-318F-4E6F-185E3A201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57D45A4-E893-335C-B411-0AEDE1EFE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0F72DE5-24E5-D567-D5F3-A1A0AC1E6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710B5A1-E1BC-0D51-F7AC-7F07966BE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B246-CF8E-476F-BE4D-2687387345F9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10D85A5-37D9-9DCC-4D40-250CDFFD6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28DB659-729C-836F-9684-1196356BB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F4B3-3AAF-4FDB-8A22-8EEFDA2BF5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489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D602AF-A1E9-3A9A-567D-74D2275DD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48209EF-05E8-D85E-17F6-CB8734DE5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44C3B4F-14F5-F8B2-5929-5F5165680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3A32A61-DD0D-28C3-53B4-FC0F46DCF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B1554C5-D9DC-AF35-7C16-6E5AC68503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D8D9D38-EE38-55AD-3D54-47D04154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B246-CF8E-476F-BE4D-2687387345F9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0CC4EFB-1042-1BBE-2DC1-07C9F7276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ED5499A-9E0E-AC94-5425-E83F4FAAB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F4B3-3AAF-4FDB-8A22-8EEFDA2BF5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0442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9CE02-B436-8AFC-F5FE-1C2324B15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066BAE5-FE7E-8B24-73D3-44D1A7602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B246-CF8E-476F-BE4D-2687387345F9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EE81FEA-19EB-B79D-ADE9-5BD2DD85A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480D8E3-8D46-7F4A-F7DA-AA993C3C5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F4B3-3AAF-4FDB-8A22-8EEFDA2BF5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66387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9BB02BF-AE6B-114B-0724-DE071B9A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B246-CF8E-476F-BE4D-2687387345F9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B595095-742D-96E2-D0DA-30EF70AE5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306E0C7-1B76-A9C5-DA6E-47175A04F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F4B3-3AAF-4FDB-8A22-8EEFDA2BF5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93452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273E1F-9ED0-8568-ECBE-53744D3EE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940ECC6-3F73-3DC5-FF21-AF2B5E8C3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C3DBD5B-2BD3-1279-8EDD-E8447EC2D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AD80D9F-A3F5-E960-29AB-3CD4B123C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B246-CF8E-476F-BE4D-2687387345F9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82D8D35-8A74-6DE5-341D-F94DBABF9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3334171-5A1A-99FE-AE0A-67C9E49F7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F4B3-3AAF-4FDB-8A22-8EEFDA2BF5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5153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C364B1-0E64-7636-EDB3-87B6A0DAA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9247A262-F7C7-F770-986E-B9A1DE4CA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62FD3C3-194F-CBAB-FBC3-2D8992E38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822E3C8-8CC3-E2C8-34E6-A00161E67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B246-CF8E-476F-BE4D-2687387345F9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42C9684-2FA7-FB2D-D063-809045231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A65CAF8-F925-60FF-5ECB-B65560821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F4B3-3AAF-4FDB-8A22-8EEFDA2BF5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93073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D7A16C-FA15-0DE4-1DEA-AD0483FC3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83C2C5B-98D8-DB5E-1A38-0171BB322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2702FC1-0A86-6B92-613C-7B0816BB2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B246-CF8E-476F-BE4D-2687387345F9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D96332-AA23-CA32-D50D-C67F7496F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72E2DF9-E5F8-1D7C-B6A7-207F49014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F4B3-3AAF-4FDB-8A22-8EEFDA2BF5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80045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EE30F40-C933-2A57-CA7B-4AD417B55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3B9ABC3-96AF-25D7-3344-072381125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9FA38BB-58C6-A781-4999-533A2593E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B246-CF8E-476F-BE4D-2687387345F9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71D28EC-A833-40B8-A17E-B3B217854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4D3A96-91BB-A592-60C7-728C54925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F4B3-3AAF-4FDB-8A22-8EEFDA2BF5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32396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4FE483B-A930-244C-DA08-B37D3E480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2BEC537-7501-A3D9-63A2-B5538A1C5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6990274-BEE7-090D-749A-807E6B5D0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4B246-CF8E-476F-BE4D-2687387345F9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BD198A9-BEA5-7446-F1C7-B0CE714F5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F8987E2-662A-86A5-E256-8EB276BE0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7F4B3-3AAF-4FDB-8A22-8EEFDA2BF5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45010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BF8144E-7DEE-59AA-EC99-5B8CE2667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78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3728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BF76CC-D627-5D92-268D-C74CB85B2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047" y="161364"/>
            <a:ext cx="12030635" cy="6777318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solidFill>
                  <a:schemeClr val="accent1">
                    <a:lumMod val="75000"/>
                  </a:schemeClr>
                </a:solidFill>
              </a:rPr>
              <a:t>In Japanese</a:t>
            </a:r>
            <a:r>
              <a:rPr lang="en-IN" b="1" dirty="0"/>
              <a:t>		</a:t>
            </a:r>
            <a:r>
              <a:rPr lang="en-IN" b="1" u="sng" dirty="0">
                <a:solidFill>
                  <a:schemeClr val="accent2">
                    <a:lumMod val="75000"/>
                  </a:schemeClr>
                </a:solidFill>
              </a:rPr>
              <a:t>In English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1. </a:t>
            </a:r>
            <a:r>
              <a:rPr lang="en-US" sz="2000" smtClean="0">
                <a:solidFill>
                  <a:schemeClr val="accent1">
                    <a:lumMod val="75000"/>
                  </a:schemeClr>
                </a:solidFill>
              </a:rPr>
              <a:t>HaJimemasho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Lets Begin.		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16 .Sensei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		Teacher			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2.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Owarimasho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Lets Finish (lesson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etc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)	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17.Gakusei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		Student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3.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Yashumimasho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Lets Take Break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4. Hai			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Yes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5.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Iie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			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No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6.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Wakarimasu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ka?	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Do you understand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7. Hai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Wakarimasu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Yes Understood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8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Iie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Wakarimasen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No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dont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Understood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9. Soo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desu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Yes,it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is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10.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Chigaimasu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You are wrong/Not its not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11.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Mou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Ichido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Once More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12.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Yonde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Kudasai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Please Read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13.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Kaite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Kudasai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Please Write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14. Mite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Kudasai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Please Look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15.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Itte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Kudasai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Please say</a:t>
            </a:r>
          </a:p>
          <a:p>
            <a:pPr marL="0" indent="0">
              <a:buNone/>
            </a:pP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55725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9BE46C-4A60-32D7-E21B-C09F989CE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IN" dirty="0"/>
              <a:t>     			</a:t>
            </a:r>
            <a:r>
              <a:rPr lang="en-IN" b="1" u="sng" dirty="0"/>
              <a:t>Class </a:t>
            </a:r>
            <a:r>
              <a:rPr lang="en-IN" b="1" u="sng" dirty="0" err="1"/>
              <a:t>Intructions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4931A40-C24C-6476-583D-C1C7E365B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9" y="681037"/>
            <a:ext cx="11815482" cy="6105245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solidFill>
                  <a:schemeClr val="accent1">
                    <a:lumMod val="75000"/>
                  </a:schemeClr>
                </a:solidFill>
              </a:rPr>
              <a:t>In Japanese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IN" dirty="0"/>
              <a:t>			</a:t>
            </a:r>
            <a:r>
              <a:rPr lang="en-IN" b="1" u="sng" dirty="0">
                <a:solidFill>
                  <a:schemeClr val="accent2">
                    <a:lumMod val="75000"/>
                  </a:schemeClr>
                </a:solidFill>
              </a:rPr>
              <a:t>In English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16 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Ii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desu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				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it’s Good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16. Dame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Desu</a:t>
            </a:r>
            <a:r>
              <a:rPr lang="en-IN" dirty="0"/>
              <a:t>			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Not Good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17.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Shukudai</a:t>
            </a:r>
            <a:r>
              <a:rPr lang="en-IN" dirty="0"/>
              <a:t>			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Homework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18.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Shitsumon</a:t>
            </a:r>
            <a:r>
              <a:rPr lang="en-IN" dirty="0"/>
              <a:t>			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Question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19.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Kotae</a:t>
            </a:r>
            <a:r>
              <a:rPr lang="en-IN" dirty="0"/>
              <a:t>				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Answer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20. Rei</a:t>
            </a:r>
            <a:r>
              <a:rPr lang="en-IN" dirty="0"/>
              <a:t>				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Example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21.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Tsugi</a:t>
            </a:r>
            <a:r>
              <a:rPr lang="en-IN" dirty="0"/>
              <a:t>				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Next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22.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Onaji</a:t>
            </a:r>
            <a:r>
              <a:rPr lang="en-IN" dirty="0"/>
              <a:t>				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Same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23.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Imi</a:t>
            </a:r>
            <a:r>
              <a:rPr lang="en-IN" dirty="0"/>
              <a:t>				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Meaning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24.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Shitsure</a:t>
            </a:r>
            <a:r>
              <a:rPr lang="en-IN" dirty="0"/>
              <a:t>				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Rude/Impolite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25.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Minasaan</a:t>
            </a:r>
            <a:r>
              <a:rPr lang="en-IN" dirty="0"/>
              <a:t>			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EveryOne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00495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</Words>
  <Application>Microsoft Office PowerPoint</Application>
  <PresentationFormat>Custom</PresentationFormat>
  <Paragraphs>32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        Class Intructions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MOHD SALMAN</dc:creator>
  <cp:lastModifiedBy>admin</cp:lastModifiedBy>
  <cp:revision>8</cp:revision>
  <dcterms:created xsi:type="dcterms:W3CDTF">2023-03-28T04:29:32Z</dcterms:created>
  <dcterms:modified xsi:type="dcterms:W3CDTF">2024-01-20T06:39:49Z</dcterms:modified>
</cp:coreProperties>
</file>