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0"/>
  </p:notesMasterIdLst>
  <p:handoutMasterIdLst>
    <p:handoutMasterId r:id="rId21"/>
  </p:handoutMasterIdLst>
  <p:sldIdLst>
    <p:sldId id="271" r:id="rId2"/>
    <p:sldId id="300" r:id="rId3"/>
    <p:sldId id="322" r:id="rId4"/>
    <p:sldId id="323" r:id="rId5"/>
    <p:sldId id="324" r:id="rId6"/>
    <p:sldId id="305" r:id="rId7"/>
    <p:sldId id="308" r:id="rId8"/>
    <p:sldId id="309" r:id="rId9"/>
    <p:sldId id="330" r:id="rId10"/>
    <p:sldId id="307" r:id="rId11"/>
    <p:sldId id="348" r:id="rId12"/>
    <p:sldId id="344" r:id="rId13"/>
    <p:sldId id="340" r:id="rId14"/>
    <p:sldId id="351" r:id="rId15"/>
    <p:sldId id="302" r:id="rId16"/>
    <p:sldId id="301" r:id="rId17"/>
    <p:sldId id="303" r:id="rId18"/>
    <p:sldId id="304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67C627-7AB5-4F2E-AA04-ABAF95A01537}" v="155" dt="2024-12-14T11:50:42.0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86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MGIRI SURESH" userId="5b10d16f-39de-493f-9ad6-2f8956114115" providerId="ADAL" clId="{3267C627-7AB5-4F2E-AA04-ABAF95A01537}"/>
    <pc:docChg chg="undo custSel addSld delSld modSld sldOrd">
      <pc:chgData name="NAMGIRI SURESH" userId="5b10d16f-39de-493f-9ad6-2f8956114115" providerId="ADAL" clId="{3267C627-7AB5-4F2E-AA04-ABAF95A01537}" dt="2024-12-14T11:50:42.078" v="899" actId="255"/>
      <pc:docMkLst>
        <pc:docMk/>
      </pc:docMkLst>
      <pc:sldChg chg="modSp">
        <pc:chgData name="NAMGIRI SURESH" userId="5b10d16f-39de-493f-9ad6-2f8956114115" providerId="ADAL" clId="{3267C627-7AB5-4F2E-AA04-ABAF95A01537}" dt="2024-12-14T09:44:15.654" v="408" actId="6549"/>
        <pc:sldMkLst>
          <pc:docMk/>
          <pc:sldMk cId="2831888533" sldId="307"/>
        </pc:sldMkLst>
        <pc:spChg chg="mod">
          <ac:chgData name="NAMGIRI SURESH" userId="5b10d16f-39de-493f-9ad6-2f8956114115" providerId="ADAL" clId="{3267C627-7AB5-4F2E-AA04-ABAF95A01537}" dt="2024-12-14T09:44:15.654" v="408" actId="6549"/>
          <ac:spMkLst>
            <pc:docMk/>
            <pc:sldMk cId="2831888533" sldId="307"/>
            <ac:spMk id="4" creationId="{39DC903D-9003-4F3D-87E9-EE7D5BEB5D03}"/>
          </ac:spMkLst>
        </pc:spChg>
      </pc:sldChg>
      <pc:sldChg chg="del">
        <pc:chgData name="NAMGIRI SURESH" userId="5b10d16f-39de-493f-9ad6-2f8956114115" providerId="ADAL" clId="{3267C627-7AB5-4F2E-AA04-ABAF95A01537}" dt="2024-12-14T09:04:25.433" v="0" actId="47"/>
        <pc:sldMkLst>
          <pc:docMk/>
          <pc:sldMk cId="0" sldId="308"/>
        </pc:sldMkLst>
      </pc:sldChg>
      <pc:sldChg chg="add ord">
        <pc:chgData name="NAMGIRI SURESH" userId="5b10d16f-39de-493f-9ad6-2f8956114115" providerId="ADAL" clId="{3267C627-7AB5-4F2E-AA04-ABAF95A01537}" dt="2024-12-14T09:30:22.606" v="3"/>
        <pc:sldMkLst>
          <pc:docMk/>
          <pc:sldMk cId="2759205083" sldId="308"/>
        </pc:sldMkLst>
      </pc:sldChg>
      <pc:sldChg chg="addSp delSp modSp mod addAnim delAnim modAnim">
        <pc:chgData name="NAMGIRI SURESH" userId="5b10d16f-39de-493f-9ad6-2f8956114115" providerId="ADAL" clId="{3267C627-7AB5-4F2E-AA04-ABAF95A01537}" dt="2024-12-14T09:54:25.492" v="622" actId="14100"/>
        <pc:sldMkLst>
          <pc:docMk/>
          <pc:sldMk cId="374425441" sldId="330"/>
        </pc:sldMkLst>
        <pc:spChg chg="add del mod">
          <ac:chgData name="NAMGIRI SURESH" userId="5b10d16f-39de-493f-9ad6-2f8956114115" providerId="ADAL" clId="{3267C627-7AB5-4F2E-AA04-ABAF95A01537}" dt="2024-12-14T09:35:33.561" v="144" actId="478"/>
          <ac:spMkLst>
            <pc:docMk/>
            <pc:sldMk cId="374425441" sldId="330"/>
            <ac:spMk id="3" creationId="{CCEAE267-FD29-8B20-5180-00D3D0B9E07F}"/>
          </ac:spMkLst>
        </pc:spChg>
        <pc:spChg chg="add del mod">
          <ac:chgData name="NAMGIRI SURESH" userId="5b10d16f-39de-493f-9ad6-2f8956114115" providerId="ADAL" clId="{3267C627-7AB5-4F2E-AA04-ABAF95A01537}" dt="2024-12-14T09:41:45.979" v="367" actId="478"/>
          <ac:spMkLst>
            <pc:docMk/>
            <pc:sldMk cId="374425441" sldId="330"/>
            <ac:spMk id="5" creationId="{31041C9A-337A-9A90-83AB-3944DC83DF36}"/>
          </ac:spMkLst>
        </pc:spChg>
        <pc:spChg chg="add del mod">
          <ac:chgData name="NAMGIRI SURESH" userId="5b10d16f-39de-493f-9ad6-2f8956114115" providerId="ADAL" clId="{3267C627-7AB5-4F2E-AA04-ABAF95A01537}" dt="2024-12-14T09:41:48.648" v="368" actId="478"/>
          <ac:spMkLst>
            <pc:docMk/>
            <pc:sldMk cId="374425441" sldId="330"/>
            <ac:spMk id="6" creationId="{3C60175A-A5B7-EC4E-68E5-3A9AB395FDA9}"/>
          </ac:spMkLst>
        </pc:spChg>
        <pc:spChg chg="add del mod">
          <ac:chgData name="NAMGIRI SURESH" userId="5b10d16f-39de-493f-9ad6-2f8956114115" providerId="ADAL" clId="{3267C627-7AB5-4F2E-AA04-ABAF95A01537}" dt="2024-12-14T09:38:29.720" v="207"/>
          <ac:spMkLst>
            <pc:docMk/>
            <pc:sldMk cId="374425441" sldId="330"/>
            <ac:spMk id="7" creationId="{6CD67486-46D1-2EF4-AADD-FBDCEF094EB5}"/>
          </ac:spMkLst>
        </pc:spChg>
        <pc:spChg chg="add del mod">
          <ac:chgData name="NAMGIRI SURESH" userId="5b10d16f-39de-493f-9ad6-2f8956114115" providerId="ADAL" clId="{3267C627-7AB5-4F2E-AA04-ABAF95A01537}" dt="2024-12-14T09:40:11.685" v="225" actId="478"/>
          <ac:spMkLst>
            <pc:docMk/>
            <pc:sldMk cId="374425441" sldId="330"/>
            <ac:spMk id="8" creationId="{CF2C5078-BE67-AD6B-C2F1-7CF40ABEE7BF}"/>
          </ac:spMkLst>
        </pc:spChg>
        <pc:spChg chg="add del mod">
          <ac:chgData name="NAMGIRI SURESH" userId="5b10d16f-39de-493f-9ad6-2f8956114115" providerId="ADAL" clId="{3267C627-7AB5-4F2E-AA04-ABAF95A01537}" dt="2024-12-14T09:36:36.732" v="159" actId="478"/>
          <ac:spMkLst>
            <pc:docMk/>
            <pc:sldMk cId="374425441" sldId="330"/>
            <ac:spMk id="10" creationId="{2E5A58DF-65F5-0E97-88AA-A91750BCAC8D}"/>
          </ac:spMkLst>
        </pc:spChg>
        <pc:spChg chg="add del mod">
          <ac:chgData name="NAMGIRI SURESH" userId="5b10d16f-39de-493f-9ad6-2f8956114115" providerId="ADAL" clId="{3267C627-7AB5-4F2E-AA04-ABAF95A01537}" dt="2024-12-14T09:35:06.580" v="107" actId="478"/>
          <ac:spMkLst>
            <pc:docMk/>
            <pc:sldMk cId="374425441" sldId="330"/>
            <ac:spMk id="14" creationId="{A57428D9-A31C-1B2D-2E04-6AC3A1B31F53}"/>
          </ac:spMkLst>
        </pc:spChg>
        <pc:spChg chg="add del mod">
          <ac:chgData name="NAMGIRI SURESH" userId="5b10d16f-39de-493f-9ad6-2f8956114115" providerId="ADAL" clId="{3267C627-7AB5-4F2E-AA04-ABAF95A01537}" dt="2024-12-14T09:40:11.695" v="227"/>
          <ac:spMkLst>
            <pc:docMk/>
            <pc:sldMk cId="374425441" sldId="330"/>
            <ac:spMk id="15" creationId="{32555E68-652C-1CCE-5870-89CC5ABEA36A}"/>
          </ac:spMkLst>
        </pc:spChg>
        <pc:spChg chg="add mod">
          <ac:chgData name="NAMGIRI SURESH" userId="5b10d16f-39de-493f-9ad6-2f8956114115" providerId="ADAL" clId="{3267C627-7AB5-4F2E-AA04-ABAF95A01537}" dt="2024-12-14T09:54:25.492" v="622" actId="14100"/>
          <ac:spMkLst>
            <pc:docMk/>
            <pc:sldMk cId="374425441" sldId="330"/>
            <ac:spMk id="16" creationId="{44AC0592-C8F6-EF3F-4BF2-F4B6D3AAD326}"/>
          </ac:spMkLst>
        </pc:spChg>
        <pc:spChg chg="add del mod">
          <ac:chgData name="NAMGIRI SURESH" userId="5b10d16f-39de-493f-9ad6-2f8956114115" providerId="ADAL" clId="{3267C627-7AB5-4F2E-AA04-ABAF95A01537}" dt="2024-12-14T09:35:48.807" v="146" actId="478"/>
          <ac:spMkLst>
            <pc:docMk/>
            <pc:sldMk cId="374425441" sldId="330"/>
            <ac:spMk id="21" creationId="{3C3F1522-D028-7913-23CD-2529C97859D0}"/>
          </ac:spMkLst>
        </pc:spChg>
        <pc:grpChg chg="del">
          <ac:chgData name="NAMGIRI SURESH" userId="5b10d16f-39de-493f-9ad6-2f8956114115" providerId="ADAL" clId="{3267C627-7AB5-4F2E-AA04-ABAF95A01537}" dt="2024-12-14T09:31:28.601" v="4" actId="478"/>
          <ac:grpSpMkLst>
            <pc:docMk/>
            <pc:sldMk cId="374425441" sldId="330"/>
            <ac:grpSpMk id="2" creationId="{9EAA197F-0A67-BA1E-30F1-F25C10530CD7}"/>
          </ac:grpSpMkLst>
        </pc:grpChg>
      </pc:sldChg>
      <pc:sldChg chg="addSp delSp modSp del mod">
        <pc:chgData name="NAMGIRI SURESH" userId="5b10d16f-39de-493f-9ad6-2f8956114115" providerId="ADAL" clId="{3267C627-7AB5-4F2E-AA04-ABAF95A01537}" dt="2024-12-14T09:32:44.500" v="17" actId="2696"/>
        <pc:sldMkLst>
          <pc:docMk/>
          <pc:sldMk cId="3184266194" sldId="332"/>
        </pc:sldMkLst>
        <pc:spChg chg="add mod">
          <ac:chgData name="NAMGIRI SURESH" userId="5b10d16f-39de-493f-9ad6-2f8956114115" providerId="ADAL" clId="{3267C627-7AB5-4F2E-AA04-ABAF95A01537}" dt="2024-12-14T09:32:09.139" v="10" actId="21"/>
          <ac:spMkLst>
            <pc:docMk/>
            <pc:sldMk cId="3184266194" sldId="332"/>
            <ac:spMk id="3" creationId="{792B6CC0-2AC8-72C1-59AF-7378BDB2B1F0}"/>
          </ac:spMkLst>
        </pc:spChg>
        <pc:spChg chg="del">
          <ac:chgData name="NAMGIRI SURESH" userId="5b10d16f-39de-493f-9ad6-2f8956114115" providerId="ADAL" clId="{3267C627-7AB5-4F2E-AA04-ABAF95A01537}" dt="2024-12-14T09:32:09.139" v="10" actId="21"/>
          <ac:spMkLst>
            <pc:docMk/>
            <pc:sldMk cId="3184266194" sldId="332"/>
            <ac:spMk id="21" creationId="{3C3F1522-D028-7913-23CD-2529C97859D0}"/>
          </ac:spMkLst>
        </pc:spChg>
      </pc:sldChg>
      <pc:sldChg chg="delSp del mod delAnim">
        <pc:chgData name="NAMGIRI SURESH" userId="5b10d16f-39de-493f-9ad6-2f8956114115" providerId="ADAL" clId="{3267C627-7AB5-4F2E-AA04-ABAF95A01537}" dt="2024-12-14T09:32:01.853" v="9" actId="2696"/>
        <pc:sldMkLst>
          <pc:docMk/>
          <pc:sldMk cId="3056589954" sldId="333"/>
        </pc:sldMkLst>
        <pc:spChg chg="del">
          <ac:chgData name="NAMGIRI SURESH" userId="5b10d16f-39de-493f-9ad6-2f8956114115" providerId="ADAL" clId="{3267C627-7AB5-4F2E-AA04-ABAF95A01537}" dt="2024-12-14T09:31:41.104" v="6" actId="21"/>
          <ac:spMkLst>
            <pc:docMk/>
            <pc:sldMk cId="3056589954" sldId="333"/>
            <ac:spMk id="8" creationId="{8C184768-B7AD-1E0C-FBCD-E5475EB12BBD}"/>
          </ac:spMkLst>
        </pc:spChg>
      </pc:sldChg>
      <pc:sldChg chg="delSp del mod">
        <pc:chgData name="NAMGIRI SURESH" userId="5b10d16f-39de-493f-9ad6-2f8956114115" providerId="ADAL" clId="{3267C627-7AB5-4F2E-AA04-ABAF95A01537}" dt="2024-12-14T09:32:47.568" v="18" actId="2696"/>
        <pc:sldMkLst>
          <pc:docMk/>
          <pc:sldMk cId="2776183647" sldId="334"/>
        </pc:sldMkLst>
        <pc:spChg chg="del">
          <ac:chgData name="NAMGIRI SURESH" userId="5b10d16f-39de-493f-9ad6-2f8956114115" providerId="ADAL" clId="{3267C627-7AB5-4F2E-AA04-ABAF95A01537}" dt="2024-12-14T09:32:25.947" v="13" actId="21"/>
          <ac:spMkLst>
            <pc:docMk/>
            <pc:sldMk cId="2776183647" sldId="334"/>
            <ac:spMk id="3" creationId="{31041C9A-337A-9A90-83AB-3944DC83DF36}"/>
          </ac:spMkLst>
        </pc:spChg>
      </pc:sldChg>
      <pc:sldChg chg="addSp delSp modSp del mod">
        <pc:chgData name="NAMGIRI SURESH" userId="5b10d16f-39de-493f-9ad6-2f8956114115" providerId="ADAL" clId="{3267C627-7AB5-4F2E-AA04-ABAF95A01537}" dt="2024-12-14T09:45:50.387" v="418" actId="2696"/>
        <pc:sldMkLst>
          <pc:docMk/>
          <pc:sldMk cId="811589993" sldId="338"/>
        </pc:sldMkLst>
        <pc:spChg chg="add del mod">
          <ac:chgData name="NAMGIRI SURESH" userId="5b10d16f-39de-493f-9ad6-2f8956114115" providerId="ADAL" clId="{3267C627-7AB5-4F2E-AA04-ABAF95A01537}" dt="2024-12-14T09:45:29.568" v="416" actId="478"/>
          <ac:spMkLst>
            <pc:docMk/>
            <pc:sldMk cId="811589993" sldId="338"/>
            <ac:spMk id="3" creationId="{5CCE9FA9-39FA-82FC-2B81-632C6429CE37}"/>
          </ac:spMkLst>
        </pc:spChg>
        <pc:spChg chg="del">
          <ac:chgData name="NAMGIRI SURESH" userId="5b10d16f-39de-493f-9ad6-2f8956114115" providerId="ADAL" clId="{3267C627-7AB5-4F2E-AA04-ABAF95A01537}" dt="2024-12-14T09:45:25.091" v="414" actId="478"/>
          <ac:spMkLst>
            <pc:docMk/>
            <pc:sldMk cId="811589993" sldId="338"/>
            <ac:spMk id="5" creationId="{11256061-67FB-5C01-E1DF-678EA7DB3F47}"/>
          </ac:spMkLst>
        </pc:spChg>
        <pc:spChg chg="del mod">
          <ac:chgData name="NAMGIRI SURESH" userId="5b10d16f-39de-493f-9ad6-2f8956114115" providerId="ADAL" clId="{3267C627-7AB5-4F2E-AA04-ABAF95A01537}" dt="2024-12-14T09:45:23.361" v="413" actId="478"/>
          <ac:spMkLst>
            <pc:docMk/>
            <pc:sldMk cId="811589993" sldId="338"/>
            <ac:spMk id="7" creationId="{EDDF76FB-8DA2-1000-8E32-BD8CD5C6E165}"/>
          </ac:spMkLst>
        </pc:spChg>
        <pc:spChg chg="del">
          <ac:chgData name="NAMGIRI SURESH" userId="5b10d16f-39de-493f-9ad6-2f8956114115" providerId="ADAL" clId="{3267C627-7AB5-4F2E-AA04-ABAF95A01537}" dt="2024-12-14T09:45:26.370" v="415" actId="478"/>
          <ac:spMkLst>
            <pc:docMk/>
            <pc:sldMk cId="811589993" sldId="338"/>
            <ac:spMk id="8" creationId="{B7391497-A953-6D4C-B5CC-27684723A8ED}"/>
          </ac:spMkLst>
        </pc:spChg>
        <pc:picChg chg="del">
          <ac:chgData name="NAMGIRI SURESH" userId="5b10d16f-39de-493f-9ad6-2f8956114115" providerId="ADAL" clId="{3267C627-7AB5-4F2E-AA04-ABAF95A01537}" dt="2024-12-14T09:45:17.934" v="409" actId="478"/>
          <ac:picMkLst>
            <pc:docMk/>
            <pc:sldMk cId="811589993" sldId="338"/>
            <ac:picMk id="6" creationId="{E61B0D68-BFE1-3443-2F20-C2EA685685E5}"/>
          </ac:picMkLst>
        </pc:picChg>
        <pc:picChg chg="del">
          <ac:chgData name="NAMGIRI SURESH" userId="5b10d16f-39de-493f-9ad6-2f8956114115" providerId="ADAL" clId="{3267C627-7AB5-4F2E-AA04-ABAF95A01537}" dt="2024-12-14T09:45:19.244" v="410" actId="478"/>
          <ac:picMkLst>
            <pc:docMk/>
            <pc:sldMk cId="811589993" sldId="338"/>
            <ac:picMk id="9" creationId="{DF286DAE-05C9-33F0-F2C6-7E0BD50B66B9}"/>
          </ac:picMkLst>
        </pc:picChg>
        <pc:picChg chg="del">
          <ac:chgData name="NAMGIRI SURESH" userId="5b10d16f-39de-493f-9ad6-2f8956114115" providerId="ADAL" clId="{3267C627-7AB5-4F2E-AA04-ABAF95A01537}" dt="2024-12-14T09:45:20.153" v="411" actId="478"/>
          <ac:picMkLst>
            <pc:docMk/>
            <pc:sldMk cId="811589993" sldId="338"/>
            <ac:picMk id="10" creationId="{345EF3BB-3E0E-FA78-D55E-C18796FC0819}"/>
          </ac:picMkLst>
        </pc:picChg>
      </pc:sldChg>
      <pc:sldChg chg="del">
        <pc:chgData name="NAMGIRI SURESH" userId="5b10d16f-39de-493f-9ad6-2f8956114115" providerId="ADAL" clId="{3267C627-7AB5-4F2E-AA04-ABAF95A01537}" dt="2024-12-14T09:47:12.890" v="500" actId="2696"/>
        <pc:sldMkLst>
          <pc:docMk/>
          <pc:sldMk cId="13851784" sldId="339"/>
        </pc:sldMkLst>
      </pc:sldChg>
      <pc:sldChg chg="addSp delSp modSp mod ord">
        <pc:chgData name="NAMGIRI SURESH" userId="5b10d16f-39de-493f-9ad6-2f8956114115" providerId="ADAL" clId="{3267C627-7AB5-4F2E-AA04-ABAF95A01537}" dt="2024-12-14T11:46:24.779" v="895" actId="20577"/>
        <pc:sldMkLst>
          <pc:docMk/>
          <pc:sldMk cId="2162344639" sldId="340"/>
        </pc:sldMkLst>
        <pc:spChg chg="add del mod">
          <ac:chgData name="NAMGIRI SURESH" userId="5b10d16f-39de-493f-9ad6-2f8956114115" providerId="ADAL" clId="{3267C627-7AB5-4F2E-AA04-ABAF95A01537}" dt="2024-12-14T11:28:20.568" v="687" actId="478"/>
          <ac:spMkLst>
            <pc:docMk/>
            <pc:sldMk cId="2162344639" sldId="340"/>
            <ac:spMk id="3" creationId="{9BC9FFEF-659D-67E3-2A60-4BAC9DBA222C}"/>
          </ac:spMkLst>
        </pc:spChg>
        <pc:spChg chg="add mod">
          <ac:chgData name="NAMGIRI SURESH" userId="5b10d16f-39de-493f-9ad6-2f8956114115" providerId="ADAL" clId="{3267C627-7AB5-4F2E-AA04-ABAF95A01537}" dt="2024-12-14T11:32:20.314" v="732" actId="6549"/>
          <ac:spMkLst>
            <pc:docMk/>
            <pc:sldMk cId="2162344639" sldId="340"/>
            <ac:spMk id="7" creationId="{77EAECB0-0371-1623-C92C-086E4BF957CA}"/>
          </ac:spMkLst>
        </pc:spChg>
        <pc:spChg chg="del mod">
          <ac:chgData name="NAMGIRI SURESH" userId="5b10d16f-39de-493f-9ad6-2f8956114115" providerId="ADAL" clId="{3267C627-7AB5-4F2E-AA04-ABAF95A01537}" dt="2024-12-14T11:28:17.188" v="686" actId="478"/>
          <ac:spMkLst>
            <pc:docMk/>
            <pc:sldMk cId="2162344639" sldId="340"/>
            <ac:spMk id="8" creationId="{480DCF2D-F980-EDA4-D09E-26421BB0D250}"/>
          </ac:spMkLst>
        </pc:spChg>
        <pc:spChg chg="del">
          <ac:chgData name="NAMGIRI SURESH" userId="5b10d16f-39de-493f-9ad6-2f8956114115" providerId="ADAL" clId="{3267C627-7AB5-4F2E-AA04-ABAF95A01537}" dt="2024-12-14T11:28:12.410" v="684" actId="478"/>
          <ac:spMkLst>
            <pc:docMk/>
            <pc:sldMk cId="2162344639" sldId="340"/>
            <ac:spMk id="10" creationId="{A0417977-3B26-8827-E822-8626EF86E5ED}"/>
          </ac:spMkLst>
        </pc:spChg>
        <pc:spChg chg="del">
          <ac:chgData name="NAMGIRI SURESH" userId="5b10d16f-39de-493f-9ad6-2f8956114115" providerId="ADAL" clId="{3267C627-7AB5-4F2E-AA04-ABAF95A01537}" dt="2024-12-14T11:28:12.410" v="684" actId="478"/>
          <ac:spMkLst>
            <pc:docMk/>
            <pc:sldMk cId="2162344639" sldId="340"/>
            <ac:spMk id="11" creationId="{03216083-A9DE-8488-086A-67F54E400DF4}"/>
          </ac:spMkLst>
        </pc:spChg>
        <pc:spChg chg="del">
          <ac:chgData name="NAMGIRI SURESH" userId="5b10d16f-39de-493f-9ad6-2f8956114115" providerId="ADAL" clId="{3267C627-7AB5-4F2E-AA04-ABAF95A01537}" dt="2024-12-14T11:28:12.410" v="684" actId="478"/>
          <ac:spMkLst>
            <pc:docMk/>
            <pc:sldMk cId="2162344639" sldId="340"/>
            <ac:spMk id="12" creationId="{3A0E338E-101D-6AE1-F8DD-ED30571D6B61}"/>
          </ac:spMkLst>
        </pc:spChg>
        <pc:spChg chg="del">
          <ac:chgData name="NAMGIRI SURESH" userId="5b10d16f-39de-493f-9ad6-2f8956114115" providerId="ADAL" clId="{3267C627-7AB5-4F2E-AA04-ABAF95A01537}" dt="2024-12-14T11:28:12.410" v="684" actId="478"/>
          <ac:spMkLst>
            <pc:docMk/>
            <pc:sldMk cId="2162344639" sldId="340"/>
            <ac:spMk id="13" creationId="{5A694466-3562-CF09-9D1B-5070C1758E84}"/>
          </ac:spMkLst>
        </pc:spChg>
        <pc:spChg chg="del">
          <ac:chgData name="NAMGIRI SURESH" userId="5b10d16f-39de-493f-9ad6-2f8956114115" providerId="ADAL" clId="{3267C627-7AB5-4F2E-AA04-ABAF95A01537}" dt="2024-12-14T11:28:12.410" v="684" actId="478"/>
          <ac:spMkLst>
            <pc:docMk/>
            <pc:sldMk cId="2162344639" sldId="340"/>
            <ac:spMk id="14" creationId="{67614DAA-EB51-517E-5AA1-BB43A957723F}"/>
          </ac:spMkLst>
        </pc:spChg>
        <pc:spChg chg="del">
          <ac:chgData name="NAMGIRI SURESH" userId="5b10d16f-39de-493f-9ad6-2f8956114115" providerId="ADAL" clId="{3267C627-7AB5-4F2E-AA04-ABAF95A01537}" dt="2024-12-14T11:28:23.794" v="688" actId="478"/>
          <ac:spMkLst>
            <pc:docMk/>
            <pc:sldMk cId="2162344639" sldId="340"/>
            <ac:spMk id="15" creationId="{7F9BBD61-2887-0780-96C3-813D775676EB}"/>
          </ac:spMkLst>
        </pc:spChg>
        <pc:spChg chg="del mod">
          <ac:chgData name="NAMGIRI SURESH" userId="5b10d16f-39de-493f-9ad6-2f8956114115" providerId="ADAL" clId="{3267C627-7AB5-4F2E-AA04-ABAF95A01537}" dt="2024-12-14T11:28:05.538" v="680" actId="478"/>
          <ac:spMkLst>
            <pc:docMk/>
            <pc:sldMk cId="2162344639" sldId="340"/>
            <ac:spMk id="16" creationId="{2D3010DD-6057-169C-2944-B78DDBE0B546}"/>
          </ac:spMkLst>
        </pc:spChg>
        <pc:spChg chg="add mod">
          <ac:chgData name="NAMGIRI SURESH" userId="5b10d16f-39de-493f-9ad6-2f8956114115" providerId="ADAL" clId="{3267C627-7AB5-4F2E-AA04-ABAF95A01537}" dt="2024-12-14T11:44:59.586" v="868" actId="255"/>
          <ac:spMkLst>
            <pc:docMk/>
            <pc:sldMk cId="2162344639" sldId="340"/>
            <ac:spMk id="19" creationId="{18A7B5A9-2230-FA0E-8159-F5B780138167}"/>
          </ac:spMkLst>
        </pc:spChg>
        <pc:spChg chg="del mod">
          <ac:chgData name="NAMGIRI SURESH" userId="5b10d16f-39de-493f-9ad6-2f8956114115" providerId="ADAL" clId="{3267C627-7AB5-4F2E-AA04-ABAF95A01537}" dt="2024-12-14T11:28:09.124" v="682" actId="478"/>
          <ac:spMkLst>
            <pc:docMk/>
            <pc:sldMk cId="2162344639" sldId="340"/>
            <ac:spMk id="20" creationId="{71308E72-FCE3-F7D4-5150-424C233E616A}"/>
          </ac:spMkLst>
        </pc:spChg>
        <pc:spChg chg="add mod">
          <ac:chgData name="NAMGIRI SURESH" userId="5b10d16f-39de-493f-9ad6-2f8956114115" providerId="ADAL" clId="{3267C627-7AB5-4F2E-AA04-ABAF95A01537}" dt="2024-12-14T11:45:56.544" v="877" actId="1076"/>
          <ac:spMkLst>
            <pc:docMk/>
            <pc:sldMk cId="2162344639" sldId="340"/>
            <ac:spMk id="21" creationId="{00000000-0000-0000-0000-000000000000}"/>
          </ac:spMkLst>
        </pc:spChg>
        <pc:spChg chg="add mod">
          <ac:chgData name="NAMGIRI SURESH" userId="5b10d16f-39de-493f-9ad6-2f8956114115" providerId="ADAL" clId="{3267C627-7AB5-4F2E-AA04-ABAF95A01537}" dt="2024-12-14T11:46:24.779" v="895" actId="20577"/>
          <ac:spMkLst>
            <pc:docMk/>
            <pc:sldMk cId="2162344639" sldId="340"/>
            <ac:spMk id="22" creationId="{15504E57-6887-EC5F-4E56-1A890D1D69AF}"/>
          </ac:spMkLst>
        </pc:spChg>
        <pc:spChg chg="add mod">
          <ac:chgData name="NAMGIRI SURESH" userId="5b10d16f-39de-493f-9ad6-2f8956114115" providerId="ADAL" clId="{3267C627-7AB5-4F2E-AA04-ABAF95A01537}" dt="2024-12-14T11:45:58.413" v="878" actId="1076"/>
          <ac:spMkLst>
            <pc:docMk/>
            <pc:sldMk cId="2162344639" sldId="340"/>
            <ac:spMk id="25" creationId="{79D0B504-2953-2638-2D29-1B4F88AE201B}"/>
          </ac:spMkLst>
        </pc:spChg>
        <pc:picChg chg="add del mod">
          <ac:chgData name="NAMGIRI SURESH" userId="5b10d16f-39de-493f-9ad6-2f8956114115" providerId="ADAL" clId="{3267C627-7AB5-4F2E-AA04-ABAF95A01537}" dt="2024-12-14T11:44:47.593" v="867" actId="478"/>
          <ac:picMkLst>
            <pc:docMk/>
            <pc:sldMk cId="2162344639" sldId="340"/>
            <ac:picMk id="6" creationId="{3D71B7E4-6773-A4E3-FA4B-6F59430C0FD1}"/>
          </ac:picMkLst>
        </pc:picChg>
        <pc:picChg chg="del">
          <ac:chgData name="NAMGIRI SURESH" userId="5b10d16f-39de-493f-9ad6-2f8956114115" providerId="ADAL" clId="{3267C627-7AB5-4F2E-AA04-ABAF95A01537}" dt="2024-12-14T11:27:54.687" v="677" actId="478"/>
          <ac:picMkLst>
            <pc:docMk/>
            <pc:sldMk cId="2162344639" sldId="340"/>
            <ac:picMk id="9" creationId="{F39A38F7-AB2B-854A-7857-B40BF7BF8A57}"/>
          </ac:picMkLst>
        </pc:picChg>
        <pc:picChg chg="del">
          <ac:chgData name="NAMGIRI SURESH" userId="5b10d16f-39de-493f-9ad6-2f8956114115" providerId="ADAL" clId="{3267C627-7AB5-4F2E-AA04-ABAF95A01537}" dt="2024-12-14T11:27:56.099" v="678" actId="478"/>
          <ac:picMkLst>
            <pc:docMk/>
            <pc:sldMk cId="2162344639" sldId="340"/>
            <ac:picMk id="17" creationId="{1C695DE6-7462-73EA-1E8D-A742C448C1AB}"/>
          </ac:picMkLst>
        </pc:picChg>
        <pc:picChg chg="del">
          <ac:chgData name="NAMGIRI SURESH" userId="5b10d16f-39de-493f-9ad6-2f8956114115" providerId="ADAL" clId="{3267C627-7AB5-4F2E-AA04-ABAF95A01537}" dt="2024-12-14T11:28:10.241" v="683" actId="478"/>
          <ac:picMkLst>
            <pc:docMk/>
            <pc:sldMk cId="2162344639" sldId="340"/>
            <ac:picMk id="18" creationId="{E25D12D1-3C1A-A072-3B02-12529C627A40}"/>
          </ac:picMkLst>
        </pc:picChg>
      </pc:sldChg>
      <pc:sldChg chg="del">
        <pc:chgData name="NAMGIRI SURESH" userId="5b10d16f-39de-493f-9ad6-2f8956114115" providerId="ADAL" clId="{3267C627-7AB5-4F2E-AA04-ABAF95A01537}" dt="2024-12-14T09:55:47.748" v="623" actId="2696"/>
        <pc:sldMkLst>
          <pc:docMk/>
          <pc:sldMk cId="2965618520" sldId="341"/>
        </pc:sldMkLst>
      </pc:sldChg>
      <pc:sldChg chg="delSp modSp mod ord modAnim">
        <pc:chgData name="NAMGIRI SURESH" userId="5b10d16f-39de-493f-9ad6-2f8956114115" providerId="ADAL" clId="{3267C627-7AB5-4F2E-AA04-ABAF95A01537}" dt="2024-12-14T11:50:42.078" v="899" actId="255"/>
        <pc:sldMkLst>
          <pc:docMk/>
          <pc:sldMk cId="2465156583" sldId="344"/>
        </pc:sldMkLst>
        <pc:spChg chg="mod">
          <ac:chgData name="NAMGIRI SURESH" userId="5b10d16f-39de-493f-9ad6-2f8956114115" providerId="ADAL" clId="{3267C627-7AB5-4F2E-AA04-ABAF95A01537}" dt="2024-12-14T09:52:59.612" v="619" actId="122"/>
          <ac:spMkLst>
            <pc:docMk/>
            <pc:sldMk cId="2465156583" sldId="344"/>
            <ac:spMk id="2" creationId="{3350FC58-3BF5-4D64-E973-5808AD527367}"/>
          </ac:spMkLst>
        </pc:spChg>
        <pc:spChg chg="mod">
          <ac:chgData name="NAMGIRI SURESH" userId="5b10d16f-39de-493f-9ad6-2f8956114115" providerId="ADAL" clId="{3267C627-7AB5-4F2E-AA04-ABAF95A01537}" dt="2024-12-14T11:50:42.078" v="899" actId="255"/>
          <ac:spMkLst>
            <pc:docMk/>
            <pc:sldMk cId="2465156583" sldId="344"/>
            <ac:spMk id="3" creationId="{B2F8D6CD-91F8-B6F0-FF2F-1215B1B91254}"/>
          </ac:spMkLst>
        </pc:spChg>
        <pc:spChg chg="del">
          <ac:chgData name="NAMGIRI SURESH" userId="5b10d16f-39de-493f-9ad6-2f8956114115" providerId="ADAL" clId="{3267C627-7AB5-4F2E-AA04-ABAF95A01537}" dt="2024-12-14T09:50:21.466" v="518" actId="478"/>
          <ac:spMkLst>
            <pc:docMk/>
            <pc:sldMk cId="2465156583" sldId="344"/>
            <ac:spMk id="9" creationId="{7BCD0CA7-388A-5EB4-046F-52B0E09D04A9}"/>
          </ac:spMkLst>
        </pc:spChg>
        <pc:spChg chg="del mod">
          <ac:chgData name="NAMGIRI SURESH" userId="5b10d16f-39de-493f-9ad6-2f8956114115" providerId="ADAL" clId="{3267C627-7AB5-4F2E-AA04-ABAF95A01537}" dt="2024-12-14T09:50:23.535" v="519" actId="478"/>
          <ac:spMkLst>
            <pc:docMk/>
            <pc:sldMk cId="2465156583" sldId="344"/>
            <ac:spMk id="12" creationId="{B91D0899-1F0A-244F-DB42-BC5BB6DF5E9F}"/>
          </ac:spMkLst>
        </pc:spChg>
        <pc:spChg chg="del">
          <ac:chgData name="NAMGIRI SURESH" userId="5b10d16f-39de-493f-9ad6-2f8956114115" providerId="ADAL" clId="{3267C627-7AB5-4F2E-AA04-ABAF95A01537}" dt="2024-12-14T09:50:14" v="513" actId="478"/>
          <ac:spMkLst>
            <pc:docMk/>
            <pc:sldMk cId="2465156583" sldId="344"/>
            <ac:spMk id="15" creationId="{956C205F-9017-D0F6-4049-B2E5CF67458B}"/>
          </ac:spMkLst>
        </pc:spChg>
        <pc:spChg chg="del">
          <ac:chgData name="NAMGIRI SURESH" userId="5b10d16f-39de-493f-9ad6-2f8956114115" providerId="ADAL" clId="{3267C627-7AB5-4F2E-AA04-ABAF95A01537}" dt="2024-12-14T09:50:15.389" v="514" actId="478"/>
          <ac:spMkLst>
            <pc:docMk/>
            <pc:sldMk cId="2465156583" sldId="344"/>
            <ac:spMk id="16" creationId="{1B9C04DB-CC59-4AE8-9785-D63681B04DED}"/>
          </ac:spMkLst>
        </pc:spChg>
        <pc:picChg chg="del">
          <ac:chgData name="NAMGIRI SURESH" userId="5b10d16f-39de-493f-9ad6-2f8956114115" providerId="ADAL" clId="{3267C627-7AB5-4F2E-AA04-ABAF95A01537}" dt="2024-12-14T09:50:11.022" v="511" actId="478"/>
          <ac:picMkLst>
            <pc:docMk/>
            <pc:sldMk cId="2465156583" sldId="344"/>
            <ac:picMk id="7" creationId="{AEF5BF6E-0C7A-C32A-3D36-55415E6117CB}"/>
          </ac:picMkLst>
        </pc:picChg>
        <pc:picChg chg="del">
          <ac:chgData name="NAMGIRI SURESH" userId="5b10d16f-39de-493f-9ad6-2f8956114115" providerId="ADAL" clId="{3267C627-7AB5-4F2E-AA04-ABAF95A01537}" dt="2024-12-14T09:50:12.111" v="512" actId="478"/>
          <ac:picMkLst>
            <pc:docMk/>
            <pc:sldMk cId="2465156583" sldId="344"/>
            <ac:picMk id="11" creationId="{80BA53E7-8709-F08E-D393-E41E68070FBF}"/>
          </ac:picMkLst>
        </pc:picChg>
        <pc:picChg chg="del">
          <ac:chgData name="NAMGIRI SURESH" userId="5b10d16f-39de-493f-9ad6-2f8956114115" providerId="ADAL" clId="{3267C627-7AB5-4F2E-AA04-ABAF95A01537}" dt="2024-12-14T09:50:16.309" v="515" actId="478"/>
          <ac:picMkLst>
            <pc:docMk/>
            <pc:sldMk cId="2465156583" sldId="344"/>
            <ac:picMk id="13" creationId="{43F74DBA-1B3C-EC73-7D40-0AF9C8A1DBAF}"/>
          </ac:picMkLst>
        </pc:picChg>
        <pc:picChg chg="del">
          <ac:chgData name="NAMGIRI SURESH" userId="5b10d16f-39de-493f-9ad6-2f8956114115" providerId="ADAL" clId="{3267C627-7AB5-4F2E-AA04-ABAF95A01537}" dt="2024-12-14T09:50:17.758" v="516" actId="478"/>
          <ac:picMkLst>
            <pc:docMk/>
            <pc:sldMk cId="2465156583" sldId="344"/>
            <ac:picMk id="14" creationId="{16FA26F6-DF9B-F424-E42F-76D2C5EFF7B6}"/>
          </ac:picMkLst>
        </pc:picChg>
      </pc:sldChg>
      <pc:sldChg chg="delSp del mod ord">
        <pc:chgData name="NAMGIRI SURESH" userId="5b10d16f-39de-493f-9ad6-2f8956114115" providerId="ADAL" clId="{3267C627-7AB5-4F2E-AA04-ABAF95A01537}" dt="2024-12-14T11:32:37.883" v="734" actId="2696"/>
        <pc:sldMkLst>
          <pc:docMk/>
          <pc:sldMk cId="4116081981" sldId="345"/>
        </pc:sldMkLst>
        <pc:spChg chg="del">
          <ac:chgData name="NAMGIRI SURESH" userId="5b10d16f-39de-493f-9ad6-2f8956114115" providerId="ADAL" clId="{3267C627-7AB5-4F2E-AA04-ABAF95A01537}" dt="2024-12-14T11:30:45.060" v="707" actId="21"/>
          <ac:spMkLst>
            <pc:docMk/>
            <pc:sldMk cId="4116081981" sldId="345"/>
            <ac:spMk id="2" creationId="{00000000-0000-0000-0000-000000000000}"/>
          </ac:spMkLst>
        </pc:spChg>
        <pc:spChg chg="del">
          <ac:chgData name="NAMGIRI SURESH" userId="5b10d16f-39de-493f-9ad6-2f8956114115" providerId="ADAL" clId="{3267C627-7AB5-4F2E-AA04-ABAF95A01537}" dt="2024-12-14T11:30:13.855" v="702" actId="21"/>
          <ac:spMkLst>
            <pc:docMk/>
            <pc:sldMk cId="4116081981" sldId="345"/>
            <ac:spMk id="12" creationId="{FBE41DDC-B913-AB43-5E3A-CD544F454131}"/>
          </ac:spMkLst>
        </pc:spChg>
        <pc:spChg chg="del">
          <ac:chgData name="NAMGIRI SURESH" userId="5b10d16f-39de-493f-9ad6-2f8956114115" providerId="ADAL" clId="{3267C627-7AB5-4F2E-AA04-ABAF95A01537}" dt="2024-12-14T11:29:34.926" v="698" actId="21"/>
          <ac:spMkLst>
            <pc:docMk/>
            <pc:sldMk cId="4116081981" sldId="345"/>
            <ac:spMk id="14" creationId="{35475B2D-DDB4-60F6-9EB5-AB147B7304D3}"/>
          </ac:spMkLst>
        </pc:spChg>
        <pc:spChg chg="del">
          <ac:chgData name="NAMGIRI SURESH" userId="5b10d16f-39de-493f-9ad6-2f8956114115" providerId="ADAL" clId="{3267C627-7AB5-4F2E-AA04-ABAF95A01537}" dt="2024-12-14T11:31:08.991" v="710" actId="21"/>
          <ac:spMkLst>
            <pc:docMk/>
            <pc:sldMk cId="4116081981" sldId="345"/>
            <ac:spMk id="25" creationId="{79D0B504-2953-2638-2D29-1B4F88AE201B}"/>
          </ac:spMkLst>
        </pc:spChg>
      </pc:sldChg>
      <pc:sldChg chg="del ord">
        <pc:chgData name="NAMGIRI SURESH" userId="5b10d16f-39de-493f-9ad6-2f8956114115" providerId="ADAL" clId="{3267C627-7AB5-4F2E-AA04-ABAF95A01537}" dt="2024-12-14T09:54:01.599" v="620" actId="2696"/>
        <pc:sldMkLst>
          <pc:docMk/>
          <pc:sldMk cId="2779568649" sldId="346"/>
        </pc:sldMkLst>
      </pc:sldChg>
      <pc:sldChg chg="del">
        <pc:chgData name="NAMGIRI SURESH" userId="5b10d16f-39de-493f-9ad6-2f8956114115" providerId="ADAL" clId="{3267C627-7AB5-4F2E-AA04-ABAF95A01537}" dt="2024-12-14T09:54:08.965" v="621" actId="2696"/>
        <pc:sldMkLst>
          <pc:docMk/>
          <pc:sldMk cId="2025614825" sldId="347"/>
        </pc:sldMkLst>
      </pc:sldChg>
      <pc:sldChg chg="modSp add mod">
        <pc:chgData name="NAMGIRI SURESH" userId="5b10d16f-39de-493f-9ad6-2f8956114115" providerId="ADAL" clId="{3267C627-7AB5-4F2E-AA04-ABAF95A01537}" dt="2024-12-14T11:33:12.112" v="740" actId="20577"/>
        <pc:sldMkLst>
          <pc:docMk/>
          <pc:sldMk cId="4147327984" sldId="348"/>
        </pc:sldMkLst>
        <pc:spChg chg="mod">
          <ac:chgData name="NAMGIRI SURESH" userId="5b10d16f-39de-493f-9ad6-2f8956114115" providerId="ADAL" clId="{3267C627-7AB5-4F2E-AA04-ABAF95A01537}" dt="2024-12-14T11:33:12.112" v="740" actId="20577"/>
          <ac:spMkLst>
            <pc:docMk/>
            <pc:sldMk cId="4147327984" sldId="348"/>
            <ac:spMk id="16" creationId="{0BF9425A-3BDB-EBED-9BB3-AECDF98E1AFD}"/>
          </ac:spMkLst>
        </pc:spChg>
      </pc:sldChg>
      <pc:sldChg chg="addSp delSp modSp new del mod">
        <pc:chgData name="NAMGIRI SURESH" userId="5b10d16f-39de-493f-9ad6-2f8956114115" providerId="ADAL" clId="{3267C627-7AB5-4F2E-AA04-ABAF95A01537}" dt="2024-12-14T11:50:10.768" v="896" actId="2696"/>
        <pc:sldMkLst>
          <pc:docMk/>
          <pc:sldMk cId="2397657464" sldId="349"/>
        </pc:sldMkLst>
        <pc:spChg chg="del mod">
          <ac:chgData name="NAMGIRI SURESH" userId="5b10d16f-39de-493f-9ad6-2f8956114115" providerId="ADAL" clId="{3267C627-7AB5-4F2E-AA04-ABAF95A01537}" dt="2024-12-14T10:21:24.537" v="637" actId="478"/>
          <ac:spMkLst>
            <pc:docMk/>
            <pc:sldMk cId="2397657464" sldId="349"/>
            <ac:spMk id="2" creationId="{992B4C81-BF88-37AA-4768-C1ED3272D9F3}"/>
          </ac:spMkLst>
        </pc:spChg>
        <pc:spChg chg="del">
          <ac:chgData name="NAMGIRI SURESH" userId="5b10d16f-39de-493f-9ad6-2f8956114115" providerId="ADAL" clId="{3267C627-7AB5-4F2E-AA04-ABAF95A01537}" dt="2024-12-14T10:18:36.066" v="630" actId="22"/>
          <ac:spMkLst>
            <pc:docMk/>
            <pc:sldMk cId="2397657464" sldId="349"/>
            <ac:spMk id="3" creationId="{1CBB42A0-419D-CD3C-1BDE-CF8C432105F2}"/>
          </ac:spMkLst>
        </pc:spChg>
        <pc:spChg chg="add del mod">
          <ac:chgData name="NAMGIRI SURESH" userId="5b10d16f-39de-493f-9ad6-2f8956114115" providerId="ADAL" clId="{3267C627-7AB5-4F2E-AA04-ABAF95A01537}" dt="2024-12-14T10:21:15.957" v="633" actId="931"/>
          <ac:spMkLst>
            <pc:docMk/>
            <pc:sldMk cId="2397657464" sldId="349"/>
            <ac:spMk id="10" creationId="{A67FA973-5C7B-66A7-D4FE-D9AC1D0E856C}"/>
          </ac:spMkLst>
        </pc:spChg>
        <pc:spChg chg="add del mod">
          <ac:chgData name="NAMGIRI SURESH" userId="5b10d16f-39de-493f-9ad6-2f8956114115" providerId="ADAL" clId="{3267C627-7AB5-4F2E-AA04-ABAF95A01537}" dt="2024-12-14T11:04:37.223" v="651" actId="478"/>
          <ac:spMkLst>
            <pc:docMk/>
            <pc:sldMk cId="2397657464" sldId="349"/>
            <ac:spMk id="16" creationId="{30D695F4-1BE0-AF66-B5A0-C910C8F9C6AC}"/>
          </ac:spMkLst>
        </pc:spChg>
        <pc:picChg chg="add del mod">
          <ac:chgData name="NAMGIRI SURESH" userId="5b10d16f-39de-493f-9ad6-2f8956114115" providerId="ADAL" clId="{3267C627-7AB5-4F2E-AA04-ABAF95A01537}" dt="2024-12-14T09:59:48.958" v="629" actId="478"/>
          <ac:picMkLst>
            <pc:docMk/>
            <pc:sldMk cId="2397657464" sldId="349"/>
            <ac:picMk id="6" creationId="{427B0F50-F33F-F024-2EE0-5091F3103008}"/>
          </ac:picMkLst>
        </pc:picChg>
        <pc:picChg chg="add del mod ord">
          <ac:chgData name="NAMGIRI SURESH" userId="5b10d16f-39de-493f-9ad6-2f8956114115" providerId="ADAL" clId="{3267C627-7AB5-4F2E-AA04-ABAF95A01537}" dt="2024-12-14T10:21:04.389" v="632" actId="478"/>
          <ac:picMkLst>
            <pc:docMk/>
            <pc:sldMk cId="2397657464" sldId="349"/>
            <ac:picMk id="8" creationId="{11E91D7E-B5D5-DE57-6F0D-D13080D554E2}"/>
          </ac:picMkLst>
        </pc:picChg>
        <pc:picChg chg="add del mod">
          <ac:chgData name="NAMGIRI SURESH" userId="5b10d16f-39de-493f-9ad6-2f8956114115" providerId="ADAL" clId="{3267C627-7AB5-4F2E-AA04-ABAF95A01537}" dt="2024-12-14T11:04:32.466" v="650" actId="478"/>
          <ac:picMkLst>
            <pc:docMk/>
            <pc:sldMk cId="2397657464" sldId="349"/>
            <ac:picMk id="12" creationId="{E0ADEED5-3874-95D6-EE4C-BEF8ECF64545}"/>
          </ac:picMkLst>
        </pc:picChg>
        <pc:picChg chg="add del mod">
          <ac:chgData name="NAMGIRI SURESH" userId="5b10d16f-39de-493f-9ad6-2f8956114115" providerId="ADAL" clId="{3267C627-7AB5-4F2E-AA04-ABAF95A01537}" dt="2024-12-14T11:04:30.297" v="649" actId="478"/>
          <ac:picMkLst>
            <pc:docMk/>
            <pc:sldMk cId="2397657464" sldId="349"/>
            <ac:picMk id="14" creationId="{E4495E93-7CA9-C833-3EE7-A0877F58E64A}"/>
          </ac:picMkLst>
        </pc:picChg>
        <pc:picChg chg="add mod">
          <ac:chgData name="NAMGIRI SURESH" userId="5b10d16f-39de-493f-9ad6-2f8956114115" providerId="ADAL" clId="{3267C627-7AB5-4F2E-AA04-ABAF95A01537}" dt="2024-12-14T11:05:58.154" v="656" actId="14100"/>
          <ac:picMkLst>
            <pc:docMk/>
            <pc:sldMk cId="2397657464" sldId="349"/>
            <ac:picMk id="18" creationId="{4E3F272C-BCAA-9265-3E98-7E810E27C6C9}"/>
          </ac:picMkLst>
        </pc:picChg>
        <pc:picChg chg="add mod">
          <ac:chgData name="NAMGIRI SURESH" userId="5b10d16f-39de-493f-9ad6-2f8956114115" providerId="ADAL" clId="{3267C627-7AB5-4F2E-AA04-ABAF95A01537}" dt="2024-12-14T11:06:28.247" v="663" actId="14100"/>
          <ac:picMkLst>
            <pc:docMk/>
            <pc:sldMk cId="2397657464" sldId="349"/>
            <ac:picMk id="20" creationId="{397C822A-B123-8F92-5506-3C536023242B}"/>
          </ac:picMkLst>
        </pc:picChg>
      </pc:sldChg>
      <pc:sldChg chg="addSp delSp modSp add del mod">
        <pc:chgData name="NAMGIRI SURESH" userId="5b10d16f-39de-493f-9ad6-2f8956114115" providerId="ADAL" clId="{3267C627-7AB5-4F2E-AA04-ABAF95A01537}" dt="2024-12-14T11:50:14.586" v="897" actId="2696"/>
        <pc:sldMkLst>
          <pc:docMk/>
          <pc:sldMk cId="285703230" sldId="350"/>
        </pc:sldMkLst>
        <pc:picChg chg="add mod">
          <ac:chgData name="NAMGIRI SURESH" userId="5b10d16f-39de-493f-9ad6-2f8956114115" providerId="ADAL" clId="{3267C627-7AB5-4F2E-AA04-ABAF95A01537}" dt="2024-12-14T11:36:27.930" v="790" actId="1076"/>
          <ac:picMkLst>
            <pc:docMk/>
            <pc:sldMk cId="285703230" sldId="350"/>
            <ac:picMk id="3" creationId="{F276D200-3F8A-21E5-751A-DBBD62212AA4}"/>
          </ac:picMkLst>
        </pc:picChg>
        <pc:picChg chg="add mod">
          <ac:chgData name="NAMGIRI SURESH" userId="5b10d16f-39de-493f-9ad6-2f8956114115" providerId="ADAL" clId="{3267C627-7AB5-4F2E-AA04-ABAF95A01537}" dt="2024-12-14T11:36:30.728" v="791" actId="1076"/>
          <ac:picMkLst>
            <pc:docMk/>
            <pc:sldMk cId="285703230" sldId="350"/>
            <ac:picMk id="6" creationId="{44E90866-44A9-B99C-651C-EF7B0F903820}"/>
          </ac:picMkLst>
        </pc:picChg>
        <pc:picChg chg="add mod">
          <ac:chgData name="NAMGIRI SURESH" userId="5b10d16f-39de-493f-9ad6-2f8956114115" providerId="ADAL" clId="{3267C627-7AB5-4F2E-AA04-ABAF95A01537}" dt="2024-12-14T11:36:41.652" v="794" actId="1076"/>
          <ac:picMkLst>
            <pc:docMk/>
            <pc:sldMk cId="285703230" sldId="350"/>
            <ac:picMk id="8" creationId="{06990EB6-5BF8-6676-24D1-38862D52E2E2}"/>
          </ac:picMkLst>
        </pc:picChg>
        <pc:picChg chg="add mod">
          <ac:chgData name="NAMGIRI SURESH" userId="5b10d16f-39de-493f-9ad6-2f8956114115" providerId="ADAL" clId="{3267C627-7AB5-4F2E-AA04-ABAF95A01537}" dt="2024-12-14T11:36:18.776" v="787" actId="1076"/>
          <ac:picMkLst>
            <pc:docMk/>
            <pc:sldMk cId="285703230" sldId="350"/>
            <ac:picMk id="10" creationId="{ED23B086-D3C0-1F56-EE28-FF8C93EA4E47}"/>
          </ac:picMkLst>
        </pc:picChg>
        <pc:picChg chg="del">
          <ac:chgData name="NAMGIRI SURESH" userId="5b10d16f-39de-493f-9ad6-2f8956114115" providerId="ADAL" clId="{3267C627-7AB5-4F2E-AA04-ABAF95A01537}" dt="2024-12-14T11:07:10.643" v="665" actId="478"/>
          <ac:picMkLst>
            <pc:docMk/>
            <pc:sldMk cId="285703230" sldId="350"/>
            <ac:picMk id="18" creationId="{FE0D44D6-0AB1-9FD9-9C2A-35C419F71793}"/>
          </ac:picMkLst>
        </pc:picChg>
        <pc:picChg chg="del">
          <ac:chgData name="NAMGIRI SURESH" userId="5b10d16f-39de-493f-9ad6-2f8956114115" providerId="ADAL" clId="{3267C627-7AB5-4F2E-AA04-ABAF95A01537}" dt="2024-12-14T11:07:11.711" v="666" actId="478"/>
          <ac:picMkLst>
            <pc:docMk/>
            <pc:sldMk cId="285703230" sldId="350"/>
            <ac:picMk id="20" creationId="{2AC22384-7ECD-987A-6674-2C71980AF48A}"/>
          </ac:picMkLst>
        </pc:picChg>
      </pc:sldChg>
      <pc:sldChg chg="del">
        <pc:chgData name="NAMGIRI SURESH" userId="5b10d16f-39de-493f-9ad6-2f8956114115" providerId="ADAL" clId="{3267C627-7AB5-4F2E-AA04-ABAF95A01537}" dt="2024-12-14T09:42:07.249" v="370" actId="2696"/>
        <pc:sldMkLst>
          <pc:docMk/>
          <pc:sldMk cId="1365990491" sldId="350"/>
        </pc:sldMkLst>
      </pc:sldChg>
      <pc:sldChg chg="addSp delSp modSp new mod">
        <pc:chgData name="NAMGIRI SURESH" userId="5b10d16f-39de-493f-9ad6-2f8956114115" providerId="ADAL" clId="{3267C627-7AB5-4F2E-AA04-ABAF95A01537}" dt="2024-12-14T11:50:23.611" v="898" actId="20577"/>
        <pc:sldMkLst>
          <pc:docMk/>
          <pc:sldMk cId="4096159983" sldId="351"/>
        </pc:sldMkLst>
        <pc:spChg chg="mod">
          <ac:chgData name="NAMGIRI SURESH" userId="5b10d16f-39de-493f-9ad6-2f8956114115" providerId="ADAL" clId="{3267C627-7AB5-4F2E-AA04-ABAF95A01537}" dt="2024-12-14T11:38:11.970" v="814" actId="122"/>
          <ac:spMkLst>
            <pc:docMk/>
            <pc:sldMk cId="4096159983" sldId="351"/>
            <ac:spMk id="2" creationId="{C51A40C3-BF03-6181-55F1-1E4A990AAC96}"/>
          </ac:spMkLst>
        </pc:spChg>
        <pc:spChg chg="del">
          <ac:chgData name="NAMGIRI SURESH" userId="5b10d16f-39de-493f-9ad6-2f8956114115" providerId="ADAL" clId="{3267C627-7AB5-4F2E-AA04-ABAF95A01537}" dt="2024-12-14T11:38:14.949" v="815" actId="478"/>
          <ac:spMkLst>
            <pc:docMk/>
            <pc:sldMk cId="4096159983" sldId="351"/>
            <ac:spMk id="3" creationId="{45706D23-57B0-78EB-3632-F052EEBEFDF1}"/>
          </ac:spMkLst>
        </pc:spChg>
        <pc:spChg chg="add mod">
          <ac:chgData name="NAMGIRI SURESH" userId="5b10d16f-39de-493f-9ad6-2f8956114115" providerId="ADAL" clId="{3267C627-7AB5-4F2E-AA04-ABAF95A01537}" dt="2024-12-14T11:50:23.611" v="898" actId="20577"/>
          <ac:spMkLst>
            <pc:docMk/>
            <pc:sldMk cId="4096159983" sldId="351"/>
            <ac:spMk id="5" creationId="{2C67C0DF-077B-4398-EC19-8DA31F200096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CDB74D4-5E76-4C47-E7AA-61E2C648C8D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962EDA-0A3B-5C3A-C8DF-7672C339CF9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75D750-AD1D-4C03-A026-1768137CC901}" type="datetimeFigureOut">
              <a:rPr lang="en-IN" smtClean="0"/>
              <a:pPr/>
              <a:t>20-12-2024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C80489-5F61-FA08-A147-AE43BE9C499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2D387C-1469-6716-E148-98BDCB6976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4566E6-FD90-4AE7-9488-620D46A968B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4391555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26BB4A-8EA9-40D4-95BF-21E04B247614}" type="datetimeFigureOut">
              <a:rPr lang="en-IN" smtClean="0"/>
              <a:pPr/>
              <a:t>20-12-2024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3BDDA1-7BB7-447A-97DE-AE5425C8F2A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000788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244303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CBABCCC1-BF11-4F37-963E-1BCD5B23FD72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3982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7521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0948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2286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8372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7466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4587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2037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0776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1267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36402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00380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9" y="379083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90490" y="6291139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ctr">
              <a:defRPr sz="2200">
                <a:solidFill>
                  <a:schemeClr val="accent1"/>
                </a:solidFill>
              </a:defRPr>
            </a:lvl1pPr>
          </a:lstStyle>
          <a:p>
            <a:fld id="{CBABCCC1-BF11-4F37-963E-1BCD5B23FD72}" type="slidenum">
              <a:rPr lang="en-IN" smtClean="0"/>
              <a:pPr/>
              <a:t>‹#›</a:t>
            </a:fld>
            <a:endParaRPr lang="en-IN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Icon&#10;&#10;Description automatically generated with medium confidence">
            <a:extLst>
              <a:ext uri="{FF2B5EF4-FFF2-40B4-BE49-F238E27FC236}">
                <a16:creationId xmlns:a16="http://schemas.microsoft.com/office/drawing/2014/main" id="{D33DD7EC-6054-A5D7-0F93-3916702EC90E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44" y="32699"/>
            <a:ext cx="1218935" cy="5009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B6D7A70-9470-38A5-6785-933F5C0892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0" t="18054" b="50110"/>
          <a:stretch/>
        </p:blipFill>
        <p:spPr>
          <a:xfrm>
            <a:off x="1451579" y="6373097"/>
            <a:ext cx="2912198" cy="351077"/>
          </a:xfrm>
          <a:prstGeom prst="rect">
            <a:avLst/>
          </a:prstGeom>
        </p:spPr>
      </p:pic>
      <p:pic>
        <p:nvPicPr>
          <p:cNvPr id="14" name="Picture 13" descr="Text&#10;&#10;Description automatically generated with medium confidence">
            <a:extLst>
              <a:ext uri="{FF2B5EF4-FFF2-40B4-BE49-F238E27FC236}">
                <a16:creationId xmlns:a16="http://schemas.microsoft.com/office/drawing/2014/main" id="{A51BE3ED-273E-B0A1-FC3A-EE01E1A92D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957" r="20929" b="13232"/>
          <a:stretch/>
        </p:blipFill>
        <p:spPr>
          <a:xfrm>
            <a:off x="8825503" y="6373097"/>
            <a:ext cx="2229351" cy="33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380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sign.jpg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2.jpg" TargetMode="External"/><Relationship Id="rId7" Type="http://schemas.openxmlformats.org/officeDocument/2006/relationships/hyperlink" Target="6.jpg" TargetMode="External"/><Relationship Id="rId2" Type="http://schemas.openxmlformats.org/officeDocument/2006/relationships/hyperlink" Target="1.jpg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5.jpg" TargetMode="External"/><Relationship Id="rId5" Type="http://schemas.openxmlformats.org/officeDocument/2006/relationships/hyperlink" Target="4.jpg" TargetMode="External"/><Relationship Id="rId4" Type="http://schemas.openxmlformats.org/officeDocument/2006/relationships/hyperlink" Target="3.jpg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4" name="Google Shape;464;p16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92" y="167951"/>
            <a:ext cx="6170855" cy="6111678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6"/>
          <p:cNvSpPr txBox="1"/>
          <p:nvPr/>
        </p:nvSpPr>
        <p:spPr>
          <a:xfrm>
            <a:off x="4243062" y="3131884"/>
            <a:ext cx="7948938" cy="2369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C00000"/>
                </a:solidFill>
                <a:cs typeface="Poppins" pitchFamily="2" charset="77"/>
              </a:rPr>
              <a:t>BASIC ELECTRICAL &amp; ELCTRONIC CIRCUITS (BEC)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C00000"/>
                </a:solidFill>
                <a:cs typeface="Poppins" pitchFamily="2" charset="77"/>
              </a:rPr>
              <a:t>COURSE CODE : 23EC1203</a:t>
            </a:r>
            <a:r>
              <a:rPr lang="en-US" sz="3200" b="1" dirty="0">
                <a:solidFill>
                  <a:srgbClr val="C00000"/>
                </a:solidFill>
                <a:cs typeface="Poppins" pitchFamily="2" charset="77"/>
                <a:sym typeface="BioRhyme ExtraBold"/>
              </a:rPr>
              <a:t> 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ea typeface="BioRhyme ExtraBold"/>
                <a:cs typeface="Poppins" panose="00000500000000000000" pitchFamily="2" charset="0"/>
                <a:sym typeface="BioRhyme ExtraBold"/>
              </a:rPr>
              <a:t>Topic: 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cap="all" dirty="0">
                <a:ln/>
                <a:solidFill>
                  <a:srgbClr val="C00000"/>
                </a:solidFill>
                <a:effectLst/>
                <a:cs typeface="Poppins" panose="00000500000000000000" pitchFamily="2" charset="0"/>
              </a:rPr>
              <a:t>Circuit fundamentals</a:t>
            </a:r>
            <a:endParaRPr lang="en-US" sz="4000" b="1" dirty="0">
              <a:solidFill>
                <a:srgbClr val="C00000"/>
              </a:solidFill>
              <a:effectLst/>
              <a:cs typeface="Poppins" panose="00000500000000000000" pitchFamily="2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9F0C376-F4D3-1950-3474-EFF28411BDC6}"/>
              </a:ext>
            </a:extLst>
          </p:cNvPr>
          <p:cNvSpPr/>
          <p:nvPr/>
        </p:nvSpPr>
        <p:spPr>
          <a:xfrm>
            <a:off x="6287807" y="1913706"/>
            <a:ext cx="4486331" cy="574765"/>
          </a:xfrm>
          <a:prstGeom prst="roundRect">
            <a:avLst/>
          </a:prstGeom>
          <a:solidFill>
            <a:schemeClr val="bg1">
              <a:alpha val="6000"/>
            </a:schemeClr>
          </a:solidFill>
          <a:ln>
            <a:solidFill>
              <a:srgbClr val="C00000"/>
            </a:solidFill>
          </a:ln>
          <a:effectLst>
            <a:innerShdw blurRad="114300">
              <a:schemeClr val="bg1">
                <a:lumMod val="8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5" name="Google Shape;475;p16"/>
          <p:cNvSpPr txBox="1"/>
          <p:nvPr/>
        </p:nvSpPr>
        <p:spPr>
          <a:xfrm>
            <a:off x="6233250" y="1880470"/>
            <a:ext cx="4595447" cy="64629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3600" dirty="0">
                <a:solidFill>
                  <a:srgbClr val="C00000"/>
                </a:solidFill>
                <a:cs typeface="Poppins" pitchFamily="2" charset="77"/>
              </a:rPr>
              <a:t>Department of BES-II</a:t>
            </a:r>
          </a:p>
        </p:txBody>
      </p:sp>
      <p:sp>
        <p:nvSpPr>
          <p:cNvPr id="8" name="Google Shape;502;p17">
            <a:extLst>
              <a:ext uri="{FF2B5EF4-FFF2-40B4-BE49-F238E27FC236}">
                <a16:creationId xmlns:a16="http://schemas.microsoft.com/office/drawing/2014/main" id="{7153E61F-4441-DBE3-3DFF-6E9EF6C48D23}"/>
              </a:ext>
            </a:extLst>
          </p:cNvPr>
          <p:cNvSpPr/>
          <p:nvPr/>
        </p:nvSpPr>
        <p:spPr>
          <a:xfrm>
            <a:off x="6287806" y="5573334"/>
            <a:ext cx="2228121" cy="453054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  <a:ea typeface="Calibri"/>
                <a:cs typeface="Poppins" panose="00000500000000000000" pitchFamily="2" charset="0"/>
                <a:sym typeface="Calibri"/>
              </a:rPr>
              <a:t>Session – No.1</a:t>
            </a:r>
            <a:endParaRPr sz="2400" dirty="0">
              <a:solidFill>
                <a:schemeClr val="lt1"/>
              </a:solidFill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2BDCC77-0491-FC57-401C-380586D8ED1D}"/>
              </a:ext>
            </a:extLst>
          </p:cNvPr>
          <p:cNvSpPr/>
          <p:nvPr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8D9C68F-2EE2-5410-B640-4F43BF92A6C1}"/>
              </a:ext>
            </a:extLst>
          </p:cNvPr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D530E72E-233E-E443-1A84-D3CD02ECB889}"/>
              </a:ext>
            </a:extLst>
          </p:cNvPr>
          <p:cNvSpPr/>
          <p:nvPr/>
        </p:nvSpPr>
        <p:spPr>
          <a:xfrm>
            <a:off x="4471371" y="84408"/>
            <a:ext cx="356004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AIM OF THE SESSION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C61438-200D-827A-D4DD-5B5127AFA187}"/>
              </a:ext>
            </a:extLst>
          </p:cNvPr>
          <p:cNvSpPr txBox="1"/>
          <p:nvPr/>
        </p:nvSpPr>
        <p:spPr>
          <a:xfrm>
            <a:off x="914400" y="684469"/>
            <a:ext cx="10731286" cy="79611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cap="rnd">
            <a:solidFill>
              <a:schemeClr val="accent1">
                <a:lumMod val="20000"/>
                <a:lumOff val="80000"/>
              </a:schemeClr>
            </a:solidFill>
            <a:round/>
          </a:ln>
          <a:effectLst>
            <a:outerShdw blurRad="50800" dist="38100" algn="l" rotWithShape="0">
              <a:schemeClr val="accent1">
                <a:lumMod val="40000"/>
                <a:lumOff val="60000"/>
                <a:alpha val="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0" i="0" dirty="0">
                <a:effectLst/>
                <a:latin typeface="+mj-lt"/>
                <a:cs typeface="Poppins"/>
              </a:rPr>
              <a:t>To familiarize students with the basic concept of</a:t>
            </a:r>
            <a:r>
              <a:rPr lang="en-US" sz="1600" dirty="0">
                <a:latin typeface="+mj-lt"/>
                <a:cs typeface="Poppins"/>
              </a:rPr>
              <a:t> basic electrical and electronic  circuits </a:t>
            </a:r>
            <a:endParaRPr lang="en-US" sz="1600" b="0" i="0" dirty="0">
              <a:effectLst/>
              <a:latin typeface="+mj-lt"/>
              <a:cs typeface="Poppins"/>
            </a:endParaRPr>
          </a:p>
          <a:p>
            <a:pPr>
              <a:lnSpc>
                <a:spcPct val="150000"/>
              </a:lnSpc>
            </a:pPr>
            <a:endParaRPr lang="en-US" sz="1600" b="0" i="0" dirty="0">
              <a:effectLst/>
              <a:latin typeface="Poppins"/>
              <a:cs typeface="Poppins"/>
            </a:endParaRPr>
          </a:p>
        </p:txBody>
      </p:sp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7F3AABB0-F8BA-C900-B6BF-45F4B58E9490}"/>
              </a:ext>
            </a:extLst>
          </p:cNvPr>
          <p:cNvSpPr/>
          <p:nvPr/>
        </p:nvSpPr>
        <p:spPr>
          <a:xfrm>
            <a:off x="4160582" y="1807062"/>
            <a:ext cx="4395589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INSTRUCTIONAL OBJECTIVES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5EAD4E-C007-9DE7-A40A-12802D3C9611}"/>
              </a:ext>
            </a:extLst>
          </p:cNvPr>
          <p:cNvSpPr txBox="1"/>
          <p:nvPr/>
        </p:nvSpPr>
        <p:spPr>
          <a:xfrm>
            <a:off x="1752600" y="2438605"/>
            <a:ext cx="8791575" cy="1815882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dirty="0">
                <a:latin typeface="+mj-lt"/>
                <a:cs typeface="Poppins"/>
              </a:rPr>
              <a:t>This</a:t>
            </a:r>
            <a:r>
              <a:rPr lang="en-US" sz="1600" b="0" i="0" dirty="0">
                <a:effectLst/>
                <a:latin typeface="+mj-lt"/>
                <a:cs typeface="Poppins"/>
              </a:rPr>
              <a:t> </a:t>
            </a:r>
            <a:r>
              <a:rPr lang="en-US" sz="1600" dirty="0">
                <a:latin typeface="+mj-lt"/>
                <a:cs typeface="Poppins"/>
              </a:rPr>
              <a:t>Session</a:t>
            </a:r>
            <a:r>
              <a:rPr lang="en-US" sz="1600" b="0" i="0" dirty="0">
                <a:effectLst/>
                <a:latin typeface="+mj-lt"/>
                <a:cs typeface="Poppins"/>
              </a:rPr>
              <a:t> is designed to: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+mj-lt"/>
              </a:rPr>
              <a:t>Demonstrate </a:t>
            </a:r>
            <a:r>
              <a:rPr lang="en-GB" sz="1600" dirty="0">
                <a:latin typeface="+mj-lt"/>
              </a:rPr>
              <a:t>recognition of independent and dependent sources.</a:t>
            </a:r>
            <a:endParaRPr lang="en-US" sz="1600" b="0" i="0" dirty="0">
              <a:effectLst/>
              <a:latin typeface="+mj-lt"/>
            </a:endParaRP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+mj-lt"/>
              </a:rPr>
              <a:t>Describe the </a:t>
            </a:r>
            <a:r>
              <a:rPr lang="en-GB" sz="1600" dirty="0">
                <a:latin typeface="+mj-lt"/>
              </a:rPr>
              <a:t>purpose of independent sources in circuits.</a:t>
            </a:r>
            <a:endParaRPr lang="en-US" sz="1600" b="0" i="0" dirty="0">
              <a:effectLst/>
              <a:latin typeface="+mj-lt"/>
            </a:endParaRP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+mj-lt"/>
              </a:rPr>
              <a:t>List out the </a:t>
            </a:r>
            <a:r>
              <a:rPr lang="en-GB" sz="1600" dirty="0">
                <a:latin typeface="+mj-lt"/>
              </a:rPr>
              <a:t>different types of dependent sources.</a:t>
            </a:r>
            <a:endParaRPr lang="en-US" sz="1600" b="0" i="0" dirty="0">
              <a:effectLst/>
              <a:latin typeface="+mj-lt"/>
            </a:endParaRP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+mj-lt"/>
                <a:cs typeface="Arial"/>
              </a:rPr>
              <a:t>Describe the </a:t>
            </a:r>
            <a:r>
              <a:rPr lang="en-US" sz="1600" b="0" i="0" dirty="0" err="1">
                <a:effectLst/>
                <a:latin typeface="+mj-lt"/>
                <a:cs typeface="Arial"/>
              </a:rPr>
              <a:t>behaviour</a:t>
            </a:r>
            <a:r>
              <a:rPr lang="en-US" sz="1600" b="0" i="0" dirty="0">
                <a:effectLst/>
                <a:latin typeface="+mj-lt"/>
                <a:cs typeface="Arial"/>
              </a:rPr>
              <a:t> of RLC circuits.</a:t>
            </a:r>
          </a:p>
          <a:p>
            <a:pPr marL="342900" indent="-342900">
              <a:buAutoNum type="arabicPeriod"/>
            </a:pPr>
            <a:r>
              <a:rPr lang="en-US" sz="1600" dirty="0">
                <a:latin typeface="+mj-lt"/>
                <a:cs typeface="Arial"/>
              </a:rPr>
              <a:t>Describe the Ohm’s Law, KVL and KCL</a:t>
            </a:r>
          </a:p>
        </p:txBody>
      </p:sp>
      <p:pic>
        <p:nvPicPr>
          <p:cNvPr id="11" name="Graphic 10" descr="Bullseye outline">
            <a:extLst>
              <a:ext uri="{FF2B5EF4-FFF2-40B4-BE49-F238E27FC236}">
                <a16:creationId xmlns:a16="http://schemas.microsoft.com/office/drawing/2014/main" id="{AB75B03E-9C0C-0AF7-2A76-D8618F8F99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25326"/>
            <a:ext cx="914400" cy="914400"/>
          </a:xfrm>
          <a:prstGeom prst="rect">
            <a:avLst/>
          </a:prstGeom>
        </p:spPr>
      </p:pic>
      <p:pic>
        <p:nvPicPr>
          <p:cNvPr id="27" name="Graphic 26" descr="Presentation with checklist outline">
            <a:extLst>
              <a:ext uri="{FF2B5EF4-FFF2-40B4-BE49-F238E27FC236}">
                <a16:creationId xmlns:a16="http://schemas.microsoft.com/office/drawing/2014/main" id="{1E9F25CA-EF99-00B6-5FFA-810D1F1806C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200" y="2438605"/>
            <a:ext cx="914400" cy="914400"/>
          </a:xfrm>
          <a:prstGeom prst="rect">
            <a:avLst/>
          </a:prstGeom>
        </p:spPr>
      </p:pic>
      <p:sp>
        <p:nvSpPr>
          <p:cNvPr id="29" name="Rounded Rectangle 17">
            <a:extLst>
              <a:ext uri="{FF2B5EF4-FFF2-40B4-BE49-F238E27FC236}">
                <a16:creationId xmlns:a16="http://schemas.microsoft.com/office/drawing/2014/main" id="{6652A33D-9A9E-3EAC-0CAE-113901ECA179}"/>
              </a:ext>
            </a:extLst>
          </p:cNvPr>
          <p:cNvSpPr/>
          <p:nvPr/>
        </p:nvSpPr>
        <p:spPr>
          <a:xfrm>
            <a:off x="4212971" y="4249110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LEARNING OUTCOMES</a:t>
            </a:r>
          </a:p>
        </p:txBody>
      </p:sp>
      <p:pic>
        <p:nvPicPr>
          <p:cNvPr id="31" name="Graphic 30" descr="Idea outline">
            <a:extLst>
              <a:ext uri="{FF2B5EF4-FFF2-40B4-BE49-F238E27FC236}">
                <a16:creationId xmlns:a16="http://schemas.microsoft.com/office/drawing/2014/main" id="{5F765FC3-60CF-297F-C1BD-F5A7B8B943A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4400" y="4765771"/>
            <a:ext cx="914400" cy="9144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B0BB8E68-8B73-12DE-615E-1091F19A9A9A}"/>
              </a:ext>
            </a:extLst>
          </p:cNvPr>
          <p:cNvSpPr txBox="1"/>
          <p:nvPr/>
        </p:nvSpPr>
        <p:spPr>
          <a:xfrm>
            <a:off x="1752600" y="4772230"/>
            <a:ext cx="8791575" cy="156966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b="0" i="0" dirty="0">
                <a:effectLst/>
                <a:latin typeface="+mj-lt"/>
                <a:cs typeface="Arial"/>
              </a:rPr>
              <a:t>At the end of this </a:t>
            </a:r>
            <a:r>
              <a:rPr lang="en-US" sz="1600" dirty="0">
                <a:latin typeface="+mj-lt"/>
                <a:cs typeface="Arial"/>
              </a:rPr>
              <a:t>session</a:t>
            </a:r>
            <a:r>
              <a:rPr lang="en-US" sz="1600" b="0" i="0" dirty="0">
                <a:effectLst/>
                <a:latin typeface="+mj-lt"/>
                <a:cs typeface="Arial"/>
              </a:rPr>
              <a:t>, you should be able to: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+mj-lt"/>
              </a:rPr>
              <a:t>Define</a:t>
            </a:r>
            <a:r>
              <a:rPr lang="en-US" sz="1600" dirty="0">
                <a:latin typeface="+mj-lt"/>
              </a:rPr>
              <a:t> the characteristics of RLC elements.</a:t>
            </a:r>
            <a:endParaRPr lang="en-US" sz="1600" b="0" i="0" dirty="0">
              <a:effectLst/>
              <a:latin typeface="+mj-lt"/>
            </a:endParaRP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+mj-lt"/>
              </a:rPr>
              <a:t>Describe</a:t>
            </a:r>
            <a:r>
              <a:rPr lang="en-GB" sz="1600" dirty="0">
                <a:latin typeface="+mj-lt"/>
              </a:rPr>
              <a:t> how resistors, capacitors, and inductors interact within RLC circuits.</a:t>
            </a:r>
            <a:endParaRPr lang="en-US" sz="1600" b="0" i="0" dirty="0">
              <a:effectLst/>
              <a:latin typeface="+mj-lt"/>
            </a:endParaRPr>
          </a:p>
          <a:p>
            <a:pPr marL="342900" indent="-342900">
              <a:buAutoNum type="arabicPeriod"/>
            </a:pPr>
            <a:r>
              <a:rPr lang="en-US" sz="1600" dirty="0">
                <a:latin typeface="+mj-lt"/>
              </a:rPr>
              <a:t>Summarize the </a:t>
            </a:r>
            <a:r>
              <a:rPr lang="en-GB" sz="1600" dirty="0">
                <a:latin typeface="+mj-lt"/>
              </a:rPr>
              <a:t>role of circuit elements in electrical systems</a:t>
            </a:r>
          </a:p>
          <a:p>
            <a:pPr marL="342900" indent="-342900">
              <a:buAutoNum type="arabicPeriod"/>
            </a:pPr>
            <a:r>
              <a:rPr lang="en-GB" sz="1600" dirty="0">
                <a:latin typeface="+mj-lt"/>
                <a:cs typeface="Poppins" panose="00000500000000000000" pitchFamily="2" charset="0"/>
              </a:rPr>
              <a:t>Use of Ohm’s Law, KVL and KCL for solving different electrical circuits.</a:t>
            </a:r>
            <a:endParaRPr lang="en-US" sz="1600" dirty="0">
              <a:latin typeface="+mj-lt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8607984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 animBg="1"/>
      <p:bldP spid="29" grpId="0" animBg="1"/>
      <p:bldP spid="3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2570F-E97E-C0E3-E424-B740A9A86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470099"/>
          </a:xfrm>
        </p:spPr>
        <p:txBody>
          <a:bodyPr>
            <a:noAutofit/>
          </a:bodyPr>
          <a:lstStyle/>
          <a:p>
            <a:pPr algn="ctr"/>
            <a:r>
              <a:rPr lang="en-IN" sz="2800" b="1" dirty="0"/>
              <a:t>Electrical Circuit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A114F-6585-F809-9064-56AACAE5B7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b="0" i="0" u="none" strike="noStrike" baseline="0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An Electric circuit is an interconnection of various elements in which there is at least one closed path in which current can flow. An Electric circuit is used as a component for any engineering system. 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DA39B0-68B4-F3B8-DC59-148F75ABB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3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2F994F-3AF0-106A-135D-56CE5D3F77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6625" y="3429000"/>
            <a:ext cx="4038600" cy="179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2908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6DC1D-E3EF-4F12-C1FA-DF2818D05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583" y="1092751"/>
            <a:ext cx="9578108" cy="539091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100" b="1" i="0" u="none" strike="noStrike" baseline="0" dirty="0">
                <a:cs typeface="Times New Roman" panose="02020603050405020304" pitchFamily="18" charset="0"/>
              </a:rPr>
              <a:t>ELEMENTS OF AN </a:t>
            </a:r>
            <a:r>
              <a:rPr lang="en-US" sz="3100" b="1" dirty="0">
                <a:cs typeface="Times New Roman" panose="02020603050405020304" pitchFamily="18" charset="0"/>
              </a:rPr>
              <a:t>ELECTRICAL CIRCUIT</a:t>
            </a:r>
            <a:br>
              <a:rPr lang="en-IN" dirty="0">
                <a:solidFill>
                  <a:srgbClr val="C00000"/>
                </a:solidFill>
              </a:rPr>
            </a:b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8D4655-8531-C4C4-5AC2-8A8D63620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4</a:t>
            </a:fld>
            <a:endParaRPr lang="en-IN"/>
          </a:p>
        </p:txBody>
      </p:sp>
      <p:pic>
        <p:nvPicPr>
          <p:cNvPr id="5" name="Content Placeholder 3">
            <a:extLst>
              <a:ext uri="{FF2B5EF4-FFF2-40B4-BE49-F238E27FC236}">
                <a16:creationId xmlns:a16="http://schemas.microsoft.com/office/drawing/2014/main" id="{3E69C6B9-BCDF-F410-BB07-EAD9ED19DF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5253" y="2408591"/>
            <a:ext cx="8072511" cy="3105799"/>
          </a:xfrm>
        </p:spPr>
      </p:pic>
    </p:spTree>
    <p:extLst>
      <p:ext uri="{BB962C8B-B14F-4D97-AF65-F5344CB8AC3E}">
        <p14:creationId xmlns:p14="http://schemas.microsoft.com/office/powerpoint/2010/main" val="38948925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DFEF8-213B-5750-4774-0C2D95EF3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2249" y="1064973"/>
            <a:ext cx="9603274" cy="520909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/>
              <a:t>Basic Electrical Quantities</a:t>
            </a:r>
            <a:endParaRPr lang="en-IN" sz="2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2C3A24-56C1-7471-9D29-60146DB22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5</a:t>
            </a:fld>
            <a:endParaRPr lang="en-IN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1B269BF-C993-2E9F-C61D-6177695DB118}"/>
              </a:ext>
            </a:extLst>
          </p:cNvPr>
          <p:cNvSpPr txBox="1">
            <a:spLocks/>
          </p:cNvSpPr>
          <p:nvPr/>
        </p:nvSpPr>
        <p:spPr>
          <a:xfrm>
            <a:off x="1442248" y="1919239"/>
            <a:ext cx="9603275" cy="41194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US" sz="1800" b="1" dirty="0"/>
              <a:t>Voltage</a:t>
            </a:r>
            <a:r>
              <a:rPr lang="en-US" sz="1800" dirty="0"/>
              <a:t>: Voltage, also known as </a:t>
            </a:r>
            <a:r>
              <a:rPr lang="en-US" sz="1800" dirty="0">
                <a:solidFill>
                  <a:srgbClr val="FF0000"/>
                </a:solidFill>
              </a:rPr>
              <a:t>electric potential difference</a:t>
            </a:r>
            <a:r>
              <a:rPr lang="en-US" sz="1800" dirty="0"/>
              <a:t>, is the measure of electric potential energy per unit charge in an electrical circuit.  Voltage is measured in volts (V).</a:t>
            </a:r>
            <a:endParaRPr lang="en-US" sz="1800" dirty="0">
              <a:solidFill>
                <a:srgbClr val="FF0000"/>
              </a:solidFill>
            </a:endParaRPr>
          </a:p>
          <a:p>
            <a:pPr algn="just"/>
            <a:endParaRPr lang="en-US" sz="1800" b="1" dirty="0"/>
          </a:p>
          <a:p>
            <a:pPr algn="just">
              <a:lnSpc>
                <a:spcPct val="100000"/>
              </a:lnSpc>
            </a:pPr>
            <a:r>
              <a:rPr lang="en-US" sz="1800" b="1" dirty="0"/>
              <a:t>Current: </a:t>
            </a:r>
            <a:r>
              <a:rPr lang="en-US" sz="1800" dirty="0"/>
              <a:t>Electric current is the </a:t>
            </a:r>
            <a:r>
              <a:rPr lang="en-US" sz="1800" dirty="0">
                <a:solidFill>
                  <a:srgbClr val="FF0000"/>
                </a:solidFill>
              </a:rPr>
              <a:t>flow of electric charge in a conductor,</a:t>
            </a:r>
            <a:r>
              <a:rPr lang="en-US" sz="1800" dirty="0"/>
              <a:t> such as a wire. It is the rate of flow of electric charge through a circuit. The unit of measurement for electric current is the ampere (A).</a:t>
            </a:r>
          </a:p>
          <a:p>
            <a:pPr marL="0" indent="0" algn="just">
              <a:buNone/>
            </a:pPr>
            <a:endParaRPr lang="en-US" sz="1800" dirty="0"/>
          </a:p>
          <a:p>
            <a:pPr algn="just">
              <a:lnSpc>
                <a:spcPct val="100000"/>
              </a:lnSpc>
            </a:pPr>
            <a:r>
              <a:rPr lang="en-US" sz="1800" b="1" dirty="0"/>
              <a:t>Power : </a:t>
            </a:r>
            <a:r>
              <a:rPr lang="en-US" sz="1800" dirty="0"/>
              <a:t>Power in an electrical context is the </a:t>
            </a:r>
            <a:r>
              <a:rPr lang="en-US" sz="1800" dirty="0">
                <a:solidFill>
                  <a:srgbClr val="FF0000"/>
                </a:solidFill>
              </a:rPr>
              <a:t>rate at which work is done or the rate at which energy is transferred or converted.</a:t>
            </a:r>
            <a:r>
              <a:rPr lang="en-US" sz="1800" dirty="0"/>
              <a:t> It is the product of voltage and current and is measured in watts (W)</a:t>
            </a:r>
            <a:endParaRPr lang="en-IN" sz="1800" dirty="0"/>
          </a:p>
          <a:p>
            <a:pPr algn="just"/>
            <a:endParaRPr lang="en-US" sz="18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F0905DD-B436-3BF0-43D8-C96239EE8DF9}"/>
                  </a:ext>
                </a:extLst>
              </p:cNvPr>
              <p:cNvSpPr txBox="1"/>
              <p:nvPr/>
            </p:nvSpPr>
            <p:spPr>
              <a:xfrm>
                <a:off x="4569929" y="2624447"/>
                <a:ext cx="2174919" cy="5217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tx1"/>
                        </a:solidFill>
                        <a:latin typeface="Cambria Math"/>
                      </a:rPr>
                      <m:t>𝑣</m:t>
                    </m:r>
                    <m:r>
                      <a:rPr lang="en-US" i="1" smtClean="0">
                        <a:solidFill>
                          <a:schemeClr val="tx1"/>
                        </a:solidFill>
                        <a:latin typeface="Cambria Math"/>
                      </a:rPr>
                      <m:t>= </m:t>
                    </m:r>
                    <m:f>
                      <m:f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𝑑𝑤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/>
                          </a:rPr>
                          <m:t> </m:t>
                        </m:r>
                      </m:num>
                      <m:den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𝑑𝑞</m:t>
                        </m:r>
                      </m:den>
                    </m:f>
                    <m:r>
                      <a:rPr lang="en-US" i="1">
                        <a:solidFill>
                          <a:schemeClr val="tx1"/>
                        </a:solidFill>
                        <a:latin typeface="Cambria Math"/>
                      </a:rPr>
                      <m:t> </m:t>
                    </m:r>
                    <m:f>
                      <m:f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𝐽𝑜𝑢𝑙𝑒𝑠</m:t>
                        </m:r>
                      </m:num>
                      <m:den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𝐶𝑜𝑢𝑙𝑜𝑚𝑏</m:t>
                        </m:r>
                      </m:den>
                    </m:f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 V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="" xmlns:a14="http://schemas.microsoft.com/office/drawing/2010/main" xmlns:a16="http://schemas.microsoft.com/office/drawing/2014/main" id="{6F0905DD-B436-3BF0-43D8-C96239EE8D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9929" y="2624447"/>
                <a:ext cx="2174919" cy="521746"/>
              </a:xfrm>
              <a:prstGeom prst="rect">
                <a:avLst/>
              </a:prstGeom>
              <a:blipFill rotWithShape="1">
                <a:blip r:embed="rId2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8A0059F-2AD9-A1D3-DFD7-86F41733FA58}"/>
                  </a:ext>
                </a:extLst>
              </p:cNvPr>
              <p:cNvSpPr txBox="1"/>
              <p:nvPr/>
            </p:nvSpPr>
            <p:spPr>
              <a:xfrm>
                <a:off x="4453742" y="3978955"/>
                <a:ext cx="2291106" cy="4912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tx1"/>
                        </a:solidFill>
                        <a:latin typeface="Cambria Math"/>
                      </a:rPr>
                      <m:t>𝑖</m:t>
                    </m:r>
                    <m:r>
                      <a:rPr lang="en-US" i="1" smtClean="0">
                        <a:solidFill>
                          <a:schemeClr val="tx1"/>
                        </a:solidFill>
                        <a:latin typeface="Cambria Math"/>
                      </a:rPr>
                      <m:t>= </m:t>
                    </m:r>
                    <m:f>
                      <m:f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𝑑𝑞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/>
                          </a:rPr>
                          <m:t> </m:t>
                        </m:r>
                      </m:num>
                      <m:den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𝑑𝑡</m:t>
                        </m:r>
                      </m:den>
                    </m:f>
                    <m:r>
                      <a:rPr lang="en-US" i="1">
                        <a:solidFill>
                          <a:schemeClr val="tx1"/>
                        </a:solidFill>
                        <a:latin typeface="Cambria Math"/>
                      </a:rPr>
                      <m:t> </m:t>
                    </m:r>
                    <m:f>
                      <m:f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𝐶𝑜𝑢𝑙𝑜𝑚𝑏</m:t>
                        </m:r>
                      </m:num>
                      <m:den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𝑠𝑒𝑐𝑜𝑛𝑑</m:t>
                        </m:r>
                      </m:den>
                    </m:f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A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F8A0059F-2AD9-A1D3-DFD7-86F41733FA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3742" y="3978955"/>
                <a:ext cx="2291106" cy="491288"/>
              </a:xfrm>
              <a:prstGeom prst="rect">
                <a:avLst/>
              </a:prstGeom>
              <a:blipFill>
                <a:blip r:embed="rId3"/>
                <a:stretch>
                  <a:fillRect b="-75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B75026E-7AD4-8FB8-A00B-64412E26A3E5}"/>
                  </a:ext>
                </a:extLst>
              </p:cNvPr>
              <p:cNvSpPr txBox="1"/>
              <p:nvPr/>
            </p:nvSpPr>
            <p:spPr>
              <a:xfrm>
                <a:off x="4569929" y="5368238"/>
                <a:ext cx="2174919" cy="4912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 algn="ctr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tx1"/>
                        </a:solidFill>
                        <a:latin typeface="Cambria Math"/>
                      </a:rPr>
                      <m:t>𝑃</m:t>
                    </m:r>
                    <m:r>
                      <a:rPr lang="en-US" i="1" smtClean="0">
                        <a:solidFill>
                          <a:schemeClr val="tx1"/>
                        </a:solidFill>
                        <a:latin typeface="Cambria Math"/>
                      </a:rPr>
                      <m:t>= </m:t>
                    </m:r>
                    <m:f>
                      <m:f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𝑑𝑤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/>
                          </a:rPr>
                          <m:t> </m:t>
                        </m:r>
                      </m:num>
                      <m:den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𝑑𝑡</m:t>
                        </m:r>
                      </m:den>
                    </m:f>
                    <m:r>
                      <a:rPr lang="en-US" i="1">
                        <a:solidFill>
                          <a:schemeClr val="tx1"/>
                        </a:solidFill>
                        <a:latin typeface="Cambria Math"/>
                      </a:rPr>
                      <m:t> </m:t>
                    </m:r>
                    <m:f>
                      <m:f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𝐽𝑜𝑢𝑙𝑒</m:t>
                        </m:r>
                      </m:num>
                      <m:den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𝑠𝑒𝑐𝑜𝑛𝑑</m:t>
                        </m:r>
                      </m:den>
                    </m:f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watt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9B75026E-7AD4-8FB8-A00B-64412E26A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9929" y="5368238"/>
                <a:ext cx="2174919" cy="491288"/>
              </a:xfrm>
              <a:prstGeom prst="rect">
                <a:avLst/>
              </a:prstGeom>
              <a:blipFill>
                <a:blip r:embed="rId4"/>
                <a:stretch>
                  <a:fillRect r="-843" b="-75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37754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17">
            <a:extLst>
              <a:ext uri="{FF2B5EF4-FFF2-40B4-BE49-F238E27FC236}">
                <a16:creationId xmlns:a16="http://schemas.microsoft.com/office/drawing/2014/main" id="{0F2E30D4-6F86-49D1-9276-85CE0E9B3E3E}"/>
              </a:ext>
            </a:extLst>
          </p:cNvPr>
          <p:cNvSpPr/>
          <p:nvPr/>
        </p:nvSpPr>
        <p:spPr>
          <a:xfrm>
            <a:off x="4963886" y="1224656"/>
            <a:ext cx="1754753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Resistor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  <a:r>
              <a:rPr lang="en-US" sz="2400" dirty="0"/>
              <a:t>        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26B3A1D5-6C1D-A1D7-D2E8-5C81B314D61F}"/>
              </a:ext>
            </a:extLst>
          </p:cNvPr>
          <p:cNvSpPr txBox="1">
            <a:spLocks/>
          </p:cNvSpPr>
          <p:nvPr/>
        </p:nvSpPr>
        <p:spPr>
          <a:xfrm>
            <a:off x="1511559" y="1995188"/>
            <a:ext cx="9535116" cy="38084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1800" b="1" dirty="0">
                <a:latin typeface="+mj-lt"/>
                <a:cs typeface="Times New Roman" panose="02020603050405020304" pitchFamily="18" charset="0"/>
              </a:rPr>
              <a:t>Definition: 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Resistor is an electronics component which provides the specifies amount of opposition (resistance) to the flow of current.</a:t>
            </a: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US" sz="1800" dirty="0">
                <a:latin typeface="+mj-lt"/>
                <a:cs typeface="Times New Roman" panose="02020603050405020304" pitchFamily="18" charset="0"/>
              </a:rPr>
              <a:t>	It can be a fixed value or a variable resistor.</a:t>
            </a:r>
          </a:p>
          <a:p>
            <a:pPr algn="just"/>
            <a:r>
              <a:rPr lang="en-US" sz="1800" b="1" dirty="0">
                <a:latin typeface="+mj-lt"/>
                <a:cs typeface="Times New Roman" panose="02020603050405020304" pitchFamily="18" charset="0"/>
              </a:rPr>
              <a:t>Unit: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 The value of resistor is called resistance. It is denoted by R and the unit of resistance is Ohms (</a:t>
            </a:r>
            <a:r>
              <a:rPr lang="el-GR" sz="1800" dirty="0">
                <a:latin typeface="+mj-lt"/>
                <a:cs typeface="Times New Roman" panose="02020603050405020304" pitchFamily="18" charset="0"/>
              </a:rPr>
              <a:t>Ω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).</a:t>
            </a:r>
          </a:p>
          <a:p>
            <a:pPr algn="just"/>
            <a:r>
              <a:rPr lang="en-US" sz="1800" b="1" dirty="0">
                <a:latin typeface="+mj-lt"/>
                <a:cs typeface="Times New Roman" panose="02020603050405020304" pitchFamily="18" charset="0"/>
              </a:rPr>
              <a:t>Symbol:</a:t>
            </a:r>
          </a:p>
          <a:p>
            <a:pPr marL="0" indent="0" algn="just">
              <a:buFont typeface="Arial" panose="020B0604020202020204" pitchFamily="34" charset="0"/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62D9927-01DE-170C-5103-10C511941F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147" y="4094744"/>
            <a:ext cx="2005290" cy="59634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DF715FA-0E4B-4FFE-E572-D542E98C67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7418" y="3950322"/>
            <a:ext cx="1468582" cy="806587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62C4566-223C-6B37-D947-D20C918F289E}"/>
              </a:ext>
            </a:extLst>
          </p:cNvPr>
          <p:cNvSpPr txBox="1"/>
          <p:nvPr/>
        </p:nvSpPr>
        <p:spPr>
          <a:xfrm>
            <a:off x="1888255" y="4848153"/>
            <a:ext cx="220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b="1" dirty="0">
                <a:solidFill>
                  <a:srgbClr val="FF0000"/>
                </a:solidFill>
                <a:latin typeface="+mj-lt"/>
              </a:rPr>
              <a:t>Fixed Resistor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A6344F6-7228-32AC-329F-7CF189FDF03C}"/>
              </a:ext>
            </a:extLst>
          </p:cNvPr>
          <p:cNvSpPr txBox="1"/>
          <p:nvPr/>
        </p:nvSpPr>
        <p:spPr>
          <a:xfrm>
            <a:off x="4439800" y="4848153"/>
            <a:ext cx="2008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US" b="1" dirty="0">
                <a:solidFill>
                  <a:srgbClr val="FF0000"/>
                </a:solidFill>
                <a:latin typeface="+mj-lt"/>
              </a:rPr>
              <a:t>Variable Resistor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40D9D8-DAA6-4ABA-C893-5E2373AFCBC7}"/>
              </a:ext>
            </a:extLst>
          </p:cNvPr>
          <p:cNvSpPr txBox="1"/>
          <p:nvPr/>
        </p:nvSpPr>
        <p:spPr>
          <a:xfrm>
            <a:off x="6959866" y="3537046"/>
            <a:ext cx="458444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dirty="0">
                <a:latin typeface="+mj-lt"/>
                <a:cs typeface="Times New Roman" panose="02020603050405020304" pitchFamily="18" charset="0"/>
              </a:rPr>
              <a:t>𝑉=𝐼 𝑅</a:t>
            </a:r>
          </a:p>
          <a:p>
            <a:pPr algn="just"/>
            <a:r>
              <a:rPr lang="en-IN" dirty="0">
                <a:latin typeface="+mj-lt"/>
                <a:cs typeface="Times New Roman" panose="02020603050405020304" pitchFamily="18" charset="0"/>
              </a:rPr>
              <a:t>𝐼=  𝑉/𝑅</a:t>
            </a:r>
          </a:p>
          <a:p>
            <a:pPr algn="just"/>
            <a:r>
              <a:rPr lang="en-IN" dirty="0">
                <a:latin typeface="+mj-lt"/>
                <a:cs typeface="Times New Roman" panose="02020603050405020304" pitchFamily="18" charset="0"/>
              </a:rPr>
              <a:t>𝑅=  𝑉/𝐼</a:t>
            </a:r>
          </a:p>
          <a:p>
            <a:pPr algn="just"/>
            <a:r>
              <a:rPr lang="en-IN" dirty="0">
                <a:latin typeface="+mj-lt"/>
                <a:cs typeface="Times New Roman" panose="02020603050405020304" pitchFamily="18" charset="0"/>
              </a:rPr>
              <a:t>Conductance 𝐺=1/𝑅</a:t>
            </a:r>
          </a:p>
          <a:p>
            <a:pPr algn="just"/>
            <a:r>
              <a:rPr lang="en-IN" dirty="0">
                <a:latin typeface="+mj-lt"/>
                <a:cs typeface="Times New Roman" panose="02020603050405020304" pitchFamily="18" charset="0"/>
              </a:rPr>
              <a:t>Units of Conductance is mho or Siemens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2BBD33-D2DB-9B53-2B37-C61DDC0685AC}"/>
              </a:ext>
            </a:extLst>
          </p:cNvPr>
          <p:cNvSpPr txBox="1"/>
          <p:nvPr/>
        </p:nvSpPr>
        <p:spPr>
          <a:xfrm>
            <a:off x="1763148" y="5347855"/>
            <a:ext cx="26766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V-I Characteristics of R</a:t>
            </a:r>
            <a:endParaRPr lang="en-IN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8269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17">
            <a:extLst>
              <a:ext uri="{FF2B5EF4-FFF2-40B4-BE49-F238E27FC236}">
                <a16:creationId xmlns:a16="http://schemas.microsoft.com/office/drawing/2014/main" id="{0F2E30D4-6F86-49D1-9276-85CE0E9B3E3E}"/>
              </a:ext>
            </a:extLst>
          </p:cNvPr>
          <p:cNvSpPr/>
          <p:nvPr/>
        </p:nvSpPr>
        <p:spPr>
          <a:xfrm>
            <a:off x="5088972" y="1263466"/>
            <a:ext cx="2032264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Capacitor</a:t>
            </a:r>
            <a:r>
              <a:rPr lang="en-US" sz="2400" dirty="0">
                <a:solidFill>
                  <a:schemeClr val="tx1"/>
                </a:solidFill>
              </a:rPr>
              <a:t>         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26B3A1D5-6C1D-A1D7-D2E8-5C81B314D61F}"/>
              </a:ext>
            </a:extLst>
          </p:cNvPr>
          <p:cNvSpPr txBox="1">
            <a:spLocks/>
          </p:cNvSpPr>
          <p:nvPr/>
        </p:nvSpPr>
        <p:spPr>
          <a:xfrm>
            <a:off x="1428749" y="1995189"/>
            <a:ext cx="9687437" cy="39969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1800" b="1" dirty="0">
                <a:cs typeface="Times New Roman" panose="02020603050405020304" pitchFamily="18" charset="0"/>
              </a:rPr>
              <a:t>Definition: </a:t>
            </a:r>
            <a:r>
              <a:rPr lang="en-GB" sz="1800" b="0" i="0" dirty="0">
                <a:effectLst/>
                <a:cs typeface="Times New Roman" panose="02020603050405020304" pitchFamily="18" charset="0"/>
              </a:rPr>
              <a:t>A capacitor is an electronic component that </a:t>
            </a:r>
            <a:r>
              <a:rPr lang="en-GB" sz="1800" b="0" i="0" dirty="0">
                <a:solidFill>
                  <a:srgbClr val="FF0000"/>
                </a:solidFill>
                <a:effectLst/>
                <a:cs typeface="Times New Roman" panose="02020603050405020304" pitchFamily="18" charset="0"/>
              </a:rPr>
              <a:t>stores electrical energy </a:t>
            </a:r>
            <a:r>
              <a:rPr lang="en-GB" sz="1800" b="0" i="0" dirty="0">
                <a:effectLst/>
                <a:cs typeface="Times New Roman" panose="02020603050405020304" pitchFamily="18" charset="0"/>
              </a:rPr>
              <a:t>in an electric field. </a:t>
            </a:r>
            <a:endParaRPr lang="en-US" sz="1800" b="1" dirty="0">
              <a:cs typeface="Times New Roman" panose="02020603050405020304" pitchFamily="18" charset="0"/>
            </a:endParaRPr>
          </a:p>
          <a:p>
            <a:pPr algn="just"/>
            <a:r>
              <a:rPr lang="en-US" sz="1800" b="1" dirty="0">
                <a:cs typeface="Times New Roman" panose="02020603050405020304" pitchFamily="18" charset="0"/>
              </a:rPr>
              <a:t>Unit:</a:t>
            </a:r>
            <a:r>
              <a:rPr lang="en-US" sz="1800" dirty="0">
                <a:cs typeface="Times New Roman" panose="02020603050405020304" pitchFamily="18" charset="0"/>
              </a:rPr>
              <a:t> The value of capacitor is called capacitance. It is denoted by C and the unit of capacitance is </a:t>
            </a:r>
            <a:r>
              <a:rPr lang="en-US" sz="1800" dirty="0">
                <a:solidFill>
                  <a:srgbClr val="FF0000"/>
                </a:solidFill>
                <a:cs typeface="Times New Roman" panose="02020603050405020304" pitchFamily="18" charset="0"/>
              </a:rPr>
              <a:t>farads.</a:t>
            </a:r>
          </a:p>
          <a:p>
            <a:pPr algn="just"/>
            <a:r>
              <a:rPr lang="en-US" sz="1800" b="1" dirty="0">
                <a:cs typeface="Times New Roman" panose="02020603050405020304" pitchFamily="18" charset="0"/>
              </a:rPr>
              <a:t>Symbol:</a:t>
            </a:r>
          </a:p>
          <a:p>
            <a:pPr marL="0" indent="0" algn="just">
              <a:buFont typeface="Arial" panose="020B0604020202020204" pitchFamily="34" charset="0"/>
              <a:buNone/>
            </a:pPr>
            <a:endParaRPr lang="en-US" sz="1800" b="1" dirty="0">
              <a:cs typeface="Times New Roman" panose="02020603050405020304" pitchFamily="18" charset="0"/>
            </a:endParaRPr>
          </a:p>
        </p:txBody>
      </p:sp>
      <p:pic>
        <p:nvPicPr>
          <p:cNvPr id="3" name="Picture 2" descr="fg12_00100">
            <a:extLst>
              <a:ext uri="{FF2B5EF4-FFF2-40B4-BE49-F238E27FC236}">
                <a16:creationId xmlns:a16="http://schemas.microsoft.com/office/drawing/2014/main" id="{53E528BC-0B07-B9E2-90C7-79DB98C5C9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0648" y="3579486"/>
            <a:ext cx="3366080" cy="2105940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31CF326-2285-7AFE-CFC9-2F5E399B0D4B}"/>
              </a:ext>
            </a:extLst>
          </p:cNvPr>
          <p:cNvSpPr txBox="1"/>
          <p:nvPr/>
        </p:nvSpPr>
        <p:spPr>
          <a:xfrm>
            <a:off x="5714608" y="3173300"/>
            <a:ext cx="54015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defTabSz="914400">
              <a:spcBef>
                <a:spcPct val="20000"/>
              </a:spcBef>
              <a:buFont typeface="Arial" panose="020B0604020202020204" pitchFamily="34" charset="0"/>
            </a:pPr>
            <a:r>
              <a:rPr lang="en-US" dirty="0">
                <a:cs typeface="Times New Roman" panose="02020603050405020304" pitchFamily="18" charset="0"/>
              </a:rPr>
              <a:t>Capacity is directly proportional to charge and inversely proportional to voltage </a:t>
            </a:r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B8EE52B2-4DC3-9FDB-71F8-2EF45341CA1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32580" y="3833013"/>
          <a:ext cx="2573295" cy="5790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803400" imgH="457200" progId="Equation.3">
                  <p:embed/>
                </p:oleObj>
              </mc:Choice>
              <mc:Fallback>
                <p:oleObj name="Equation" r:id="rId3" imgW="1803400" imgH="457200" progId="Equation.3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B8EE52B2-4DC3-9FDB-71F8-2EF45341CA1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32580" y="3833013"/>
                        <a:ext cx="2573295" cy="5790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1062B325-FF20-6CD3-5569-4F561E574DBC}"/>
              </a:ext>
            </a:extLst>
          </p:cNvPr>
          <p:cNvSpPr/>
          <p:nvPr/>
        </p:nvSpPr>
        <p:spPr>
          <a:xfrm>
            <a:off x="5956881" y="4335245"/>
            <a:ext cx="5159306" cy="16569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>
                <a:cs typeface="Times New Roman" panose="02020603050405020304" pitchFamily="18" charset="0"/>
              </a:rPr>
              <a:t>where</a:t>
            </a:r>
          </a:p>
          <a:p>
            <a:pPr marL="442913" indent="-442913" algn="just" defTabSz="914400">
              <a:spcBef>
                <a:spcPct val="20000"/>
              </a:spcBef>
              <a:buFont typeface="Arial" panose="020B0604020202020204" pitchFamily="34" charset="0"/>
            </a:pPr>
            <a:r>
              <a:rPr lang="en-US" dirty="0">
                <a:cs typeface="Times New Roman" panose="02020603050405020304" pitchFamily="18" charset="0"/>
                <a:sym typeface="Symbol" pitchFamily="18" charset="2"/>
              </a:rPr>
              <a:t>C</a:t>
            </a:r>
            <a:r>
              <a:rPr lang="en-US" dirty="0">
                <a:cs typeface="Times New Roman" panose="02020603050405020304" pitchFamily="18" charset="0"/>
              </a:rPr>
              <a:t> = the capacity (or capacitance) of the component, in coulombs  per volt, or Farads</a:t>
            </a:r>
          </a:p>
          <a:p>
            <a:pPr algn="just" defTabSz="914400">
              <a:spcBef>
                <a:spcPct val="20000"/>
              </a:spcBef>
              <a:buFont typeface="Arial" panose="020B0604020202020204" pitchFamily="34" charset="0"/>
            </a:pPr>
            <a:r>
              <a:rPr lang="en-US" dirty="0">
                <a:cs typeface="Times New Roman" panose="02020603050405020304" pitchFamily="18" charset="0"/>
                <a:sym typeface="Symbol" pitchFamily="18" charset="2"/>
              </a:rPr>
              <a:t>Q</a:t>
            </a:r>
            <a:r>
              <a:rPr lang="en-US" dirty="0">
                <a:cs typeface="Times New Roman" panose="02020603050405020304" pitchFamily="18" charset="0"/>
              </a:rPr>
              <a:t> = the total charge stored by the component</a:t>
            </a:r>
          </a:p>
          <a:p>
            <a:pPr algn="just" defTabSz="914400">
              <a:spcBef>
                <a:spcPct val="20000"/>
              </a:spcBef>
              <a:buFont typeface="Arial" panose="020B0604020202020204" pitchFamily="34" charset="0"/>
            </a:pPr>
            <a:r>
              <a:rPr lang="en-US" dirty="0">
                <a:cs typeface="Times New Roman" panose="02020603050405020304" pitchFamily="18" charset="0"/>
              </a:rPr>
              <a:t>V= the voltage across the capacitor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E5BA10B-8C99-775C-11DD-65C8098BB60F}"/>
              </a:ext>
            </a:extLst>
          </p:cNvPr>
          <p:cNvSpPr/>
          <p:nvPr/>
        </p:nvSpPr>
        <p:spPr>
          <a:xfrm>
            <a:off x="9120187" y="3899463"/>
            <a:ext cx="168116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en-US" altLang="en-US" dirty="0" err="1">
                <a:solidFill>
                  <a:schemeClr val="tx1"/>
                </a:solidFill>
                <a:sym typeface="Symbol" pitchFamily="18" charset="2"/>
              </a:rPr>
              <a:t>E</a:t>
            </a:r>
            <a:r>
              <a:rPr lang="en-US" altLang="en-US" baseline="-25000" dirty="0" err="1">
                <a:solidFill>
                  <a:schemeClr val="tx1"/>
                </a:solidFill>
                <a:sym typeface="Symbol" pitchFamily="18" charset="2"/>
              </a:rPr>
              <a:t>stored</a:t>
            </a:r>
            <a:r>
              <a:rPr lang="en-US" altLang="en-US" dirty="0">
                <a:solidFill>
                  <a:schemeClr val="tx1"/>
                </a:solidFill>
                <a:sym typeface="Symbol" pitchFamily="18" charset="2"/>
              </a:rPr>
              <a:t> = ½CV</a:t>
            </a:r>
            <a:r>
              <a:rPr lang="en-US" altLang="en-US" baseline="30000" dirty="0">
                <a:solidFill>
                  <a:schemeClr val="tx1"/>
                </a:solidFill>
                <a:sym typeface="Symbol" pitchFamily="18" charset="2"/>
              </a:rPr>
              <a:t>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0499FB-3740-8360-8E66-E8BBDD801A7E}"/>
              </a:ext>
            </a:extLst>
          </p:cNvPr>
          <p:cNvSpPr txBox="1"/>
          <p:nvPr/>
        </p:nvSpPr>
        <p:spPr>
          <a:xfrm>
            <a:off x="1390648" y="5800436"/>
            <a:ext cx="4323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V-I Characteristics of C</a:t>
            </a:r>
            <a:endParaRPr lang="en-IN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9205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17">
            <a:extLst>
              <a:ext uri="{FF2B5EF4-FFF2-40B4-BE49-F238E27FC236}">
                <a16:creationId xmlns:a16="http://schemas.microsoft.com/office/drawing/2014/main" id="{0F2E30D4-6F86-49D1-9276-85CE0E9B3E3E}"/>
              </a:ext>
            </a:extLst>
          </p:cNvPr>
          <p:cNvSpPr/>
          <p:nvPr/>
        </p:nvSpPr>
        <p:spPr>
          <a:xfrm>
            <a:off x="4665014" y="1203601"/>
            <a:ext cx="3383611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Inductor</a:t>
            </a:r>
            <a:r>
              <a:rPr lang="en-US" sz="2400" dirty="0"/>
              <a:t>         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26B3A1D5-6C1D-A1D7-D2E8-5C81B314D61F}"/>
              </a:ext>
            </a:extLst>
          </p:cNvPr>
          <p:cNvSpPr txBox="1">
            <a:spLocks/>
          </p:cNvSpPr>
          <p:nvPr/>
        </p:nvSpPr>
        <p:spPr>
          <a:xfrm>
            <a:off x="1407748" y="1995189"/>
            <a:ext cx="9650777" cy="4113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1800" b="1" dirty="0">
                <a:latin typeface="+mj-lt"/>
                <a:cs typeface="Times New Roman" panose="02020603050405020304" pitchFamily="18" charset="0"/>
              </a:rPr>
              <a:t>Definition: </a:t>
            </a:r>
            <a:r>
              <a:rPr lang="en-GB" sz="1800" dirty="0">
                <a:latin typeface="+mj-lt"/>
                <a:cs typeface="Times New Roman" panose="02020603050405020304" pitchFamily="18" charset="0"/>
              </a:rPr>
              <a:t>An inductor is essentially a coil of wire with an iron core. 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They </a:t>
            </a:r>
            <a:r>
              <a:rPr lang="en-US" sz="1800" dirty="0">
                <a:solidFill>
                  <a:srgbClr val="FF0000"/>
                </a:solidFill>
                <a:latin typeface="+mj-lt"/>
                <a:cs typeface="Times New Roman" panose="02020603050405020304" pitchFamily="18" charset="0"/>
              </a:rPr>
              <a:t>store energy in magnetic field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. An inductor is an electromagnet.</a:t>
            </a:r>
          </a:p>
          <a:p>
            <a:pPr algn="just"/>
            <a:r>
              <a:rPr lang="en-US" sz="1800" b="1" dirty="0">
                <a:latin typeface="+mj-lt"/>
                <a:cs typeface="Times New Roman" panose="02020603050405020304" pitchFamily="18" charset="0"/>
              </a:rPr>
              <a:t>Unit: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 The value of inductor is called inductance. It is denoted by L and the unit of resistance is </a:t>
            </a:r>
            <a:r>
              <a:rPr lang="en-US" sz="1800" b="1" dirty="0">
                <a:solidFill>
                  <a:srgbClr val="FF0000"/>
                </a:solidFill>
                <a:latin typeface="+mj-lt"/>
                <a:cs typeface="Times New Roman" panose="02020603050405020304" pitchFamily="18" charset="0"/>
              </a:rPr>
              <a:t>henry (</a:t>
            </a:r>
            <a:r>
              <a:rPr lang="en-IN" sz="1800" b="1" dirty="0">
                <a:solidFill>
                  <a:srgbClr val="FF0000"/>
                </a:solidFill>
                <a:latin typeface="+mj-lt"/>
                <a:cs typeface="Times New Roman" panose="02020603050405020304" pitchFamily="18" charset="0"/>
              </a:rPr>
              <a:t>H</a:t>
            </a:r>
            <a:r>
              <a:rPr lang="en-US" sz="1800" b="1" dirty="0">
                <a:solidFill>
                  <a:srgbClr val="FF0000"/>
                </a:solidFill>
                <a:latin typeface="+mj-lt"/>
                <a:cs typeface="Times New Roman" panose="02020603050405020304" pitchFamily="18" charset="0"/>
              </a:rPr>
              <a:t>).</a:t>
            </a:r>
          </a:p>
          <a:p>
            <a:pPr algn="just"/>
            <a:r>
              <a:rPr lang="en-US" sz="2400" b="1" dirty="0">
                <a:latin typeface="+mj-lt"/>
                <a:cs typeface="Times New Roman" panose="02020603050405020304" pitchFamily="18" charset="0"/>
              </a:rPr>
              <a:t>Symbol:</a:t>
            </a:r>
          </a:p>
          <a:p>
            <a:pPr marL="0" indent="0" algn="just">
              <a:buFont typeface="Arial" panose="020B0604020202020204" pitchFamily="34" charset="0"/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62C4566-223C-6B37-D947-D20C918F289E}"/>
              </a:ext>
            </a:extLst>
          </p:cNvPr>
          <p:cNvSpPr txBox="1"/>
          <p:nvPr/>
        </p:nvSpPr>
        <p:spPr>
          <a:xfrm>
            <a:off x="1551048" y="4167408"/>
            <a:ext cx="220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b="1" dirty="0">
                <a:solidFill>
                  <a:srgbClr val="FF0000"/>
                </a:solidFill>
                <a:latin typeface="Calibri"/>
              </a:rPr>
              <a:t>Inductor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A3F9157-324B-598F-24FE-6790A7BE0E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5404" y="3721098"/>
            <a:ext cx="1528271" cy="369332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A8AEB786-9744-4F69-276A-48074D2CF37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624" t="37376" r="8749" b="14000"/>
          <a:stretch/>
        </p:blipFill>
        <p:spPr bwMode="auto">
          <a:xfrm>
            <a:off x="5056644" y="3559438"/>
            <a:ext cx="3880549" cy="1945435"/>
          </a:xfrm>
          <a:prstGeom prst="rect">
            <a:avLst/>
          </a:prstGeom>
          <a:noFill/>
          <a:ln w="25400">
            <a:solidFill>
              <a:schemeClr val="accent3">
                <a:lumMod val="50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ED613EE-F515-B5A3-5AB5-9CB0469F15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8820" y="4944493"/>
            <a:ext cx="1929709" cy="643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D2E3B0F-F3A3-72AB-2D19-08C9434566E0}"/>
              </a:ext>
            </a:extLst>
          </p:cNvPr>
          <p:cNvSpPr txBox="1"/>
          <p:nvPr/>
        </p:nvSpPr>
        <p:spPr>
          <a:xfrm>
            <a:off x="9396967" y="3817896"/>
            <a:ext cx="16615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en-US" altLang="en-US" sz="1800" b="1" dirty="0" err="1">
                <a:latin typeface="+mj-lt"/>
                <a:cs typeface="Times New Roman" panose="02020603050405020304" pitchFamily="18" charset="0"/>
                <a:sym typeface="Symbol" pitchFamily="18" charset="2"/>
              </a:rPr>
              <a:t>E</a:t>
            </a:r>
            <a:r>
              <a:rPr lang="en-US" altLang="en-US" sz="1800" b="1" baseline="-25000" dirty="0" err="1">
                <a:latin typeface="+mj-lt"/>
                <a:cs typeface="Times New Roman" panose="02020603050405020304" pitchFamily="18" charset="0"/>
                <a:sym typeface="Symbol" pitchFamily="18" charset="2"/>
              </a:rPr>
              <a:t>stored</a:t>
            </a:r>
            <a:r>
              <a:rPr lang="en-US" altLang="en-US" sz="1800" b="1" dirty="0">
                <a:latin typeface="+mj-lt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en-US" altLang="en-US" sz="1800" dirty="0">
                <a:latin typeface="+mj-lt"/>
                <a:cs typeface="Times New Roman" panose="02020603050405020304" pitchFamily="18" charset="0"/>
                <a:sym typeface="Symbol" pitchFamily="18" charset="2"/>
              </a:rPr>
              <a:t>=  </a:t>
            </a:r>
            <a:r>
              <a:rPr lang="en-US" altLang="en-US" sz="1800" b="1" dirty="0">
                <a:latin typeface="+mj-lt"/>
                <a:cs typeface="Times New Roman" panose="02020603050405020304" pitchFamily="18" charset="0"/>
                <a:sym typeface="Symbol" pitchFamily="18" charset="2"/>
              </a:rPr>
              <a:t>½LI</a:t>
            </a:r>
            <a:r>
              <a:rPr lang="en-US" altLang="en-US" sz="1800" b="1" baseline="30000" dirty="0">
                <a:latin typeface="+mj-lt"/>
                <a:cs typeface="Times New Roman" panose="02020603050405020304" pitchFamily="18" charset="0"/>
                <a:sym typeface="Symbol" pitchFamily="18" charset="2"/>
              </a:rPr>
              <a:t>2</a:t>
            </a:r>
            <a:endParaRPr lang="en-US" sz="180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00DB73-27DB-BB7B-CA27-FF37EC190AFD}"/>
              </a:ext>
            </a:extLst>
          </p:cNvPr>
          <p:cNvSpPr txBox="1"/>
          <p:nvPr/>
        </p:nvSpPr>
        <p:spPr>
          <a:xfrm>
            <a:off x="8921789" y="3440545"/>
            <a:ext cx="28709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US" altLang="en-US" sz="1800" dirty="0"/>
              <a:t>Energy Stored in an Inductor</a:t>
            </a:r>
            <a:endParaRPr lang="en-US" sz="18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4BCA58D-E3E3-7EA1-79F4-05B57A7D4527}"/>
              </a:ext>
            </a:extLst>
          </p:cNvPr>
          <p:cNvSpPr/>
          <p:nvPr/>
        </p:nvSpPr>
        <p:spPr>
          <a:xfrm>
            <a:off x="1551048" y="4821756"/>
            <a:ext cx="293782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en-US" sz="2000" dirty="0">
              <a:latin typeface="+mj-lt"/>
              <a:cs typeface="Times New Roman" pitchFamily="18" charset="0"/>
            </a:endParaRPr>
          </a:p>
          <a:p>
            <a:pPr algn="ctr"/>
            <a:r>
              <a:rPr lang="en-US" sz="2000" dirty="0">
                <a:latin typeface="+mj-lt"/>
                <a:cs typeface="Times New Roman" pitchFamily="18" charset="0"/>
              </a:rPr>
              <a:t>L-Inductance-Henry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B67AAF1-85EC-AA13-3359-08B42E5D3072}"/>
              </a:ext>
            </a:extLst>
          </p:cNvPr>
          <p:cNvSpPr/>
          <p:nvPr/>
        </p:nvSpPr>
        <p:spPr>
          <a:xfrm>
            <a:off x="1572035" y="4451964"/>
            <a:ext cx="466422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+mj-lt"/>
                <a:cs typeface="Times New Roman" pitchFamily="18" charset="0"/>
              </a:rPr>
              <a:t>V &amp; I relationship of a Inductor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A52474-1873-F2EB-6507-D8E4A9C69086}"/>
              </a:ext>
            </a:extLst>
          </p:cNvPr>
          <p:cNvSpPr txBox="1"/>
          <p:nvPr/>
        </p:nvSpPr>
        <p:spPr>
          <a:xfrm>
            <a:off x="5227782" y="5686574"/>
            <a:ext cx="41691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V-I Characteristics of 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2561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54A808-65CA-511E-F766-CAECCA5BB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9</a:t>
            </a:fld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4AC0592-C8F6-EF3F-4BF2-F4B6D3AAD326}"/>
              </a:ext>
            </a:extLst>
          </p:cNvPr>
          <p:cNvSpPr txBox="1"/>
          <p:nvPr/>
        </p:nvSpPr>
        <p:spPr>
          <a:xfrm>
            <a:off x="1403927" y="2121997"/>
            <a:ext cx="383309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+mj-lt"/>
                <a:cs typeface="Times New Roman" pitchFamily="18" charset="0"/>
              </a:rPr>
              <a:t>Resistors in Series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>
              <a:latin typeface="+mj-lt"/>
              <a:cs typeface="Times New Roman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+mj-lt"/>
                <a:cs typeface="Times New Roman" pitchFamily="18" charset="0"/>
              </a:rPr>
              <a:t>Resistors in Parallel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>
              <a:latin typeface="+mj-lt"/>
              <a:cs typeface="Times New Roman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+mj-lt"/>
                <a:cs typeface="Times New Roman" pitchFamily="18" charset="0"/>
              </a:rPr>
              <a:t>Inductors in Series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>
              <a:latin typeface="+mj-lt"/>
              <a:cs typeface="Times New Roman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+mj-lt"/>
                <a:cs typeface="Times New Roman" pitchFamily="18" charset="0"/>
              </a:rPr>
              <a:t>Inductors in Parallel</a:t>
            </a:r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315DBE-15F4-5AF5-D5EC-1E0EB102A206}"/>
              </a:ext>
            </a:extLst>
          </p:cNvPr>
          <p:cNvSpPr txBox="1"/>
          <p:nvPr/>
        </p:nvSpPr>
        <p:spPr>
          <a:xfrm>
            <a:off x="7205253" y="2121997"/>
            <a:ext cx="383309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+mj-lt"/>
                <a:cs typeface="Times New Roman" pitchFamily="18" charset="0"/>
              </a:rPr>
              <a:t>Capacitors in Series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>
              <a:latin typeface="+mj-lt"/>
              <a:cs typeface="Times New Roman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+mj-lt"/>
                <a:cs typeface="Times New Roman" pitchFamily="18" charset="0"/>
              </a:rPr>
              <a:t>Capacitors in Parallel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>
              <a:latin typeface="+mj-lt"/>
              <a:cs typeface="Times New Roman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+mj-lt"/>
                <a:cs typeface="Times New Roman" pitchFamily="18" charset="0"/>
              </a:rPr>
              <a:t>Voltage Division Rule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>
              <a:latin typeface="+mj-lt"/>
              <a:cs typeface="Times New Roman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+mj-lt"/>
                <a:cs typeface="Times New Roman" pitchFamily="18" charset="0"/>
              </a:rPr>
              <a:t>Current Division Rule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4254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39DC903D-9003-4F3D-87E9-EE7D5BEB5D03}"/>
              </a:ext>
            </a:extLst>
          </p:cNvPr>
          <p:cNvSpPr/>
          <p:nvPr/>
        </p:nvSpPr>
        <p:spPr>
          <a:xfrm>
            <a:off x="3152441" y="1138767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cs typeface="Poppins" panose="00000500000000000000" pitchFamily="2" charset="0"/>
              </a:rPr>
              <a:t>Energy Sources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202ED2-0F3A-05AA-5EB1-4233D925D3CC}"/>
              </a:ext>
            </a:extLst>
          </p:cNvPr>
          <p:cNvSpPr txBox="1"/>
          <p:nvPr/>
        </p:nvSpPr>
        <p:spPr>
          <a:xfrm>
            <a:off x="1381468" y="2204422"/>
            <a:ext cx="384060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800" dirty="0"/>
              <a:t>The source which does not depend on any other quantity like voltage and current) in the circuit.</a:t>
            </a:r>
            <a:endParaRPr lang="en-US" sz="16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2C2A8D-5820-960F-ED24-6E87C479915E}"/>
              </a:ext>
            </a:extLst>
          </p:cNvPr>
          <p:cNvSpPr txBox="1"/>
          <p:nvPr/>
        </p:nvSpPr>
        <p:spPr>
          <a:xfrm>
            <a:off x="5929313" y="2124849"/>
            <a:ext cx="53068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800" dirty="0"/>
              <a:t>The source whose output value depends </a:t>
            </a:r>
            <a:r>
              <a:rPr lang="en-US" dirty="0"/>
              <a:t>u</a:t>
            </a:r>
            <a:r>
              <a:rPr lang="en-US" sz="1800" dirty="0"/>
              <a:t>pon the voltage or current at some other part of the circuit..</a:t>
            </a:r>
            <a:endParaRPr lang="en-US" sz="16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9772364-2D64-E40F-060E-7E6531B376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5449" y="3203253"/>
            <a:ext cx="1425063" cy="134123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AF67BD7-909B-8C2B-F622-3BEE85D4A0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6420" y="3279065"/>
            <a:ext cx="1457842" cy="147837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82EF576-6343-9355-468D-4C2703EF25AA}"/>
              </a:ext>
            </a:extLst>
          </p:cNvPr>
          <p:cNvSpPr txBox="1"/>
          <p:nvPr/>
        </p:nvSpPr>
        <p:spPr>
          <a:xfrm>
            <a:off x="1345795" y="4850589"/>
            <a:ext cx="16584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 Voltage Source</a:t>
            </a:r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C14A6E-209C-D6DB-F85C-C613830F3AA3}"/>
              </a:ext>
            </a:extLst>
          </p:cNvPr>
          <p:cNvSpPr txBox="1"/>
          <p:nvPr/>
        </p:nvSpPr>
        <p:spPr>
          <a:xfrm>
            <a:off x="3485449" y="4836016"/>
            <a:ext cx="17366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current Source</a:t>
            </a:r>
            <a:endParaRPr lang="en-IN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1AFFCCE-138C-6A05-50E7-8668E097A2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3140" y="3093060"/>
            <a:ext cx="2181754" cy="114387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51012F3-63C4-2722-49BB-8CBCB9BA61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9458" y="3093059"/>
            <a:ext cx="2253477" cy="114387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F9EF5A21-9D35-28DB-C2C2-38FE1865D7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82733" y="4669792"/>
            <a:ext cx="2372175" cy="1228448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342E6719-64C9-68B0-4105-861729404666}"/>
              </a:ext>
            </a:extLst>
          </p:cNvPr>
          <p:cNvSpPr txBox="1"/>
          <p:nvPr/>
        </p:nvSpPr>
        <p:spPr>
          <a:xfrm>
            <a:off x="1727122" y="1810752"/>
            <a:ext cx="36853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cs typeface="Times New Roman" panose="02020603050405020304" pitchFamily="18" charset="0"/>
              </a:rPr>
              <a:t>Independent </a:t>
            </a:r>
            <a:r>
              <a:rPr lang="en-GB" b="1" dirty="0">
                <a:latin typeface="+mj-lt"/>
                <a:cs typeface="Times New Roman" panose="02020603050405020304" pitchFamily="18" charset="0"/>
              </a:rPr>
              <a:t>Source</a:t>
            </a:r>
            <a:r>
              <a:rPr lang="en-US" sz="18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cs typeface="Times New Roman" panose="02020603050405020304" pitchFamily="18" charset="0"/>
              </a:rPr>
              <a:t> </a:t>
            </a:r>
            <a:endParaRPr lang="en-IN" b="1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D2CF251-F573-992D-3EF4-78B10F17AD7B}"/>
              </a:ext>
            </a:extLst>
          </p:cNvPr>
          <p:cNvSpPr txBox="1"/>
          <p:nvPr/>
        </p:nvSpPr>
        <p:spPr>
          <a:xfrm>
            <a:off x="7279101" y="1802969"/>
            <a:ext cx="35459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cs typeface="Times New Roman" panose="02020603050405020304" pitchFamily="18" charset="0"/>
              </a:rPr>
              <a:t>D</a:t>
            </a:r>
            <a:r>
              <a:rPr lang="en-US" sz="18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cs typeface="Times New Roman" panose="02020603050405020304" pitchFamily="18" charset="0"/>
              </a:rPr>
              <a:t>ependent </a:t>
            </a:r>
            <a:r>
              <a:rPr lang="en-GB" b="1" dirty="0">
                <a:latin typeface="+mj-lt"/>
                <a:cs typeface="Times New Roman" panose="02020603050405020304" pitchFamily="18" charset="0"/>
              </a:rPr>
              <a:t>Source</a:t>
            </a:r>
            <a:r>
              <a:rPr lang="en-US" sz="18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cs typeface="Times New Roman" panose="02020603050405020304" pitchFamily="18" charset="0"/>
              </a:rPr>
              <a:t> </a:t>
            </a:r>
            <a:endParaRPr lang="en-IN" b="1" dirty="0"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87EC4214-3795-BF17-1E78-0D17B91821E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33140" y="4644925"/>
            <a:ext cx="2372176" cy="1253315"/>
          </a:xfrm>
          <a:prstGeom prst="rect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DF0B6164-0593-0CA9-F5A8-B7D6938B5C80}"/>
              </a:ext>
            </a:extLst>
          </p:cNvPr>
          <p:cNvSpPr txBox="1"/>
          <p:nvPr/>
        </p:nvSpPr>
        <p:spPr>
          <a:xfrm>
            <a:off x="5130629" y="2758674"/>
            <a:ext cx="610552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/>
              <a:t>Voltage Controlled Current Source</a:t>
            </a:r>
            <a:endParaRPr lang="en-IN" sz="16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B222F0A-D39B-E4F8-271F-84972CA160C4}"/>
              </a:ext>
            </a:extLst>
          </p:cNvPr>
          <p:cNvSpPr txBox="1"/>
          <p:nvPr/>
        </p:nvSpPr>
        <p:spPr>
          <a:xfrm>
            <a:off x="8426174" y="2800673"/>
            <a:ext cx="312851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/>
              <a:t>Current Controlled Current</a:t>
            </a:r>
            <a:endParaRPr lang="en-IN" sz="16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DF529DE-EEE0-C360-C7A3-AB8AA10AE626}"/>
              </a:ext>
            </a:extLst>
          </p:cNvPr>
          <p:cNvSpPr txBox="1"/>
          <p:nvPr/>
        </p:nvSpPr>
        <p:spPr>
          <a:xfrm>
            <a:off x="5222070" y="4325810"/>
            <a:ext cx="61055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/>
              <a:t>Voltage Controlled Voltage Source</a:t>
            </a:r>
            <a:endParaRPr lang="en-IN" sz="16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F1FA899-1B1D-9F14-EACD-EC4FAFC21ECC}"/>
              </a:ext>
            </a:extLst>
          </p:cNvPr>
          <p:cNvSpPr txBox="1"/>
          <p:nvPr/>
        </p:nvSpPr>
        <p:spPr>
          <a:xfrm>
            <a:off x="8429459" y="4375212"/>
            <a:ext cx="252544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/>
              <a:t>Current Controlled Voltage 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831888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7351D-414C-08F4-EF81-89BB70BA2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7F32F4-DED6-DB1D-8E8D-5C8C02B2D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11</a:t>
            </a:fld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BF9425A-3BDB-EBED-9BB3-AECDF98E1AFD}"/>
              </a:ext>
            </a:extLst>
          </p:cNvPr>
          <p:cNvSpPr txBox="1"/>
          <p:nvPr/>
        </p:nvSpPr>
        <p:spPr>
          <a:xfrm>
            <a:off x="1404817" y="1989253"/>
            <a:ext cx="428567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+mj-lt"/>
                <a:cs typeface="Times New Roman" pitchFamily="18" charset="0"/>
              </a:rPr>
              <a:t>Ideal Voltage Source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>
              <a:latin typeface="+mj-lt"/>
              <a:cs typeface="Times New Roman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+mj-lt"/>
                <a:cs typeface="Times New Roman" pitchFamily="18" charset="0"/>
              </a:rPr>
              <a:t>Ideal Current Source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>
              <a:latin typeface="+mj-lt"/>
              <a:cs typeface="Times New Roman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+mj-lt"/>
                <a:cs typeface="Times New Roman" pitchFamily="18" charset="0"/>
              </a:rPr>
              <a:t>Real (Practical) Voltage Source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>
              <a:latin typeface="+mj-lt"/>
              <a:cs typeface="Times New Roman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+mj-lt"/>
                <a:cs typeface="Times New Roman" pitchFamily="18" charset="0"/>
              </a:rPr>
              <a:t>Real (Practical) Current Source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>
              <a:latin typeface="+mj-lt"/>
              <a:cs typeface="Times New Roman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+mj-lt"/>
                <a:cs typeface="Times New Roman" pitchFamily="18" charset="0"/>
              </a:rPr>
              <a:t>OC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>
              <a:latin typeface="+mj-lt"/>
              <a:cs typeface="Times New Roman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+mj-lt"/>
                <a:cs typeface="Times New Roman" pitchFamily="18" charset="0"/>
              </a:rPr>
              <a:t>SC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>
              <a:latin typeface="+mj-lt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73279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657716-F5C9-0D2C-B9A7-B9A4F8CB9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12</a:t>
            </a:fld>
            <a:endParaRPr lang="en-IN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350FC58-3BF5-4D64-E973-5808AD5273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21922" y="1045944"/>
            <a:ext cx="9334004" cy="604726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 eaLnBrk="1" hangingPunct="1"/>
            <a:r>
              <a:rPr lang="en-US" altLang="en-US" dirty="0">
                <a:solidFill>
                  <a:srgbClr val="C00000"/>
                </a:solidFill>
              </a:rPr>
              <a:t>      </a:t>
            </a:r>
            <a:r>
              <a:rPr lang="en-US" altLang="en-US" sz="2800" b="1" dirty="0">
                <a:solidFill>
                  <a:schemeClr val="tx1"/>
                </a:solidFill>
              </a:rPr>
              <a:t>node, branch , loop, MESH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B2F8D6CD-91F8-B6F0-FF2F-1215B1B91254}"/>
              </a:ext>
            </a:extLst>
          </p:cNvPr>
          <p:cNvSpPr txBox="1">
            <a:spLocks noChangeArrowheads="1"/>
          </p:cNvSpPr>
          <p:nvPr/>
        </p:nvSpPr>
        <p:spPr>
          <a:xfrm>
            <a:off x="1151906" y="1870142"/>
            <a:ext cx="10744530" cy="387751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90000"/>
              </a:lnSpc>
            </a:pPr>
            <a:r>
              <a:rPr lang="en-US" altLang="en-US" b="1" dirty="0"/>
              <a:t>Node – any point where 2 or more circuit elements are connected together.</a:t>
            </a:r>
          </a:p>
          <a:p>
            <a:pPr algn="just">
              <a:lnSpc>
                <a:spcPct val="90000"/>
              </a:lnSpc>
            </a:pPr>
            <a:endParaRPr lang="en-US" altLang="en-US" b="1" dirty="0"/>
          </a:p>
          <a:p>
            <a:pPr algn="just">
              <a:lnSpc>
                <a:spcPct val="90000"/>
              </a:lnSpc>
            </a:pPr>
            <a:r>
              <a:rPr lang="en-US" altLang="en-US" b="1" dirty="0"/>
              <a:t>Each node has one voltage (w.r.t. ground)</a:t>
            </a:r>
          </a:p>
          <a:p>
            <a:pPr algn="just">
              <a:lnSpc>
                <a:spcPct val="90000"/>
              </a:lnSpc>
            </a:pPr>
            <a:endParaRPr lang="en-US" altLang="en-US" b="1" dirty="0"/>
          </a:p>
          <a:p>
            <a:pPr algn="just">
              <a:lnSpc>
                <a:spcPct val="90000"/>
              </a:lnSpc>
            </a:pPr>
            <a:r>
              <a:rPr lang="en-US" altLang="en-US" b="1" dirty="0"/>
              <a:t>Branch – a circuit element between two nodes.</a:t>
            </a:r>
          </a:p>
          <a:p>
            <a:pPr algn="just">
              <a:lnSpc>
                <a:spcPct val="90000"/>
              </a:lnSpc>
            </a:pPr>
            <a:endParaRPr lang="en-US" altLang="en-US" b="1" dirty="0"/>
          </a:p>
          <a:p>
            <a:pPr algn="just">
              <a:lnSpc>
                <a:spcPct val="90000"/>
              </a:lnSpc>
            </a:pPr>
            <a:r>
              <a:rPr lang="en-US" altLang="en-US" b="1" dirty="0"/>
              <a:t>Loop – a collection of branches that form a closed path returning to the same node without going through any other nodes or branches twice.</a:t>
            </a:r>
          </a:p>
          <a:p>
            <a:pPr algn="just">
              <a:lnSpc>
                <a:spcPct val="90000"/>
              </a:lnSpc>
            </a:pPr>
            <a:endParaRPr lang="en-US" altLang="en-US" b="1" dirty="0"/>
          </a:p>
          <a:p>
            <a:pPr algn="just">
              <a:lnSpc>
                <a:spcPct val="90000"/>
              </a:lnSpc>
            </a:pPr>
            <a:r>
              <a:rPr lang="en-US" altLang="en-US" b="1" dirty="0"/>
              <a:t>Mesh – a mesh a Loop in which there are no inner loops.</a:t>
            </a:r>
          </a:p>
        </p:txBody>
      </p:sp>
    </p:spTree>
    <p:extLst>
      <p:ext uri="{BB962C8B-B14F-4D97-AF65-F5344CB8AC3E}">
        <p14:creationId xmlns:p14="http://schemas.microsoft.com/office/powerpoint/2010/main" val="2465156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657716-F5C9-0D2C-B9A7-B9A4F8CB9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>
                <a:solidFill>
                  <a:schemeClr val="tx1"/>
                </a:solidFill>
              </a:rPr>
              <a:pPr/>
              <a:t>13</a:t>
            </a:fld>
            <a:endParaRPr lang="en-IN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EAECB0-0371-1623-C92C-086E4BF957CA}"/>
              </a:ext>
            </a:extLst>
          </p:cNvPr>
          <p:cNvSpPr txBox="1"/>
          <p:nvPr/>
        </p:nvSpPr>
        <p:spPr>
          <a:xfrm>
            <a:off x="1431628" y="704460"/>
            <a:ext cx="962429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US" sz="2800" b="1" dirty="0">
                <a:latin typeface="+mj-lt"/>
              </a:rPr>
              <a:t>Kirchoff’s Laws </a:t>
            </a:r>
            <a:endParaRPr lang="en-IN" sz="2800" b="1" dirty="0">
              <a:latin typeface="+mj-lt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8A7B5A9-2230-FA0E-8159-F5B780138167}"/>
              </a:ext>
            </a:extLst>
          </p:cNvPr>
          <p:cNvSpPr txBox="1"/>
          <p:nvPr/>
        </p:nvSpPr>
        <p:spPr>
          <a:xfrm>
            <a:off x="1431629" y="1859340"/>
            <a:ext cx="9624291" cy="15696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/>
                </a:solidFill>
              </a:rPr>
              <a:t>Kirchhoff's Voltage Law (KVL) states that the total voltage around any closed loop in a circuit is zero.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 sz="2400" b="1" dirty="0">
                <a:solidFill>
                  <a:schemeClr val="tx1"/>
                </a:solidFill>
              </a:rPr>
              <a:t>The algebraic sum of voltages around each loop is zero.</a:t>
            </a:r>
          </a:p>
          <a:p>
            <a:pPr marL="285750" indent="-285750" algn="just" eaLnBrk="1" hangingPunct="1">
              <a:buFont typeface="Arial" panose="020B0604020202020204" pitchFamily="34" charset="0"/>
              <a:buChar char="•"/>
            </a:pPr>
            <a:r>
              <a:rPr lang="el-GR" altLang="en-US" sz="2400" b="1" dirty="0">
                <a:solidFill>
                  <a:schemeClr val="tx1"/>
                </a:solidFill>
                <a:cs typeface="Arial" panose="020B0604020202020204" pitchFamily="34" charset="0"/>
              </a:rPr>
              <a:t>Σ</a:t>
            </a:r>
            <a:r>
              <a:rPr lang="en-US" altLang="en-US" sz="2400" b="1" dirty="0">
                <a:solidFill>
                  <a:schemeClr val="tx1"/>
                </a:solidFill>
                <a:cs typeface="Arial" panose="020B0604020202020204" pitchFamily="34" charset="0"/>
              </a:rPr>
              <a:t> Voltage Drops - </a:t>
            </a:r>
            <a:r>
              <a:rPr lang="el-GR" altLang="en-US" sz="2400" b="1" dirty="0">
                <a:solidFill>
                  <a:schemeClr val="tx1"/>
                </a:solidFill>
                <a:cs typeface="Arial" panose="020B0604020202020204" pitchFamily="34" charset="0"/>
              </a:rPr>
              <a:t>Σ</a:t>
            </a:r>
            <a:r>
              <a:rPr lang="en-US" altLang="en-US" sz="2400" b="1" dirty="0">
                <a:solidFill>
                  <a:schemeClr val="tx1"/>
                </a:solidFill>
                <a:cs typeface="Arial" panose="020B0604020202020204" pitchFamily="34" charset="0"/>
              </a:rPr>
              <a:t> Voltage Rises = 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31629" y="3532151"/>
            <a:ext cx="9624291" cy="120032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Kirchhoff's Current Law (KCL) states that the total current entering a node in an electrical circuit is equal to the total current leaving the node.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9D0B504-2953-2638-2D29-1B4F88AE201B}"/>
              </a:ext>
            </a:extLst>
          </p:cNvPr>
          <p:cNvSpPr txBox="1"/>
          <p:nvPr/>
        </p:nvSpPr>
        <p:spPr>
          <a:xfrm>
            <a:off x="1431628" y="4654984"/>
            <a:ext cx="9624291" cy="83099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 eaLnBrk="1" hangingPunct="1"/>
            <a:r>
              <a:rPr lang="en-US" altLang="en-US" sz="2400" b="1" dirty="0">
                <a:solidFill>
                  <a:schemeClr val="tx1"/>
                </a:solidFill>
              </a:rPr>
              <a:t>The algebraic sum of currents entering a node is zero</a:t>
            </a:r>
          </a:p>
          <a:p>
            <a:pPr algn="just" eaLnBrk="1" hangingPunct="1"/>
            <a:r>
              <a:rPr lang="el-GR" altLang="en-US" sz="2400" b="1" dirty="0">
                <a:solidFill>
                  <a:schemeClr val="tx1"/>
                </a:solidFill>
                <a:cs typeface="Arial" panose="020B0604020202020204" pitchFamily="34" charset="0"/>
              </a:rPr>
              <a:t>Σ</a:t>
            </a:r>
            <a:r>
              <a:rPr lang="en-US" altLang="en-US" sz="2400" b="1" dirty="0">
                <a:solidFill>
                  <a:schemeClr val="tx1"/>
                </a:solidFill>
                <a:cs typeface="Arial" panose="020B0604020202020204" pitchFamily="34" charset="0"/>
              </a:rPr>
              <a:t> Currents In - </a:t>
            </a:r>
            <a:r>
              <a:rPr lang="el-GR" altLang="en-US" sz="2400" b="1" dirty="0">
                <a:solidFill>
                  <a:schemeClr val="tx1"/>
                </a:solidFill>
                <a:cs typeface="Arial" panose="020B0604020202020204" pitchFamily="34" charset="0"/>
              </a:rPr>
              <a:t>Σ</a:t>
            </a:r>
            <a:r>
              <a:rPr lang="en-US" altLang="en-US" sz="2400" b="1" dirty="0">
                <a:solidFill>
                  <a:schemeClr val="tx1"/>
                </a:solidFill>
                <a:cs typeface="Arial" panose="020B0604020202020204" pitchFamily="34" charset="0"/>
              </a:rPr>
              <a:t> Currents Out = 0 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5504E57-6887-EC5F-4E56-1A890D1D69AF}"/>
              </a:ext>
            </a:extLst>
          </p:cNvPr>
          <p:cNvSpPr/>
          <p:nvPr/>
        </p:nvSpPr>
        <p:spPr>
          <a:xfrm>
            <a:off x="1431629" y="5691875"/>
            <a:ext cx="9624291" cy="46166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1"/>
                </a:solidFill>
                <a:hlinkClick r:id="rId2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Sign Convention</a:t>
            </a:r>
            <a:endParaRPr lang="en-US" sz="2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23446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A40C3-BF03-6181-55F1-1E4A990AA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78411"/>
            <a:ext cx="9603275" cy="503578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/>
              <a:t>Numerical Problems</a:t>
            </a:r>
            <a:endParaRPr lang="en-IN" sz="2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0D1578-AC39-8AA5-F8A1-5DFD49BE7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>
                <a:solidFill>
                  <a:schemeClr val="tx1"/>
                </a:solidFill>
              </a:rPr>
              <a:pPr/>
              <a:t>14</a:t>
            </a:fld>
            <a:endParaRPr lang="en-IN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67C0DF-077B-4398-EC19-8DA31F200096}"/>
              </a:ext>
            </a:extLst>
          </p:cNvPr>
          <p:cNvSpPr txBox="1"/>
          <p:nvPr/>
        </p:nvSpPr>
        <p:spPr>
          <a:xfrm>
            <a:off x="1451579" y="2133454"/>
            <a:ext cx="225367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hlinkClick r:id="rId2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Problem 01</a:t>
            </a:r>
            <a:endParaRPr lang="en-US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Problem 02</a:t>
            </a:r>
            <a:endParaRPr lang="en-US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hlinkClick r:id="rId4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Problem 03</a:t>
            </a:r>
            <a:endParaRPr lang="en-IN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A2625E-22D4-A98A-AF0E-1910AB9117B0}"/>
              </a:ext>
            </a:extLst>
          </p:cNvPr>
          <p:cNvSpPr txBox="1"/>
          <p:nvPr/>
        </p:nvSpPr>
        <p:spPr>
          <a:xfrm>
            <a:off x="8801182" y="2133454"/>
            <a:ext cx="225367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hlinkClick r:id="rId5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Problem 04</a:t>
            </a:r>
            <a:endParaRPr lang="en-US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hlinkClick r:id="rId6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Problem 05</a:t>
            </a:r>
            <a:endParaRPr lang="en-US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hlinkClick r:id="rId7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Problem 06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0961599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45E056E-10BD-0B9E-4ACE-A3F54C31FD9F}"/>
              </a:ext>
            </a:extLst>
          </p:cNvPr>
          <p:cNvSpPr/>
          <p:nvPr/>
        </p:nvSpPr>
        <p:spPr>
          <a:xfrm>
            <a:off x="1429221" y="1167618"/>
            <a:ext cx="9608233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TERMINAL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5362" y="2274838"/>
            <a:ext cx="9608234" cy="6656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b="1" dirty="0"/>
              <a:t>1. Describe </a:t>
            </a:r>
            <a:r>
              <a:rPr lang="en-GB" b="1" dirty="0"/>
              <a:t>Explain the fundamental difference between independent and dependent sources in an electrical circuit.</a:t>
            </a:r>
            <a:endParaRPr lang="en-US" b="1" dirty="0"/>
          </a:p>
          <a:p>
            <a:pPr marL="342900" indent="-342900">
              <a:lnSpc>
                <a:spcPct val="200000"/>
              </a:lnSpc>
            </a:pPr>
            <a:r>
              <a:rPr lang="en-US" b="1" dirty="0"/>
              <a:t>2. Summarize the importance of resistor, capacitor, inductor in an electronic circuit.</a:t>
            </a:r>
          </a:p>
          <a:p>
            <a:pPr marL="342900" indent="-342900">
              <a:lnSpc>
                <a:spcPct val="200000"/>
              </a:lnSpc>
            </a:pPr>
            <a:r>
              <a:rPr lang="en-GB" b="1" dirty="0">
                <a:ea typeface="Calibri" panose="020F0502020204030204" pitchFamily="34" charset="0"/>
                <a:cs typeface="Calibri" panose="020F0502020204030204" pitchFamily="34" charset="0"/>
              </a:rPr>
              <a:t>3.Explain how Kirchhoff's Voltage Law and Kirchhoff's Current Law can be applied together to </a:t>
            </a:r>
            <a:r>
              <a:rPr lang="en-GB" b="1" dirty="0" err="1">
                <a:ea typeface="Calibri" panose="020F0502020204030204" pitchFamily="34" charset="0"/>
                <a:cs typeface="Calibri" panose="020F0502020204030204" pitchFamily="34" charset="0"/>
              </a:rPr>
              <a:t>analyze</a:t>
            </a:r>
            <a:r>
              <a:rPr lang="en-GB" b="1" dirty="0">
                <a:ea typeface="Calibri" panose="020F0502020204030204" pitchFamily="34" charset="0"/>
                <a:cs typeface="Calibri" panose="020F0502020204030204" pitchFamily="34" charset="0"/>
              </a:rPr>
              <a:t> the circuit's </a:t>
            </a:r>
            <a:r>
              <a:rPr lang="en-GB" b="1" dirty="0" err="1">
                <a:ea typeface="Calibri" panose="020F0502020204030204" pitchFamily="34" charset="0"/>
                <a:cs typeface="Calibri" panose="020F0502020204030204" pitchFamily="34" charset="0"/>
              </a:rPr>
              <a:t>behavior</a:t>
            </a:r>
            <a:r>
              <a:rPr lang="en-GB" b="1" dirty="0"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marL="342900" indent="-342900">
              <a:lnSpc>
                <a:spcPct val="200000"/>
              </a:lnSpc>
            </a:pPr>
            <a:r>
              <a:rPr lang="en-GB" b="1" dirty="0">
                <a:ea typeface="Calibri" panose="020F0502020204030204" pitchFamily="34" charset="0"/>
                <a:cs typeface="Calibri" panose="020F0502020204030204" pitchFamily="34" charset="0"/>
              </a:rPr>
              <a:t>4.List out the classification of active and passive elements.</a:t>
            </a:r>
          </a:p>
          <a:p>
            <a:pPr marL="342900" indent="-342900">
              <a:lnSpc>
                <a:spcPct val="200000"/>
              </a:lnSpc>
            </a:pPr>
            <a:br>
              <a:rPr lang="en-IN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endParaRPr lang="en-US" b="1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02073769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ED7FD29D-BBDE-078E-D487-E57247CDB50D}"/>
              </a:ext>
            </a:extLst>
          </p:cNvPr>
          <p:cNvSpPr/>
          <p:nvPr/>
        </p:nvSpPr>
        <p:spPr>
          <a:xfrm>
            <a:off x="3390636" y="434323"/>
            <a:ext cx="6307546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SELF-ASSESSMENT QUESTIONS</a:t>
            </a:r>
          </a:p>
        </p:txBody>
      </p:sp>
      <p:sp>
        <p:nvSpPr>
          <p:cNvPr id="7" name="Google Shape;502;p17">
            <a:extLst>
              <a:ext uri="{FF2B5EF4-FFF2-40B4-BE49-F238E27FC236}">
                <a16:creationId xmlns:a16="http://schemas.microsoft.com/office/drawing/2014/main" id="{AE3D0AA7-0A5F-7BD6-7BC7-1D38F326B8B4}"/>
              </a:ext>
            </a:extLst>
          </p:cNvPr>
          <p:cNvSpPr/>
          <p:nvPr/>
        </p:nvSpPr>
        <p:spPr>
          <a:xfrm>
            <a:off x="1009895" y="1093156"/>
            <a:ext cx="10172210" cy="710244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GB" b="1" dirty="0"/>
              <a:t>Which law states that the total current entering a junction is equal to the total current leaving the junction in a circuit?</a:t>
            </a:r>
            <a:endParaRPr sz="1600" dirty="0">
              <a:solidFill>
                <a:schemeClr val="bg1"/>
              </a:solidFill>
              <a:latin typeface="Poppins" panose="00000500000000000000" pitchFamily="2" charset="0"/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11" name="Rounded Rectangle 17">
            <a:extLst>
              <a:ext uri="{FF2B5EF4-FFF2-40B4-BE49-F238E27FC236}">
                <a16:creationId xmlns:a16="http://schemas.microsoft.com/office/drawing/2014/main" id="{5D8B791C-9B35-CF16-C192-D202E0DB9A60}"/>
              </a:ext>
            </a:extLst>
          </p:cNvPr>
          <p:cNvSpPr/>
          <p:nvPr/>
        </p:nvSpPr>
        <p:spPr>
          <a:xfrm>
            <a:off x="1520042" y="1977905"/>
            <a:ext cx="3206337" cy="164582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sz="1600" dirty="0">
                <a:latin typeface="Arial" panose="020B0604020202020204" pitchFamily="34" charset="0"/>
              </a:rPr>
              <a:t>Ohm's Law </a:t>
            </a: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IN" dirty="0"/>
              <a:t>Kirchoff’s Voltage Law</a:t>
            </a:r>
            <a:endParaRPr lang="en-US" sz="1600" dirty="0"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Tx/>
              <a:buAutoNum type="alphaLcParenBoth"/>
            </a:pPr>
            <a:r>
              <a:rPr lang="en-IN" sz="1600" dirty="0"/>
              <a:t>Kirchoff’s Current Law </a:t>
            </a:r>
          </a:p>
          <a:p>
            <a:pPr marL="342900" indent="-342900">
              <a:lnSpc>
                <a:spcPct val="150000"/>
              </a:lnSpc>
              <a:buFontTx/>
              <a:buAutoNum type="alphaLcParenBoth"/>
            </a:pPr>
            <a:r>
              <a:rPr lang="en-US" sz="1600" dirty="0">
                <a:latin typeface="Arial" panose="020B0604020202020204" pitchFamily="34" charset="0"/>
              </a:rPr>
              <a:t>Faradays Law</a:t>
            </a:r>
          </a:p>
          <a:p>
            <a:pPr marL="342900" indent="-342900">
              <a:lnSpc>
                <a:spcPct val="150000"/>
              </a:lnSpc>
              <a:buAutoNum type="alphaLcParenBoth"/>
            </a:pPr>
            <a:endParaRPr lang="en-US" sz="1600" dirty="0"/>
          </a:p>
        </p:txBody>
      </p:sp>
      <p:sp>
        <p:nvSpPr>
          <p:cNvPr id="13" name="Google Shape;502;p17">
            <a:extLst>
              <a:ext uri="{FF2B5EF4-FFF2-40B4-BE49-F238E27FC236}">
                <a16:creationId xmlns:a16="http://schemas.microsoft.com/office/drawing/2014/main" id="{BB41B87C-BE5F-4BF2-531D-57DC21D1A451}"/>
              </a:ext>
            </a:extLst>
          </p:cNvPr>
          <p:cNvSpPr/>
          <p:nvPr/>
        </p:nvSpPr>
        <p:spPr>
          <a:xfrm>
            <a:off x="1009895" y="3820343"/>
            <a:ext cx="10172210" cy="710244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lvl="0" indent="-342900">
              <a:buFont typeface="+mj-lt"/>
              <a:buAutoNum type="arabicPeriod" startAt="2"/>
            </a:pPr>
            <a:r>
              <a:rPr lang="en-GB" b="1" dirty="0"/>
              <a:t>Which component stores electrical energy in a magnetic field?</a:t>
            </a:r>
            <a:endParaRPr sz="1600" dirty="0">
              <a:solidFill>
                <a:schemeClr val="bg1"/>
              </a:solidFill>
              <a:latin typeface="Poppins" panose="00000500000000000000" pitchFamily="2" charset="0"/>
              <a:ea typeface="Calibri"/>
              <a:cs typeface="Poppins" panose="00000500000000000000" pitchFamily="2" charset="0"/>
              <a:sym typeface="Calibri"/>
            </a:endParaRPr>
          </a:p>
        </p:txBody>
      </p:sp>
      <p:pic>
        <p:nvPicPr>
          <p:cNvPr id="8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" name="Rounded Rectangle 17">
            <a:extLst>
              <a:ext uri="{FF2B5EF4-FFF2-40B4-BE49-F238E27FC236}">
                <a16:creationId xmlns:a16="http://schemas.microsoft.com/office/drawing/2014/main" id="{E15E8A99-66E5-C547-757D-ECB906AFAD38}"/>
              </a:ext>
            </a:extLst>
          </p:cNvPr>
          <p:cNvSpPr/>
          <p:nvPr/>
        </p:nvSpPr>
        <p:spPr>
          <a:xfrm>
            <a:off x="1520041" y="4530587"/>
            <a:ext cx="3206337" cy="164582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sz="1600" dirty="0">
                <a:latin typeface="Arial" panose="020B0604020202020204" pitchFamily="34" charset="0"/>
              </a:rPr>
              <a:t>Capacitor</a:t>
            </a: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dirty="0"/>
              <a:t>Resistor</a:t>
            </a:r>
            <a:endParaRPr lang="en-US" sz="1600" dirty="0"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Tx/>
              <a:buAutoNum type="alphaLcParenBoth"/>
            </a:pPr>
            <a:r>
              <a:rPr lang="en-IN" sz="1600" dirty="0"/>
              <a:t>Inductor</a:t>
            </a:r>
          </a:p>
          <a:p>
            <a:pPr marL="342900" indent="-342900">
              <a:lnSpc>
                <a:spcPct val="150000"/>
              </a:lnSpc>
              <a:buFontTx/>
              <a:buAutoNum type="alphaLcParenBoth"/>
            </a:pPr>
            <a:r>
              <a:rPr lang="en-US" sz="1600" dirty="0">
                <a:latin typeface="Arial" panose="020B0604020202020204" pitchFamily="34" charset="0"/>
              </a:rPr>
              <a:t>Diode</a:t>
            </a:r>
          </a:p>
          <a:p>
            <a:pPr marL="342900" indent="-342900">
              <a:lnSpc>
                <a:spcPct val="150000"/>
              </a:lnSpc>
              <a:buAutoNum type="alphaLcParenBoth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192766172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1" grpId="0" animBg="1"/>
      <p:bldP spid="13" grpId="0" animBg="1"/>
      <p:bldP spid="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45E056E-10BD-0B9E-4ACE-A3F54C31FD9F}"/>
              </a:ext>
            </a:extLst>
          </p:cNvPr>
          <p:cNvSpPr/>
          <p:nvPr/>
        </p:nvSpPr>
        <p:spPr>
          <a:xfrm>
            <a:off x="1413164" y="748145"/>
            <a:ext cx="9642763" cy="95002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REFERENCES  &amp; LEARNING  SESSION</a:t>
            </a:r>
            <a:endParaRPr lang="en-US" sz="2800" b="1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31917" y="2156663"/>
            <a:ext cx="952401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Reference Books :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1.  John bird electrical circuit theory and technology, Routledge publishers, 6</a:t>
            </a:r>
            <a:r>
              <a:rPr lang="en-US" baseline="30000" dirty="0"/>
              <a:t>th</a:t>
            </a:r>
            <a:r>
              <a:rPr lang="en-US" dirty="0"/>
              <a:t> edition</a:t>
            </a:r>
          </a:p>
          <a:p>
            <a:pPr>
              <a:lnSpc>
                <a:spcPct val="150000"/>
              </a:lnSpc>
            </a:pPr>
            <a:r>
              <a:rPr lang="en-US" dirty="0"/>
              <a:t>2. </a:t>
            </a:r>
            <a:r>
              <a:rPr lang="en-GB" b="1" dirty="0">
                <a:latin typeface="Söhne"/>
              </a:rPr>
              <a:t>“</a:t>
            </a:r>
            <a:r>
              <a:rPr lang="en-GB" b="1" i="0" dirty="0">
                <a:effectLst/>
                <a:latin typeface="Söhne"/>
              </a:rPr>
              <a:t>Electric Circuits” by James  W. Nilsson and Susan A. Riedel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b="1" dirty="0"/>
              <a:t>Sites and Web links:</a:t>
            </a:r>
          </a:p>
          <a:p>
            <a:pPr>
              <a:lnSpc>
                <a:spcPct val="150000"/>
              </a:lnSpc>
            </a:pPr>
            <a:r>
              <a:rPr lang="en-US" dirty="0"/>
              <a:t>1. https://archive.nptel.ac.in/courses/108/102/108102097/</a:t>
            </a:r>
          </a:p>
          <a:p>
            <a:pPr>
              <a:lnSpc>
                <a:spcPct val="150000"/>
              </a:lnSpc>
            </a:pPr>
            <a:r>
              <a:rPr lang="en-US" dirty="0"/>
              <a:t>2. https://archive.nptel.ac.in/courses/117/106/117106108/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endParaRPr lang="en-US" dirty="0"/>
          </a:p>
        </p:txBody>
      </p:sp>
      <p:pic>
        <p:nvPicPr>
          <p:cNvPr id="5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7342044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6F267B9-90E6-4D91-2F94-99937051E1E4}"/>
              </a:ext>
            </a:extLst>
          </p:cNvPr>
          <p:cNvGrpSpPr/>
          <p:nvPr/>
        </p:nvGrpSpPr>
        <p:grpSpPr>
          <a:xfrm>
            <a:off x="2247960" y="2332796"/>
            <a:ext cx="7920111" cy="2883877"/>
            <a:chOff x="2247960" y="2332796"/>
            <a:chExt cx="7920111" cy="2883877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E792BE84-3448-2348-B352-CD5BC083E5FD}"/>
                </a:ext>
              </a:extLst>
            </p:cNvPr>
            <p:cNvSpPr/>
            <p:nvPr/>
          </p:nvSpPr>
          <p:spPr>
            <a:xfrm>
              <a:off x="2247960" y="2332796"/>
              <a:ext cx="7920111" cy="2883877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srgbClr val="BA2532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latin typeface="Poppins" pitchFamily="2" charset="77"/>
                <a:cs typeface="Poppins" pitchFamily="2" charset="77"/>
              </a:endParaRPr>
            </a:p>
            <a:p>
              <a:pPr algn="ctr"/>
              <a:endParaRPr lang="en-US" sz="2400" b="1" dirty="0">
                <a:latin typeface="Poppins" pitchFamily="2" charset="77"/>
                <a:cs typeface="Poppins" pitchFamily="2" charset="77"/>
              </a:endParaRPr>
            </a:p>
            <a:p>
              <a:pPr algn="ctr"/>
              <a:r>
                <a:rPr lang="en-US" sz="2400" b="1" dirty="0">
                  <a:latin typeface="Poppins" pitchFamily="2" charset="77"/>
                  <a:cs typeface="Poppins" pitchFamily="2" charset="77"/>
                </a:rPr>
                <a:t>THANK YOU</a:t>
              </a:r>
            </a:p>
            <a:p>
              <a:pPr algn="ctr"/>
              <a:endParaRPr lang="en-US" sz="2400" dirty="0">
                <a:latin typeface="Poppins" pitchFamily="2" charset="77"/>
                <a:cs typeface="Poppins" pitchFamily="2" charset="77"/>
              </a:endParaRPr>
            </a:p>
            <a:p>
              <a:pPr algn="ctr"/>
              <a:endParaRPr lang="en-US" sz="2400" dirty="0">
                <a:latin typeface="Poppins" pitchFamily="2" charset="77"/>
                <a:cs typeface="Poppins" pitchFamily="2" charset="77"/>
              </a:endParaRPr>
            </a:p>
            <a:p>
              <a:pPr algn="ctr"/>
              <a:endParaRPr lang="en-US" sz="2400" dirty="0">
                <a:latin typeface="Poppins" pitchFamily="2" charset="77"/>
                <a:cs typeface="Poppins" pitchFamily="2" charset="77"/>
              </a:endParaRPr>
            </a:p>
            <a:p>
              <a:pPr algn="ctr"/>
              <a:endParaRPr lang="en-US" sz="2400" dirty="0">
                <a:latin typeface="Poppins" pitchFamily="2" charset="77"/>
                <a:cs typeface="Poppins" pitchFamily="2" charset="77"/>
              </a:endParaRPr>
            </a:p>
            <a:p>
              <a:pPr algn="ctr"/>
              <a:r>
                <a:rPr lang="en-US" sz="2400" b="1" dirty="0">
                  <a:latin typeface="Poppins" pitchFamily="2" charset="77"/>
                  <a:cs typeface="Poppins" pitchFamily="2" charset="77"/>
                </a:rPr>
                <a:t>Team </a:t>
              </a:r>
              <a:r>
                <a:rPr lang="en-US" sz="2400" b="1">
                  <a:latin typeface="Poppins" pitchFamily="2" charset="77"/>
                  <a:cs typeface="Poppins" pitchFamily="2" charset="77"/>
                </a:rPr>
                <a:t>– BEC</a:t>
              </a:r>
              <a:endParaRPr lang="en-US" sz="2400" b="1" dirty="0">
                <a:latin typeface="Poppins" pitchFamily="2" charset="77"/>
                <a:cs typeface="Poppins" pitchFamily="2" charset="77"/>
              </a:endParaRPr>
            </a:p>
            <a:p>
              <a:pPr algn="ctr"/>
              <a:endParaRPr lang="en-US" sz="2400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endParaRPr>
            </a:p>
            <a:p>
              <a:pPr algn="ctr"/>
              <a:endParaRPr lang="en-US" sz="2400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endParaRPr>
            </a:p>
            <a:p>
              <a:pPr algn="ctr"/>
              <a:endParaRPr lang="en-US" sz="2400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endParaRPr>
            </a:p>
          </p:txBody>
        </p:sp>
        <p:pic>
          <p:nvPicPr>
            <p:cNvPr id="6" name="Picture 2" descr="KL Deemed to be University Logo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5131980" y="3092166"/>
              <a:ext cx="3235570" cy="1083212"/>
            </a:xfrm>
            <a:prstGeom prst="rect">
              <a:avLst/>
            </a:prstGeom>
            <a:noFill/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24598BE9-BD78-4C1A-902E-0BA786164A9D}" vid="{1551CBD6-114D-4A17-981D-82FBB9D5494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CoE PPT Template</Template>
  <TotalTime>1785</TotalTime>
  <Words>1114</Words>
  <Application>Microsoft Office PowerPoint</Application>
  <PresentationFormat>Widescreen</PresentationFormat>
  <Paragraphs>175</Paragraphs>
  <Slides>18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9" baseType="lpstr">
      <vt:lpstr>Arial</vt:lpstr>
      <vt:lpstr>BioRhyme ExtraBold</vt:lpstr>
      <vt:lpstr>Calibri</vt:lpstr>
      <vt:lpstr>Cambria Math</vt:lpstr>
      <vt:lpstr>Gill Sans MT</vt:lpstr>
      <vt:lpstr>Poppins</vt:lpstr>
      <vt:lpstr>Söhne</vt:lpstr>
      <vt:lpstr>Symbol</vt:lpstr>
      <vt:lpstr>Times New Roman</vt:lpstr>
      <vt:lpstr>Gallery</vt:lpstr>
      <vt:lpstr>Equation</vt:lpstr>
      <vt:lpstr>PowerPoint Presentation</vt:lpstr>
      <vt:lpstr>PowerPoint Presentation</vt:lpstr>
      <vt:lpstr>Electrical Circuit</vt:lpstr>
      <vt:lpstr>ELEMENTS OF AN ELECTRICAL CIRCUIT </vt:lpstr>
      <vt:lpstr>Basic Electrical Quantities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   node, branch , loop, MESH</vt:lpstr>
      <vt:lpstr>PowerPoint Presentation</vt:lpstr>
      <vt:lpstr>Numerical Problems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anm</dc:creator>
  <cp:lastModifiedBy>NAMGIRI SURESH</cp:lastModifiedBy>
  <cp:revision>162</cp:revision>
  <dcterms:created xsi:type="dcterms:W3CDTF">2023-05-11T04:21:37Z</dcterms:created>
  <dcterms:modified xsi:type="dcterms:W3CDTF">2024-12-20T05:40:26Z</dcterms:modified>
</cp:coreProperties>
</file>