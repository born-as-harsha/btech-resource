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9" r:id="rId2"/>
    <p:sldId id="270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74" r:id="rId15"/>
    <p:sldId id="275" r:id="rId16"/>
    <p:sldId id="27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F1AAA-2442-4965-A588-DB06A4297A3D}" type="doc">
      <dgm:prSet loTypeId="urn:microsoft.com/office/officeart/2005/8/layout/gear1" loCatId="relationship" qsTypeId="urn:microsoft.com/office/officeart/2005/8/quickstyle/3d9" qsCatId="3D" csTypeId="urn:microsoft.com/office/officeart/2005/8/colors/accent1_2" csCatId="accent1" phldr="1"/>
      <dgm:spPr/>
    </dgm:pt>
    <dgm:pt modelId="{771747B9-7650-46F5-8331-802064071784}">
      <dgm:prSet phldrT="[Text]" custT="1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r>
            <a:rPr lang="en-IN" sz="2400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K</a:t>
          </a:r>
          <a:r>
            <a:rPr lang="en-IN" sz="2400" baseline="0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 L </a:t>
          </a:r>
          <a:r>
            <a:rPr lang="en-IN" sz="2400" baseline="0" smtClean="0">
              <a:solidFill>
                <a:schemeClr val="accent5">
                  <a:lumMod val="40000"/>
                  <a:lumOff val="60000"/>
                </a:schemeClr>
              </a:solidFill>
            </a:rPr>
            <a:t>U Students</a:t>
          </a:r>
          <a:endParaRPr lang="en-IN" sz="2400" dirty="0">
            <a:solidFill>
              <a:schemeClr val="accent5">
                <a:lumMod val="40000"/>
                <a:lumOff val="60000"/>
              </a:schemeClr>
            </a:solidFill>
          </a:endParaRPr>
        </a:p>
      </dgm:t>
    </dgm:pt>
    <dgm:pt modelId="{37F51D49-B754-42B5-96B1-AB3FC34C8B28}" type="parTrans" cxnId="{F3A8B454-6C1A-4314-9807-B7984B0E1D90}">
      <dgm:prSet/>
      <dgm:spPr/>
      <dgm:t>
        <a:bodyPr/>
        <a:lstStyle/>
        <a:p>
          <a:endParaRPr lang="en-IN"/>
        </a:p>
      </dgm:t>
    </dgm:pt>
    <dgm:pt modelId="{49F6649F-E8F2-432F-86B6-A2AF247DE3FA}" type="sibTrans" cxnId="{F3A8B454-6C1A-4314-9807-B7984B0E1D90}">
      <dgm:prSet/>
      <dgm:spPr/>
      <dgm:t>
        <a:bodyPr/>
        <a:lstStyle/>
        <a:p>
          <a:endParaRPr lang="en-IN"/>
        </a:p>
      </dgm:t>
    </dgm:pt>
    <dgm:pt modelId="{CC0808EF-1270-42FC-B0A9-5A02865EC648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2800" dirty="0" smtClean="0"/>
            <a:t>1</a:t>
          </a:r>
          <a:r>
            <a:rPr lang="en-US" sz="2800" baseline="30000" dirty="0" smtClean="0"/>
            <a:t>st</a:t>
          </a:r>
          <a:r>
            <a:rPr lang="en-US" sz="2800" dirty="0" smtClean="0"/>
            <a:t> year</a:t>
          </a:r>
          <a:endParaRPr lang="en-IN" sz="2800" dirty="0"/>
        </a:p>
      </dgm:t>
    </dgm:pt>
    <dgm:pt modelId="{70138379-29CD-41B3-95BE-C8D7AFF54958}" type="parTrans" cxnId="{0A1EFA95-44F4-4355-89B4-D1B9232BBC69}">
      <dgm:prSet/>
      <dgm:spPr/>
      <dgm:t>
        <a:bodyPr/>
        <a:lstStyle/>
        <a:p>
          <a:endParaRPr lang="en-IN"/>
        </a:p>
      </dgm:t>
    </dgm:pt>
    <dgm:pt modelId="{4272B16D-E69B-4D70-B982-0AD9462E09AF}" type="sibTrans" cxnId="{0A1EFA95-44F4-4355-89B4-D1B9232BBC69}">
      <dgm:prSet/>
      <dgm:spPr/>
      <dgm:t>
        <a:bodyPr/>
        <a:lstStyle/>
        <a:p>
          <a:endParaRPr lang="en-IN"/>
        </a:p>
      </dgm:t>
    </dgm:pt>
    <dgm:pt modelId="{0549EE02-755D-4EA6-A5CD-F9DF15BBD5A1}">
      <dgm:prSet phldrT="[Text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2800" dirty="0" smtClean="0"/>
            <a:t>For </a:t>
          </a:r>
          <a:endParaRPr lang="en-IN" sz="2800" dirty="0"/>
        </a:p>
      </dgm:t>
    </dgm:pt>
    <dgm:pt modelId="{597991EC-446A-4A82-9646-256F0FB8BDAD}" type="parTrans" cxnId="{8BBED136-1527-4274-A499-154F32CB8EE9}">
      <dgm:prSet/>
      <dgm:spPr/>
      <dgm:t>
        <a:bodyPr/>
        <a:lstStyle/>
        <a:p>
          <a:endParaRPr lang="en-IN"/>
        </a:p>
      </dgm:t>
    </dgm:pt>
    <dgm:pt modelId="{BF381AF5-9A15-4BCB-862B-74299BCBA4C4}" type="sibTrans" cxnId="{8BBED136-1527-4274-A499-154F32CB8EE9}">
      <dgm:prSet/>
      <dgm:spPr/>
      <dgm:t>
        <a:bodyPr/>
        <a:lstStyle/>
        <a:p>
          <a:endParaRPr lang="en-IN"/>
        </a:p>
      </dgm:t>
    </dgm:pt>
    <dgm:pt modelId="{3E6A035C-0274-4AC9-A364-C6DF5C6502ED}" type="pres">
      <dgm:prSet presAssocID="{A82F1AAA-2442-4965-A588-DB06A4297A3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7AE14E0-83E4-436A-8403-F06F0DD5F8B5}" type="pres">
      <dgm:prSet presAssocID="{771747B9-7650-46F5-8331-802064071784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0F52564-303F-4F72-BE7F-692E4B322301}" type="pres">
      <dgm:prSet presAssocID="{771747B9-7650-46F5-8331-802064071784}" presName="gear1srcNode" presStyleLbl="node1" presStyleIdx="0" presStyleCnt="3"/>
      <dgm:spPr/>
      <dgm:t>
        <a:bodyPr/>
        <a:lstStyle/>
        <a:p>
          <a:endParaRPr lang="en-IN"/>
        </a:p>
      </dgm:t>
    </dgm:pt>
    <dgm:pt modelId="{510C443F-67C7-4A25-B5BD-2541C7C45D3E}" type="pres">
      <dgm:prSet presAssocID="{771747B9-7650-46F5-8331-802064071784}" presName="gear1dstNode" presStyleLbl="node1" presStyleIdx="0" presStyleCnt="3"/>
      <dgm:spPr/>
      <dgm:t>
        <a:bodyPr/>
        <a:lstStyle/>
        <a:p>
          <a:endParaRPr lang="en-IN"/>
        </a:p>
      </dgm:t>
    </dgm:pt>
    <dgm:pt modelId="{C6DB8517-A8C2-4A95-951B-EBF8F91C6A1F}" type="pres">
      <dgm:prSet presAssocID="{CC0808EF-1270-42FC-B0A9-5A02865EC648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FC8F0DA-A29E-4D9F-9A20-45A433EB267A}" type="pres">
      <dgm:prSet presAssocID="{CC0808EF-1270-42FC-B0A9-5A02865EC648}" presName="gear2srcNode" presStyleLbl="node1" presStyleIdx="1" presStyleCnt="3"/>
      <dgm:spPr/>
      <dgm:t>
        <a:bodyPr/>
        <a:lstStyle/>
        <a:p>
          <a:endParaRPr lang="en-IN"/>
        </a:p>
      </dgm:t>
    </dgm:pt>
    <dgm:pt modelId="{68A50C4A-B0CD-4D4B-BA9A-8BD52C07F66D}" type="pres">
      <dgm:prSet presAssocID="{CC0808EF-1270-42FC-B0A9-5A02865EC648}" presName="gear2dstNode" presStyleLbl="node1" presStyleIdx="1" presStyleCnt="3"/>
      <dgm:spPr/>
      <dgm:t>
        <a:bodyPr/>
        <a:lstStyle/>
        <a:p>
          <a:endParaRPr lang="en-IN"/>
        </a:p>
      </dgm:t>
    </dgm:pt>
    <dgm:pt modelId="{E5442776-0B4C-4E3B-9957-BAB26E1D675D}" type="pres">
      <dgm:prSet presAssocID="{0549EE02-755D-4EA6-A5CD-F9DF15BBD5A1}" presName="gear3" presStyleLbl="node1" presStyleIdx="2" presStyleCnt="3"/>
      <dgm:spPr/>
      <dgm:t>
        <a:bodyPr/>
        <a:lstStyle/>
        <a:p>
          <a:endParaRPr lang="en-IN"/>
        </a:p>
      </dgm:t>
    </dgm:pt>
    <dgm:pt modelId="{51006348-89D0-4D62-89A7-088941D4E806}" type="pres">
      <dgm:prSet presAssocID="{0549EE02-755D-4EA6-A5CD-F9DF15BBD5A1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E62B19-649F-48C3-AD3A-EE91FE9999AE}" type="pres">
      <dgm:prSet presAssocID="{0549EE02-755D-4EA6-A5CD-F9DF15BBD5A1}" presName="gear3srcNode" presStyleLbl="node1" presStyleIdx="2" presStyleCnt="3"/>
      <dgm:spPr/>
      <dgm:t>
        <a:bodyPr/>
        <a:lstStyle/>
        <a:p>
          <a:endParaRPr lang="en-IN"/>
        </a:p>
      </dgm:t>
    </dgm:pt>
    <dgm:pt modelId="{EE31411A-4BF0-4B56-8E84-BAF79E2216F0}" type="pres">
      <dgm:prSet presAssocID="{0549EE02-755D-4EA6-A5CD-F9DF15BBD5A1}" presName="gear3dstNode" presStyleLbl="node1" presStyleIdx="2" presStyleCnt="3"/>
      <dgm:spPr/>
      <dgm:t>
        <a:bodyPr/>
        <a:lstStyle/>
        <a:p>
          <a:endParaRPr lang="en-IN"/>
        </a:p>
      </dgm:t>
    </dgm:pt>
    <dgm:pt modelId="{05C7BF74-C0A4-4D94-9EB5-AEFB0D260B2B}" type="pres">
      <dgm:prSet presAssocID="{49F6649F-E8F2-432F-86B6-A2AF247DE3FA}" presName="connector1" presStyleLbl="sibTrans2D1" presStyleIdx="0" presStyleCnt="3"/>
      <dgm:spPr/>
      <dgm:t>
        <a:bodyPr/>
        <a:lstStyle/>
        <a:p>
          <a:endParaRPr lang="en-IN"/>
        </a:p>
      </dgm:t>
    </dgm:pt>
    <dgm:pt modelId="{5F6DC4D6-88A2-4347-9059-651BB3B5D4B1}" type="pres">
      <dgm:prSet presAssocID="{4272B16D-E69B-4D70-B982-0AD9462E09AF}" presName="connector2" presStyleLbl="sibTrans2D1" presStyleIdx="1" presStyleCnt="3"/>
      <dgm:spPr/>
      <dgm:t>
        <a:bodyPr/>
        <a:lstStyle/>
        <a:p>
          <a:endParaRPr lang="en-IN"/>
        </a:p>
      </dgm:t>
    </dgm:pt>
    <dgm:pt modelId="{ACC2F1DE-A714-40FB-9236-DD1FE6696E12}" type="pres">
      <dgm:prSet presAssocID="{BF381AF5-9A15-4BCB-862B-74299BCBA4C4}" presName="connector3" presStyleLbl="sibTrans2D1" presStyleIdx="2" presStyleCnt="3"/>
      <dgm:spPr/>
      <dgm:t>
        <a:bodyPr/>
        <a:lstStyle/>
        <a:p>
          <a:endParaRPr lang="en-IN"/>
        </a:p>
      </dgm:t>
    </dgm:pt>
  </dgm:ptLst>
  <dgm:cxnLst>
    <dgm:cxn modelId="{9ED95A67-9FFE-4D14-A399-72C5DBB19727}" type="presOf" srcId="{BF381AF5-9A15-4BCB-862B-74299BCBA4C4}" destId="{ACC2F1DE-A714-40FB-9236-DD1FE6696E12}" srcOrd="0" destOrd="0" presId="urn:microsoft.com/office/officeart/2005/8/layout/gear1"/>
    <dgm:cxn modelId="{F3A8B454-6C1A-4314-9807-B7984B0E1D90}" srcId="{A82F1AAA-2442-4965-A588-DB06A4297A3D}" destId="{771747B9-7650-46F5-8331-802064071784}" srcOrd="0" destOrd="0" parTransId="{37F51D49-B754-42B5-96B1-AB3FC34C8B28}" sibTransId="{49F6649F-E8F2-432F-86B6-A2AF247DE3FA}"/>
    <dgm:cxn modelId="{425A7D4A-4797-4FEA-B34A-020E81F99AA7}" type="presOf" srcId="{CC0808EF-1270-42FC-B0A9-5A02865EC648}" destId="{6FC8F0DA-A29E-4D9F-9A20-45A433EB267A}" srcOrd="1" destOrd="0" presId="urn:microsoft.com/office/officeart/2005/8/layout/gear1"/>
    <dgm:cxn modelId="{2F8C139E-A340-4497-9759-12207171E08F}" type="presOf" srcId="{4272B16D-E69B-4D70-B982-0AD9462E09AF}" destId="{5F6DC4D6-88A2-4347-9059-651BB3B5D4B1}" srcOrd="0" destOrd="0" presId="urn:microsoft.com/office/officeart/2005/8/layout/gear1"/>
    <dgm:cxn modelId="{CD4AAC10-0CB3-40E2-B434-945E24E22E6D}" type="presOf" srcId="{CC0808EF-1270-42FC-B0A9-5A02865EC648}" destId="{C6DB8517-A8C2-4A95-951B-EBF8F91C6A1F}" srcOrd="0" destOrd="0" presId="urn:microsoft.com/office/officeart/2005/8/layout/gear1"/>
    <dgm:cxn modelId="{BB7EF549-598D-486D-A95C-9F382FC60BF6}" type="presOf" srcId="{0549EE02-755D-4EA6-A5CD-F9DF15BBD5A1}" destId="{51006348-89D0-4D62-89A7-088941D4E806}" srcOrd="1" destOrd="0" presId="urn:microsoft.com/office/officeart/2005/8/layout/gear1"/>
    <dgm:cxn modelId="{A50B2014-7CCE-4CBC-84E1-7B903018173C}" type="presOf" srcId="{CC0808EF-1270-42FC-B0A9-5A02865EC648}" destId="{68A50C4A-B0CD-4D4B-BA9A-8BD52C07F66D}" srcOrd="2" destOrd="0" presId="urn:microsoft.com/office/officeart/2005/8/layout/gear1"/>
    <dgm:cxn modelId="{64C5A231-6C2F-493E-B929-27E5751081FB}" type="presOf" srcId="{0549EE02-755D-4EA6-A5CD-F9DF15BBD5A1}" destId="{E5442776-0B4C-4E3B-9957-BAB26E1D675D}" srcOrd="0" destOrd="0" presId="urn:microsoft.com/office/officeart/2005/8/layout/gear1"/>
    <dgm:cxn modelId="{0BF7607C-5CC4-4E89-9AD1-0B159A181F56}" type="presOf" srcId="{0549EE02-755D-4EA6-A5CD-F9DF15BBD5A1}" destId="{EE31411A-4BF0-4B56-8E84-BAF79E2216F0}" srcOrd="3" destOrd="0" presId="urn:microsoft.com/office/officeart/2005/8/layout/gear1"/>
    <dgm:cxn modelId="{8BBED136-1527-4274-A499-154F32CB8EE9}" srcId="{A82F1AAA-2442-4965-A588-DB06A4297A3D}" destId="{0549EE02-755D-4EA6-A5CD-F9DF15BBD5A1}" srcOrd="2" destOrd="0" parTransId="{597991EC-446A-4A82-9646-256F0FB8BDAD}" sibTransId="{BF381AF5-9A15-4BCB-862B-74299BCBA4C4}"/>
    <dgm:cxn modelId="{1B4B57C3-81BE-4F1F-AFC9-A4C1ED0B99AE}" type="presOf" srcId="{A82F1AAA-2442-4965-A588-DB06A4297A3D}" destId="{3E6A035C-0274-4AC9-A364-C6DF5C6502ED}" srcOrd="0" destOrd="0" presId="urn:microsoft.com/office/officeart/2005/8/layout/gear1"/>
    <dgm:cxn modelId="{34E73AED-0959-4B86-8C1A-06030A8BC4BD}" type="presOf" srcId="{771747B9-7650-46F5-8331-802064071784}" destId="{80F52564-303F-4F72-BE7F-692E4B322301}" srcOrd="1" destOrd="0" presId="urn:microsoft.com/office/officeart/2005/8/layout/gear1"/>
    <dgm:cxn modelId="{0A1EFA95-44F4-4355-89B4-D1B9232BBC69}" srcId="{A82F1AAA-2442-4965-A588-DB06A4297A3D}" destId="{CC0808EF-1270-42FC-B0A9-5A02865EC648}" srcOrd="1" destOrd="0" parTransId="{70138379-29CD-41B3-95BE-C8D7AFF54958}" sibTransId="{4272B16D-E69B-4D70-B982-0AD9462E09AF}"/>
    <dgm:cxn modelId="{8691E24B-63EF-4881-BF78-918431E5B183}" type="presOf" srcId="{771747B9-7650-46F5-8331-802064071784}" destId="{510C443F-67C7-4A25-B5BD-2541C7C45D3E}" srcOrd="2" destOrd="0" presId="urn:microsoft.com/office/officeart/2005/8/layout/gear1"/>
    <dgm:cxn modelId="{63DF96EA-AF7D-4EFB-858A-B40D3EB0BC31}" type="presOf" srcId="{0549EE02-755D-4EA6-A5CD-F9DF15BBD5A1}" destId="{41E62B19-649F-48C3-AD3A-EE91FE9999AE}" srcOrd="2" destOrd="0" presId="urn:microsoft.com/office/officeart/2005/8/layout/gear1"/>
    <dgm:cxn modelId="{DD5CE2FD-BD9C-4E25-AB38-BB983CF85239}" type="presOf" srcId="{771747B9-7650-46F5-8331-802064071784}" destId="{67AE14E0-83E4-436A-8403-F06F0DD5F8B5}" srcOrd="0" destOrd="0" presId="urn:microsoft.com/office/officeart/2005/8/layout/gear1"/>
    <dgm:cxn modelId="{BEBD286C-D766-453C-96FB-1896CD09A148}" type="presOf" srcId="{49F6649F-E8F2-432F-86B6-A2AF247DE3FA}" destId="{05C7BF74-C0A4-4D94-9EB5-AEFB0D260B2B}" srcOrd="0" destOrd="0" presId="urn:microsoft.com/office/officeart/2005/8/layout/gear1"/>
    <dgm:cxn modelId="{3148972B-9885-4333-AD92-B3045C098E0D}" type="presParOf" srcId="{3E6A035C-0274-4AC9-A364-C6DF5C6502ED}" destId="{67AE14E0-83E4-436A-8403-F06F0DD5F8B5}" srcOrd="0" destOrd="0" presId="urn:microsoft.com/office/officeart/2005/8/layout/gear1"/>
    <dgm:cxn modelId="{EB48EC25-F7E0-4600-886C-459837A5DFC8}" type="presParOf" srcId="{3E6A035C-0274-4AC9-A364-C6DF5C6502ED}" destId="{80F52564-303F-4F72-BE7F-692E4B322301}" srcOrd="1" destOrd="0" presId="urn:microsoft.com/office/officeart/2005/8/layout/gear1"/>
    <dgm:cxn modelId="{8DDBA426-9D55-4CE1-9272-7CBF6514D76D}" type="presParOf" srcId="{3E6A035C-0274-4AC9-A364-C6DF5C6502ED}" destId="{510C443F-67C7-4A25-B5BD-2541C7C45D3E}" srcOrd="2" destOrd="0" presId="urn:microsoft.com/office/officeart/2005/8/layout/gear1"/>
    <dgm:cxn modelId="{FAFF0553-35EA-441A-843E-F86B4AAAE8B3}" type="presParOf" srcId="{3E6A035C-0274-4AC9-A364-C6DF5C6502ED}" destId="{C6DB8517-A8C2-4A95-951B-EBF8F91C6A1F}" srcOrd="3" destOrd="0" presId="urn:microsoft.com/office/officeart/2005/8/layout/gear1"/>
    <dgm:cxn modelId="{C3B08D4D-04FD-487A-B0C9-C2626A6FAB74}" type="presParOf" srcId="{3E6A035C-0274-4AC9-A364-C6DF5C6502ED}" destId="{6FC8F0DA-A29E-4D9F-9A20-45A433EB267A}" srcOrd="4" destOrd="0" presId="urn:microsoft.com/office/officeart/2005/8/layout/gear1"/>
    <dgm:cxn modelId="{6B2B6CE6-D849-4C1D-AA24-0BDA49D2B9A0}" type="presParOf" srcId="{3E6A035C-0274-4AC9-A364-C6DF5C6502ED}" destId="{68A50C4A-B0CD-4D4B-BA9A-8BD52C07F66D}" srcOrd="5" destOrd="0" presId="urn:microsoft.com/office/officeart/2005/8/layout/gear1"/>
    <dgm:cxn modelId="{7510AEFE-C366-44A4-AD48-102B6DD4F909}" type="presParOf" srcId="{3E6A035C-0274-4AC9-A364-C6DF5C6502ED}" destId="{E5442776-0B4C-4E3B-9957-BAB26E1D675D}" srcOrd="6" destOrd="0" presId="urn:microsoft.com/office/officeart/2005/8/layout/gear1"/>
    <dgm:cxn modelId="{D744D887-51D0-4429-B1F4-29CD88B94F51}" type="presParOf" srcId="{3E6A035C-0274-4AC9-A364-C6DF5C6502ED}" destId="{51006348-89D0-4D62-89A7-088941D4E806}" srcOrd="7" destOrd="0" presId="urn:microsoft.com/office/officeart/2005/8/layout/gear1"/>
    <dgm:cxn modelId="{928FCE1F-A5F0-4F65-8633-F4E31E3D237B}" type="presParOf" srcId="{3E6A035C-0274-4AC9-A364-C6DF5C6502ED}" destId="{41E62B19-649F-48C3-AD3A-EE91FE9999AE}" srcOrd="8" destOrd="0" presId="urn:microsoft.com/office/officeart/2005/8/layout/gear1"/>
    <dgm:cxn modelId="{F285F65A-2917-4BC9-808A-4E2B83ADF74B}" type="presParOf" srcId="{3E6A035C-0274-4AC9-A364-C6DF5C6502ED}" destId="{EE31411A-4BF0-4B56-8E84-BAF79E2216F0}" srcOrd="9" destOrd="0" presId="urn:microsoft.com/office/officeart/2005/8/layout/gear1"/>
    <dgm:cxn modelId="{BE3A98E6-FCC3-4B6F-AF79-DC91297FD147}" type="presParOf" srcId="{3E6A035C-0274-4AC9-A364-C6DF5C6502ED}" destId="{05C7BF74-C0A4-4D94-9EB5-AEFB0D260B2B}" srcOrd="10" destOrd="0" presId="urn:microsoft.com/office/officeart/2005/8/layout/gear1"/>
    <dgm:cxn modelId="{AE479ACE-996B-4692-92BD-60F962951D3A}" type="presParOf" srcId="{3E6A035C-0274-4AC9-A364-C6DF5C6502ED}" destId="{5F6DC4D6-88A2-4347-9059-651BB3B5D4B1}" srcOrd="11" destOrd="0" presId="urn:microsoft.com/office/officeart/2005/8/layout/gear1"/>
    <dgm:cxn modelId="{AC6595FE-6FE7-4052-A390-F5EF1858BC3F}" type="presParOf" srcId="{3E6A035C-0274-4AC9-A364-C6DF5C6502ED}" destId="{ACC2F1DE-A714-40FB-9236-DD1FE6696E12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E14E0-83E4-436A-8403-F06F0DD5F8B5}">
      <dsp:nvSpPr>
        <dsp:cNvPr id="0" name=""/>
        <dsp:cNvSpPr/>
      </dsp:nvSpPr>
      <dsp:spPr>
        <a:xfrm>
          <a:off x="2556510" y="1680210"/>
          <a:ext cx="2053590" cy="2053590"/>
        </a:xfrm>
        <a:prstGeom prst="gear9">
          <a:avLst/>
        </a:prstGeom>
        <a:solidFill>
          <a:srgbClr val="FF0000"/>
        </a:solidFill>
        <a:ln>
          <a:solidFill>
            <a:srgbClr val="FF000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  <a:sp3d extrusionH="28000" prstMaterial="matte"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K</a:t>
          </a:r>
          <a:r>
            <a:rPr lang="en-IN" sz="2400" kern="1200" baseline="0" dirty="0" smtClean="0">
              <a:solidFill>
                <a:schemeClr val="accent5">
                  <a:lumMod val="40000"/>
                  <a:lumOff val="60000"/>
                </a:schemeClr>
              </a:solidFill>
            </a:rPr>
            <a:t> L </a:t>
          </a:r>
          <a:r>
            <a:rPr lang="en-IN" sz="2400" kern="1200" baseline="0" smtClean="0">
              <a:solidFill>
                <a:schemeClr val="accent5">
                  <a:lumMod val="40000"/>
                  <a:lumOff val="60000"/>
                </a:schemeClr>
              </a:solidFill>
            </a:rPr>
            <a:t>U Students</a:t>
          </a:r>
          <a:endParaRPr lang="en-IN" sz="2400" kern="1200" dirty="0">
            <a:solidFill>
              <a:schemeClr val="accent5">
                <a:lumMod val="40000"/>
                <a:lumOff val="60000"/>
              </a:schemeClr>
            </a:solidFill>
          </a:endParaRPr>
        </a:p>
      </dsp:txBody>
      <dsp:txXfrm>
        <a:off x="2969373" y="2161254"/>
        <a:ext cx="1227864" cy="1055587"/>
      </dsp:txXfrm>
    </dsp:sp>
    <dsp:sp modelId="{C6DB8517-A8C2-4A95-951B-EBF8F91C6A1F}">
      <dsp:nvSpPr>
        <dsp:cNvPr id="0" name=""/>
        <dsp:cNvSpPr/>
      </dsp:nvSpPr>
      <dsp:spPr>
        <a:xfrm>
          <a:off x="1361694" y="1194816"/>
          <a:ext cx="1493520" cy="1493520"/>
        </a:xfrm>
        <a:prstGeom prst="gear6">
          <a:avLst/>
        </a:prstGeom>
        <a:solidFill>
          <a:srgbClr val="00B0F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  <a:sp3d extrusionH="28000" prstMaterial="matte"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1</a:t>
          </a:r>
          <a:r>
            <a:rPr lang="en-US" sz="2800" kern="1200" baseline="30000" dirty="0" smtClean="0"/>
            <a:t>st</a:t>
          </a:r>
          <a:r>
            <a:rPr lang="en-US" sz="2800" kern="1200" dirty="0" smtClean="0"/>
            <a:t> year</a:t>
          </a:r>
          <a:endParaRPr lang="en-IN" sz="2800" kern="1200" dirty="0"/>
        </a:p>
      </dsp:txBody>
      <dsp:txXfrm>
        <a:off x="1737692" y="1573087"/>
        <a:ext cx="741524" cy="736978"/>
      </dsp:txXfrm>
    </dsp:sp>
    <dsp:sp modelId="{E5442776-0B4C-4E3B-9957-BAB26E1D675D}">
      <dsp:nvSpPr>
        <dsp:cNvPr id="0" name=""/>
        <dsp:cNvSpPr/>
      </dsp:nvSpPr>
      <dsp:spPr>
        <a:xfrm rot="20700000">
          <a:off x="2198217" y="164439"/>
          <a:ext cx="1463344" cy="1463344"/>
        </a:xfrm>
        <a:prstGeom prst="gear6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  <a:sp3d extrusionH="28000" prstMaterial="matte"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For </a:t>
          </a:r>
          <a:endParaRPr lang="en-IN" sz="2800" kern="1200" dirty="0"/>
        </a:p>
      </dsp:txBody>
      <dsp:txXfrm rot="-20700000">
        <a:off x="2519172" y="485394"/>
        <a:ext cx="821436" cy="821436"/>
      </dsp:txXfrm>
    </dsp:sp>
    <dsp:sp modelId="{05C7BF74-C0A4-4D94-9EB5-AEFB0D260B2B}">
      <dsp:nvSpPr>
        <dsp:cNvPr id="0" name=""/>
        <dsp:cNvSpPr/>
      </dsp:nvSpPr>
      <dsp:spPr>
        <a:xfrm>
          <a:off x="2393614" y="1373153"/>
          <a:ext cx="2628595" cy="2628595"/>
        </a:xfrm>
        <a:prstGeom prst="circularArrow">
          <a:avLst>
            <a:gd name="adj1" fmla="val 4687"/>
            <a:gd name="adj2" fmla="val 299029"/>
            <a:gd name="adj3" fmla="val 2504221"/>
            <a:gd name="adj4" fmla="val 15887251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DC4D6-88A2-4347-9059-651BB3B5D4B1}">
      <dsp:nvSpPr>
        <dsp:cNvPr id="0" name=""/>
        <dsp:cNvSpPr/>
      </dsp:nvSpPr>
      <dsp:spPr>
        <a:xfrm>
          <a:off x="1097194" y="866332"/>
          <a:ext cx="1909838" cy="190983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2F1DE-A714-40FB-9236-DD1FE6696E12}">
      <dsp:nvSpPr>
        <dsp:cNvPr id="0" name=""/>
        <dsp:cNvSpPr/>
      </dsp:nvSpPr>
      <dsp:spPr>
        <a:xfrm>
          <a:off x="1859730" y="-154111"/>
          <a:ext cx="2059190" cy="2059190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617843-2940-492D-A5EA-3B45E5B624BE}" type="datetimeFigureOut">
              <a:rPr lang="en-IN" smtClean="0"/>
              <a:pPr/>
              <a:t>20-06-2023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BAB02-9E67-4A0B-8653-C7D2CA1A32A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7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B9847C-A8A0-4E5F-A685-D87F7762109A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1"/>
            <a:ext cx="4100513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395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5368" y="1219200"/>
            <a:ext cx="80085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19050">
                  <a:solidFill>
                    <a:schemeClr val="accent4">
                      <a:lumMod val="50000"/>
                      <a:lumOff val="50000"/>
                    </a:schemeClr>
                  </a:solidFill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reflection blurRad="12700" stA="50000" endPos="50000" dist="5000" dir="5400000" sy="-100000" rotWithShape="0"/>
                </a:effectLst>
              </a:rPr>
              <a:t>DESIGN TOOLS WORKSHOP</a:t>
            </a:r>
            <a:endParaRPr lang="en-US" sz="5400" b="1" cap="all" spc="0" dirty="0">
              <a:ln w="19050">
                <a:solidFill>
                  <a:schemeClr val="accent4">
                    <a:lumMod val="50000"/>
                    <a:lumOff val="50000"/>
                  </a:schemeClr>
                </a:solidFill>
              </a:ln>
              <a:solidFill>
                <a:schemeClr val="tx2">
                  <a:lumMod val="75000"/>
                  <a:lumOff val="25000"/>
                </a:schemeClr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3" name="Picture 15" descr="j029198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5748845" y="3403169"/>
            <a:ext cx="2902619" cy="3429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52400" y="931277"/>
            <a:ext cx="3946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Segoe Script" pitchFamily="34" charset="0"/>
              </a:rPr>
              <a:t>A COMPLETE SOLUTION TO</a:t>
            </a:r>
            <a:endParaRPr lang="en-IN" dirty="0">
              <a:solidFill>
                <a:schemeClr val="accent4">
                  <a:lumMod val="50000"/>
                  <a:lumOff val="50000"/>
                </a:schemeClr>
              </a:solidFill>
              <a:latin typeface="Segoe Script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/>
          </p:nvPr>
        </p:nvGraphicFramePr>
        <p:xfrm>
          <a:off x="-762000" y="3098369"/>
          <a:ext cx="54864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AutoShape 17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8763000" y="6629400"/>
            <a:ext cx="381000" cy="228600"/>
          </a:xfrm>
          <a:prstGeom prst="actionButtonBlank">
            <a:avLst/>
          </a:prstGeom>
          <a:solidFill>
            <a:srgbClr val="FF0000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sz="900" dirty="0"/>
              <a:t>EXIT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22703" y="81945"/>
            <a:ext cx="2008015" cy="849332"/>
          </a:xfrm>
          <a:prstGeom prst="rect">
            <a:avLst/>
          </a:prstGeom>
          <a:noFill/>
        </p:spPr>
      </p:pic>
      <p:sp>
        <p:nvSpPr>
          <p:cNvPr id="9" name="Google Shape;475;p16"/>
          <p:cNvSpPr txBox="1"/>
          <p:nvPr/>
        </p:nvSpPr>
        <p:spPr>
          <a:xfrm>
            <a:off x="152401" y="270083"/>
            <a:ext cx="8499063" cy="35393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Department of M</a:t>
            </a:r>
            <a:r>
              <a:rPr lang="en-US" sz="3200" dirty="0" smtClean="0">
                <a:solidFill>
                  <a:srgbClr val="C00000"/>
                </a:solidFill>
                <a:cs typeface="Poppins" pitchFamily="2" charset="77"/>
              </a:rPr>
              <a:t>E </a:t>
            </a:r>
            <a:endParaRPr lang="en-US" sz="3200" dirty="0" smtClean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	</a:t>
            </a:r>
            <a:endParaRPr lang="en-US" sz="3200" dirty="0" smtClean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endParaRPr lang="en-US" sz="3200" dirty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r>
              <a:rPr lang="en-US" sz="3200" dirty="0" smtClean="0">
                <a:solidFill>
                  <a:srgbClr val="C00000"/>
                </a:solidFill>
                <a:cs typeface="Poppins" pitchFamily="2" charset="77"/>
              </a:rPr>
              <a:t>23ME1103</a:t>
            </a:r>
            <a:endParaRPr lang="en-US" sz="3200" dirty="0" smtClean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r>
              <a:rPr lang="en-US" sz="3200" dirty="0">
                <a:solidFill>
                  <a:srgbClr val="C00000"/>
                </a:solidFill>
                <a:cs typeface="Poppins" pitchFamily="2" charset="77"/>
              </a:rPr>
              <a:t>Audio and video content in </a:t>
            </a:r>
            <a:r>
              <a:rPr lang="en-US" sz="3200" dirty="0" smtClean="0">
                <a:solidFill>
                  <a:srgbClr val="C00000"/>
                </a:solidFill>
                <a:cs typeface="Poppins" pitchFamily="2" charset="77"/>
              </a:rPr>
              <a:t>HTML</a:t>
            </a:r>
            <a:endParaRPr lang="en-US" sz="3200" dirty="0" smtClean="0">
              <a:solidFill>
                <a:srgbClr val="C00000"/>
              </a:solidFill>
              <a:cs typeface="Poppins" pitchFamily="2" charset="77"/>
            </a:endParaRPr>
          </a:p>
          <a:p>
            <a:pPr algn="ctr"/>
            <a:r>
              <a:rPr lang="en-US" sz="3200" dirty="0" smtClean="0">
                <a:cs typeface="Poppins" pitchFamily="2" charset="77"/>
              </a:rPr>
              <a:t>Session-4</a:t>
            </a:r>
            <a:endParaRPr lang="en-US" sz="3200" dirty="0" smtClean="0"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1845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3352800" y="698919"/>
            <a:ext cx="2286000" cy="49104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762000" y="1370602"/>
            <a:ext cx="8048465" cy="62324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dirty="0">
                <a:latin typeface="Poppins"/>
                <a:cs typeface="Poppins"/>
              </a:rPr>
              <a:t>To familiarize students with the </a:t>
            </a:r>
            <a:r>
              <a:rPr lang="en-US" sz="1200" dirty="0">
                <a:latin typeface="Poppins"/>
                <a:cs typeface="Poppins"/>
              </a:rPr>
              <a:t>Audio and video content </a:t>
            </a:r>
            <a:r>
              <a:rPr lang="en-US" sz="1200" dirty="0" smtClean="0">
                <a:latin typeface="Poppins"/>
                <a:cs typeface="Poppins"/>
              </a:rPr>
              <a:t> in </a:t>
            </a:r>
            <a:r>
              <a:rPr lang="en-US" sz="1200" dirty="0">
                <a:latin typeface="Poppins"/>
                <a:cs typeface="Poppins"/>
              </a:rPr>
              <a:t>HTML</a:t>
            </a:r>
            <a:endParaRPr lang="en-US" sz="1200" b="0" dirty="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200" b="0" dirty="0"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3120437" y="1993850"/>
            <a:ext cx="2942415" cy="5117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314451" y="2686204"/>
            <a:ext cx="7677149" cy="71558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Poppins"/>
                <a:cs typeface="Poppins"/>
              </a:rPr>
              <a:t>This</a:t>
            </a:r>
            <a:r>
              <a:rPr lang="en-US" sz="1200" b="0" dirty="0">
                <a:latin typeface="Poppins"/>
                <a:cs typeface="Poppins"/>
              </a:rPr>
              <a:t> </a:t>
            </a:r>
            <a:r>
              <a:rPr lang="en-US" sz="1200" dirty="0">
                <a:latin typeface="Poppins"/>
                <a:cs typeface="Poppins"/>
              </a:rPr>
              <a:t>Session</a:t>
            </a:r>
            <a:r>
              <a:rPr lang="en-US" sz="1200" b="0" dirty="0">
                <a:latin typeface="Poppins"/>
                <a:cs typeface="Poppins"/>
              </a:rPr>
              <a:t> is designed to:  </a:t>
            </a:r>
            <a:r>
              <a:rPr lang="en-US" sz="1200" dirty="0" smtClean="0">
                <a:latin typeface="Arial" panose="020B0604020202020204" pitchFamily="34" charset="0"/>
              </a:rPr>
              <a:t>Obtain knowledge of </a:t>
            </a:r>
            <a:r>
              <a:rPr lang="en-US" sz="1200" dirty="0">
                <a:latin typeface="Poppins"/>
                <a:cs typeface="Poppins"/>
              </a:rPr>
              <a:t>Audio and video content </a:t>
            </a:r>
            <a:r>
              <a:rPr lang="en-US" sz="1200" dirty="0" smtClean="0">
                <a:latin typeface="Poppins"/>
                <a:cs typeface="Poppins"/>
              </a:rPr>
              <a:t>in </a:t>
            </a:r>
            <a:r>
              <a:rPr lang="en-US" sz="1200" dirty="0">
                <a:latin typeface="Poppins"/>
                <a:cs typeface="Poppins"/>
              </a:rPr>
              <a:t>HTML</a:t>
            </a:r>
          </a:p>
          <a:p>
            <a:pPr>
              <a:lnSpc>
                <a:spcPct val="200000"/>
              </a:lnSpc>
            </a:pPr>
            <a:endParaRPr lang="en-US" sz="1200" b="0" dirty="0">
              <a:latin typeface="Arial" panose="020B0604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1326245"/>
            <a:ext cx="685800" cy="6858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28650" y="2686204"/>
            <a:ext cx="685800" cy="6858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3159729" y="4044082"/>
            <a:ext cx="2903123" cy="293024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85800" y="4431578"/>
            <a:ext cx="685800" cy="6858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314451" y="4436423"/>
            <a:ext cx="7829549" cy="34624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dirty="0">
                <a:latin typeface="Arial"/>
                <a:cs typeface="Arial"/>
              </a:rPr>
              <a:t>At the end of this </a:t>
            </a:r>
            <a:r>
              <a:rPr lang="en-US" sz="1200" dirty="0">
                <a:latin typeface="Arial"/>
                <a:cs typeface="Arial"/>
              </a:rPr>
              <a:t>session</a:t>
            </a:r>
            <a:r>
              <a:rPr lang="en-US" sz="1200" b="0" dirty="0">
                <a:latin typeface="Arial"/>
                <a:cs typeface="Arial"/>
              </a:rPr>
              <a:t>, you should be able to: </a:t>
            </a:r>
            <a:r>
              <a:rPr lang="en-US" sz="1200" b="0" dirty="0" smtClean="0">
                <a:latin typeface="Arial" panose="020B0604020202020204" pitchFamily="34" charset="0"/>
              </a:rPr>
              <a:t>Understand the </a:t>
            </a:r>
            <a:r>
              <a:rPr lang="en-US" sz="1200" dirty="0">
                <a:latin typeface="Poppins"/>
                <a:cs typeface="Poppins"/>
              </a:rPr>
              <a:t>Audio and video content </a:t>
            </a:r>
            <a:r>
              <a:rPr lang="en-US" sz="1200" dirty="0" smtClean="0">
                <a:latin typeface="Poppins"/>
                <a:cs typeface="Poppins"/>
              </a:rPr>
              <a:t> in HTML </a:t>
            </a:r>
            <a:endParaRPr lang="en-US" sz="1200" b="0" dirty="0"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-1" y="311028"/>
            <a:ext cx="3305111" cy="9962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00951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447779" y="920755"/>
            <a:ext cx="4979963" cy="35852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6" y="152400"/>
            <a:ext cx="2548983" cy="768355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812409" y="1796269"/>
            <a:ext cx="7564902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2700" dirty="0"/>
              <a:t>Programmable logic falls into two different types</a:t>
            </a:r>
            <a:r>
              <a:rPr lang="en-US" sz="2700" dirty="0" smtClean="0"/>
              <a:t>:</a:t>
            </a:r>
          </a:p>
          <a:p>
            <a:endParaRPr lang="en-US" sz="2700" dirty="0"/>
          </a:p>
          <a:p>
            <a:r>
              <a:rPr lang="en-US" sz="2700" dirty="0" smtClean="0"/>
              <a:t>1</a:t>
            </a:r>
            <a:r>
              <a:rPr lang="en-US" sz="2700" dirty="0"/>
              <a:t>. </a:t>
            </a:r>
            <a:r>
              <a:rPr lang="en-US" sz="2700" dirty="0" smtClean="0"/>
              <a:t>Understanding of </a:t>
            </a:r>
            <a:r>
              <a:rPr lang="en-US" sz="2700" dirty="0" smtClean="0"/>
              <a:t>adding Audio in </a:t>
            </a:r>
            <a:r>
              <a:rPr lang="en-US" sz="2800" dirty="0" smtClean="0">
                <a:latin typeface="Poppins"/>
                <a:cs typeface="Poppins"/>
              </a:rPr>
              <a:t>HTML</a:t>
            </a:r>
            <a:endParaRPr lang="en-US" sz="2700" dirty="0" smtClean="0"/>
          </a:p>
          <a:p>
            <a:endParaRPr lang="en-US" sz="2700" dirty="0"/>
          </a:p>
          <a:p>
            <a:endParaRPr lang="en-US" sz="2700" dirty="0"/>
          </a:p>
          <a:p>
            <a:r>
              <a:rPr lang="en-US" sz="2700" dirty="0" smtClean="0"/>
              <a:t>2</a:t>
            </a:r>
            <a:r>
              <a:rPr lang="en-US" sz="2700" dirty="0"/>
              <a:t>. </a:t>
            </a:r>
            <a:r>
              <a:rPr lang="en-US" sz="2700" dirty="0" smtClean="0"/>
              <a:t>Understanding of </a:t>
            </a:r>
            <a:r>
              <a:rPr lang="en-US" dirty="0"/>
              <a:t>adding </a:t>
            </a:r>
            <a:r>
              <a:rPr lang="en-US" dirty="0" smtClean="0"/>
              <a:t>video </a:t>
            </a:r>
            <a:r>
              <a:rPr lang="en-US" dirty="0"/>
              <a:t>in </a:t>
            </a:r>
            <a:r>
              <a:rPr lang="en-US" dirty="0">
                <a:latin typeface="Poppins"/>
                <a:cs typeface="Poppins"/>
              </a:rPr>
              <a:t>HTML</a:t>
            </a:r>
            <a:endParaRPr lang="en-US" dirty="0"/>
          </a:p>
          <a:p>
            <a:endParaRPr lang="en-US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43408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944562"/>
          </a:xfrm>
        </p:spPr>
        <p:txBody>
          <a:bodyPr/>
          <a:lstStyle/>
          <a:p>
            <a:pPr algn="l"/>
            <a:r>
              <a:rPr lang="en-US" sz="2500" dirty="0" smtClean="0"/>
              <a:t>Session Plan: 4</a:t>
            </a:r>
            <a:endParaRPr lang="en-IN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500" b="1" dirty="0" smtClean="0">
                <a:solidFill>
                  <a:srgbClr val="002060"/>
                </a:solidFill>
              </a:rPr>
              <a:t>Summary of Last Session- 5 min</a:t>
            </a:r>
          </a:p>
          <a:p>
            <a:pPr>
              <a:buFont typeface="Wingdings" pitchFamily="2" charset="2"/>
              <a:buChar char="Ø"/>
            </a:pPr>
            <a:r>
              <a:rPr lang="en-US" sz="2500" b="1" dirty="0" smtClean="0">
                <a:solidFill>
                  <a:srgbClr val="002060"/>
                </a:solidFill>
              </a:rPr>
              <a:t>Topic –Adding audio and video content in HTML5 -20min 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solidFill>
                  <a:srgbClr val="002060"/>
                </a:solidFill>
              </a:rPr>
              <a:t>Split to sections- 5min</a:t>
            </a:r>
            <a:endParaRPr lang="en-US" sz="2500" b="1" dirty="0" smtClean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solidFill>
                  <a:srgbClr val="002060"/>
                </a:solidFill>
              </a:rPr>
              <a:t>Experimentation using tool -40 min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solidFill>
                  <a:srgbClr val="002060"/>
                </a:solidFill>
              </a:rPr>
              <a:t>Assessment and Interaction (Active Learning Method) – 10 min</a:t>
            </a:r>
          </a:p>
          <a:p>
            <a:pPr>
              <a:buFont typeface="Wingdings" pitchFamily="2" charset="2"/>
              <a:buChar char="Ø"/>
            </a:pPr>
            <a:r>
              <a:rPr lang="en-IN" sz="2800" b="1" dirty="0" smtClean="0">
                <a:solidFill>
                  <a:srgbClr val="002060"/>
                </a:solidFill>
              </a:rPr>
              <a:t>Documenting Results Summary and result Explanation- 20 min</a:t>
            </a:r>
          </a:p>
          <a:p>
            <a:pPr>
              <a:buFont typeface="Wingdings" pitchFamily="2" charset="2"/>
              <a:buChar char="v"/>
            </a:pPr>
            <a:r>
              <a:rPr lang="en-IN" sz="2800" b="1" dirty="0" smtClean="0">
                <a:solidFill>
                  <a:srgbClr val="002060"/>
                </a:solidFill>
              </a:rPr>
              <a:t>Submitting as Assignment in LMS</a:t>
            </a:r>
          </a:p>
          <a:p>
            <a:endParaRPr lang="en-US" sz="2500" dirty="0" smtClean="0"/>
          </a:p>
          <a:p>
            <a:pPr>
              <a:buFont typeface="Wingdings" pitchFamily="2" charset="2"/>
              <a:buChar char="Ø"/>
            </a:pPr>
            <a:endParaRPr lang="en-IN" sz="25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1524377" y="555874"/>
            <a:ext cx="4979963" cy="35852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SESSION </a:t>
            </a:r>
            <a:r>
              <a:rPr lang="en-US" dirty="0" smtClean="0"/>
              <a:t>DESCRIP</a:t>
            </a:r>
            <a:r>
              <a:rPr lang="en-US" sz="1800" dirty="0" smtClean="0"/>
              <a:t>TION 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0"/>
            <a:ext cx="79248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 smtClean="0">
                <a:solidFill>
                  <a:srgbClr val="0070C0"/>
                </a:solidFill>
              </a:rPr>
              <a:t>HTML5 Audio Tag: </a:t>
            </a:r>
            <a:endParaRPr lang="en-IN" dirty="0" smtClean="0">
              <a:solidFill>
                <a:srgbClr val="0070C0"/>
              </a:solidFill>
            </a:endParaRPr>
          </a:p>
          <a:p>
            <a:r>
              <a:rPr lang="en-IN" sz="3000" dirty="0" smtClean="0"/>
              <a:t>The HTML &lt;audio&gt; element is used to embed sound content in documents. It may contain one or more audio sources, represented using the </a:t>
            </a:r>
            <a:r>
              <a:rPr lang="en-IN" sz="3000" dirty="0" err="1" smtClean="0"/>
              <a:t>src</a:t>
            </a:r>
            <a:r>
              <a:rPr lang="en-IN" sz="3000" dirty="0" smtClean="0"/>
              <a:t> attribute or the &lt;source&gt; element: the browser will choose the most suitable one.</a:t>
            </a:r>
          </a:p>
          <a:p>
            <a:r>
              <a:rPr lang="en-IN" sz="3000" dirty="0" smtClean="0"/>
              <a:t>HTML5 most commonly used audio formats are </a:t>
            </a:r>
            <a:r>
              <a:rPr lang="en-IN" sz="3000" dirty="0" err="1" smtClean="0"/>
              <a:t>ogg</a:t>
            </a:r>
            <a:r>
              <a:rPr lang="en-IN" sz="3000" dirty="0" smtClean="0"/>
              <a:t>, mp3 and wav. You can use &lt;source&gt; tag to specify media along with media type and many other attributes. </a:t>
            </a:r>
          </a:p>
          <a:p>
            <a:r>
              <a:rPr lang="en-IN" sz="3000" dirty="0" smtClean="0"/>
              <a:t>An audio element allows multiple source elements and browser will use the first recognized format.</a:t>
            </a:r>
          </a:p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>
                <a:solidFill>
                  <a:srgbClr val="0070C0"/>
                </a:solidFill>
              </a:rPr>
              <a:t>HTML5 Video Tag:</a:t>
            </a:r>
            <a:endParaRPr lang="en-IN" dirty="0" smtClean="0">
              <a:solidFill>
                <a:srgbClr val="0070C0"/>
              </a:solidFill>
            </a:endParaRPr>
          </a:p>
          <a:p>
            <a:r>
              <a:rPr lang="en-IN" dirty="0" smtClean="0"/>
              <a:t>HTML5 &lt;video&gt; element provides a standard way to embed video in web pages. However, the video element is relatively new, but it works in most of the modern web browsers. </a:t>
            </a:r>
          </a:p>
          <a:p>
            <a:r>
              <a:rPr lang="en-IN" dirty="0" smtClean="0"/>
              <a:t>The simply inserts a video into the HTML5 document, using the browser default set of controls, with one source.</a:t>
            </a: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Audio Attributes:</a:t>
            </a:r>
            <a:endParaRPr lang="en-IN" dirty="0" smtClean="0"/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990600"/>
          <a:ext cx="8534400" cy="56070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97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5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lvl="0" algn="l"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Attribute</a:t>
                      </a:r>
                      <a:endParaRPr lang="en-IN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Value</a:t>
                      </a:r>
                      <a:endParaRPr lang="en-IN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Description</a:t>
                      </a:r>
                      <a:endParaRPr lang="en-IN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controls</a:t>
                      </a:r>
                      <a:endParaRPr lang="en-IN" sz="15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*Boolean attribute</a:t>
                      </a:r>
                      <a:endParaRPr lang="en-IN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You need this to make the native audio player appear. Otherwise, you would have to use DOM to control the audio element to play your music.</a:t>
                      </a:r>
                      <a:endParaRPr lang="en-IN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autoplay</a:t>
                      </a:r>
                      <a:endParaRPr lang="en-IN" sz="15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*Boolean attribute</a:t>
                      </a:r>
                      <a:endParaRPr lang="en-IN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If this guy exists, the browser will just play your song or your speech without asking permission from your visitor.</a:t>
                      </a:r>
                      <a:endParaRPr lang="en-IN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loop</a:t>
                      </a:r>
                      <a:endParaRPr lang="en-IN" sz="15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*Boolean attribute</a:t>
                      </a:r>
                      <a:endParaRPr lang="en-IN" sz="15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Keep repeating your music</a:t>
                      </a:r>
                      <a:endParaRPr lang="en-IN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src</a:t>
                      </a:r>
                      <a:endParaRPr lang="en-IN" sz="15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url</a:t>
                      </a:r>
                      <a:endParaRPr lang="en-IN" sz="15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The URL of your audio file</a:t>
                      </a:r>
                      <a:endParaRPr lang="en-IN" sz="15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preload</a:t>
                      </a:r>
                      <a:endParaRPr lang="en-IN" sz="15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none | metadata | auto</a:t>
                      </a:r>
                      <a:endParaRPr lang="en-IN" sz="15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This attribute was formerly known as "</a:t>
                      </a:r>
                      <a:r>
                        <a:rPr lang="en-IN" sz="1500" dirty="0" err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autobuffer</a:t>
                      </a: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" and it was an </a:t>
                      </a:r>
                      <a:r>
                        <a:rPr lang="en-IN" sz="1500" dirty="0" err="1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boolean</a:t>
                      </a: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attribute as "controls".</a:t>
                      </a:r>
                      <a:b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</a:b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none - do not buffer audio file automatically.</a:t>
                      </a:r>
                      <a:b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</a:b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metadata - only buffer the metadata of audio file.</a:t>
                      </a:r>
                      <a:b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</a:br>
                      <a:r>
                        <a:rPr lang="en-IN" sz="15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auto - buffer audio file before it gets played.</a:t>
                      </a:r>
                      <a:endParaRPr lang="en-IN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Video Attributes:</a:t>
            </a:r>
            <a:endParaRPr lang="en-IN" dirty="0" smtClean="0"/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838199"/>
          <a:ext cx="8382000" cy="563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Attribute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b="1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Value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b="1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Description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9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controls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*Boolean attribute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If you want the browser native player control to be around, specifiy "controls"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9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 err="1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autoplay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*Boolean attribute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If this guy exists, the browser will just play your video without asking permission from visitor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loop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*Boolean attribute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Keep repeating your video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src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 err="1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url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The URL of your video file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57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preload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none | metadata | auto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This attribute was formerly known as "</a:t>
                      </a:r>
                      <a:r>
                        <a:rPr lang="en-IN" sz="1500" dirty="0" err="1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autobuffer</a:t>
                      </a: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" and it was an </a:t>
                      </a:r>
                      <a:r>
                        <a:rPr lang="en-IN" sz="1500" dirty="0" err="1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boolean</a:t>
                      </a: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attribute as "controls".</a:t>
                      </a:r>
                      <a:b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</a:b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none - do not buffer video file automatically.</a:t>
                      </a:r>
                      <a:b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</a:b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metadata - only buffer the metadata of video</a:t>
                      </a:r>
                      <a:b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</a:b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auto - buffer video file before it gets played.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width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width in pixels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Width of video player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4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height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height in pixels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Height of video player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19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poster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url of a image file</a:t>
                      </a:r>
                      <a:endParaRPr lang="en-IN" sz="150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500"/>
                        </a:spcAft>
                      </a:pPr>
                      <a:r>
                        <a:rPr lang="en-IN" sz="15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If present, shows the poster image until the first frame of video has downloaded.</a:t>
                      </a:r>
                      <a:endParaRPr lang="en-IN" sz="1500" dirty="0"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HTML5 Audio Tag: </a:t>
            </a:r>
            <a:endParaRPr lang="en-IN" dirty="0" smtClean="0"/>
          </a:p>
          <a:p>
            <a:pPr>
              <a:buNone/>
            </a:pPr>
            <a:r>
              <a:rPr lang="en-IN" sz="2500" dirty="0" smtClean="0"/>
              <a:t>&lt;audio controls&gt;</a:t>
            </a:r>
          </a:p>
          <a:p>
            <a:pPr>
              <a:buNone/>
            </a:pPr>
            <a:r>
              <a:rPr lang="en-IN" sz="2500" dirty="0" smtClean="0"/>
              <a:t>  &lt;source </a:t>
            </a:r>
            <a:r>
              <a:rPr lang="en-IN" sz="2500" dirty="0" err="1" smtClean="0"/>
              <a:t>src</a:t>
            </a:r>
            <a:r>
              <a:rPr lang="en-IN" sz="2500" dirty="0" smtClean="0"/>
              <a:t>=" Deep_Meditation.ogg" type="audio/</a:t>
            </a:r>
            <a:r>
              <a:rPr lang="en-IN" sz="2500" dirty="0" err="1" smtClean="0"/>
              <a:t>ogg</a:t>
            </a:r>
            <a:r>
              <a:rPr lang="en-IN" sz="2500" dirty="0" smtClean="0"/>
              <a:t>"&gt;</a:t>
            </a:r>
          </a:p>
          <a:p>
            <a:pPr>
              <a:buNone/>
            </a:pPr>
            <a:r>
              <a:rPr lang="en-IN" sz="2500" dirty="0" smtClean="0"/>
              <a:t>  &lt;source </a:t>
            </a:r>
            <a:r>
              <a:rPr lang="en-IN" sz="2500" dirty="0" err="1" smtClean="0"/>
              <a:t>src</a:t>
            </a:r>
            <a:r>
              <a:rPr lang="en-IN" sz="2500" dirty="0" smtClean="0"/>
              <a:t>=" Deep_Meditation.mp3" type="audio/mpeg"&gt;</a:t>
            </a:r>
          </a:p>
          <a:p>
            <a:pPr>
              <a:buNone/>
            </a:pPr>
            <a:r>
              <a:rPr lang="en-IN" sz="2500" dirty="0" smtClean="0"/>
              <a:t>  Your browser does not support the audio element.</a:t>
            </a:r>
          </a:p>
          <a:p>
            <a:pPr>
              <a:buNone/>
            </a:pPr>
            <a:r>
              <a:rPr lang="en-IN" sz="2500" dirty="0" smtClean="0"/>
              <a:t>&lt;/audio&gt;</a:t>
            </a:r>
          </a:p>
          <a:p>
            <a:pPr>
              <a:buNone/>
            </a:pPr>
            <a:endParaRPr lang="en-IN" sz="25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2895600"/>
            <a:ext cx="647700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HTML5 Video Tag: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	</a:t>
            </a:r>
            <a:r>
              <a:rPr lang="en-IN" sz="2500" dirty="0" smtClean="0"/>
              <a:t>&lt;video width="320" height="240" controls&gt;</a:t>
            </a:r>
            <a:br>
              <a:rPr lang="en-IN" sz="2500" dirty="0" smtClean="0"/>
            </a:br>
            <a:r>
              <a:rPr lang="en-IN" sz="2500" dirty="0" smtClean="0"/>
              <a:t>  &lt;source </a:t>
            </a:r>
            <a:r>
              <a:rPr lang="en-IN" sz="2500" dirty="0" err="1" smtClean="0"/>
              <a:t>src</a:t>
            </a:r>
            <a:r>
              <a:rPr lang="en-IN" sz="2500" dirty="0" smtClean="0"/>
              <a:t>="NASA.mp4" type="video/mp4"&gt;</a:t>
            </a:r>
            <a:br>
              <a:rPr lang="en-IN" sz="2500" dirty="0" smtClean="0"/>
            </a:br>
            <a:r>
              <a:rPr lang="en-IN" sz="2500" dirty="0" smtClean="0"/>
              <a:t>  &lt;source </a:t>
            </a:r>
            <a:r>
              <a:rPr lang="en-IN" sz="2500" dirty="0" err="1" smtClean="0"/>
              <a:t>src</a:t>
            </a:r>
            <a:r>
              <a:rPr lang="en-IN" sz="2500" dirty="0" smtClean="0"/>
              <a:t>="NASA.ogg" type="video/</a:t>
            </a:r>
            <a:r>
              <a:rPr lang="en-IN" sz="2500" dirty="0" err="1" smtClean="0"/>
              <a:t>ogg</a:t>
            </a:r>
            <a:r>
              <a:rPr lang="en-IN" sz="2500" dirty="0" smtClean="0"/>
              <a:t>"&gt;</a:t>
            </a:r>
            <a:br>
              <a:rPr lang="en-IN" sz="2500" dirty="0" smtClean="0"/>
            </a:br>
            <a:r>
              <a:rPr lang="en-IN" sz="2500" dirty="0" smtClean="0"/>
              <a:t>Your browser does not support the video tag.</a:t>
            </a:r>
            <a:br>
              <a:rPr lang="en-IN" sz="2500" dirty="0" smtClean="0"/>
            </a:br>
            <a:r>
              <a:rPr lang="en-IN" sz="2500" dirty="0" smtClean="0"/>
              <a:t>&lt;/video&gt;</a:t>
            </a:r>
          </a:p>
          <a:p>
            <a:pPr>
              <a:buNone/>
            </a:pPr>
            <a:endParaRPr lang="en-IN" sz="2500" dirty="0" smtClean="0"/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819400"/>
            <a:ext cx="6629400" cy="38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HTML &lt;video&gt; Auto play: </a:t>
            </a:r>
          </a:p>
          <a:p>
            <a:r>
              <a:rPr lang="en-IN" sz="2500" dirty="0" smtClean="0"/>
              <a:t>To start a video automatically use the </a:t>
            </a:r>
            <a:r>
              <a:rPr lang="en-IN" sz="2500" dirty="0" err="1" smtClean="0"/>
              <a:t>autoplay</a:t>
            </a:r>
            <a:r>
              <a:rPr lang="en-IN" sz="2500" dirty="0" smtClean="0"/>
              <a:t> attribute</a:t>
            </a:r>
            <a:r>
              <a:rPr lang="en-IN" sz="2500" b="1" dirty="0" smtClean="0"/>
              <a:t>:</a:t>
            </a:r>
          </a:p>
          <a:p>
            <a:pPr>
              <a:buNone/>
            </a:pPr>
            <a:r>
              <a:rPr lang="en-IN" sz="2500" dirty="0" smtClean="0"/>
              <a:t>	&lt;video width="320" height="240" </a:t>
            </a:r>
            <a:r>
              <a:rPr lang="en-IN" sz="2500" dirty="0" err="1" smtClean="0"/>
              <a:t>autoplay</a:t>
            </a:r>
            <a:r>
              <a:rPr lang="en-IN" sz="2500" dirty="0" smtClean="0"/>
              <a:t>&gt;</a:t>
            </a:r>
            <a:br>
              <a:rPr lang="en-IN" sz="2500" dirty="0" smtClean="0"/>
            </a:br>
            <a:r>
              <a:rPr lang="en-IN" sz="2500" dirty="0" smtClean="0"/>
              <a:t>  &lt;source </a:t>
            </a:r>
            <a:r>
              <a:rPr lang="en-IN" sz="2500" dirty="0" err="1" smtClean="0"/>
              <a:t>src</a:t>
            </a:r>
            <a:r>
              <a:rPr lang="en-IN" sz="2500" dirty="0" smtClean="0"/>
              <a:t>="NASA.mp4" type="video/mp4"&gt;</a:t>
            </a:r>
            <a:br>
              <a:rPr lang="en-IN" sz="2500" dirty="0" smtClean="0"/>
            </a:br>
            <a:r>
              <a:rPr lang="en-IN" sz="2500" dirty="0" smtClean="0"/>
              <a:t>  &lt;source </a:t>
            </a:r>
            <a:r>
              <a:rPr lang="en-IN" sz="2500" dirty="0" err="1" smtClean="0"/>
              <a:t>src</a:t>
            </a:r>
            <a:r>
              <a:rPr lang="en-IN" sz="2500" dirty="0" smtClean="0"/>
              <a:t>="NASA.ogg" type="video/</a:t>
            </a:r>
            <a:r>
              <a:rPr lang="en-IN" sz="2500" dirty="0" err="1" smtClean="0"/>
              <a:t>ogg</a:t>
            </a:r>
            <a:r>
              <a:rPr lang="en-IN" sz="2500" dirty="0" smtClean="0"/>
              <a:t>"&gt;</a:t>
            </a:r>
            <a:br>
              <a:rPr lang="en-IN" sz="2500" dirty="0" smtClean="0"/>
            </a:br>
            <a:r>
              <a:rPr lang="en-IN" sz="2500" dirty="0" smtClean="0"/>
              <a:t>Your browser does not support the video tag.</a:t>
            </a:r>
            <a:br>
              <a:rPr lang="en-IN" sz="2500" dirty="0" smtClean="0"/>
            </a:br>
            <a:r>
              <a:rPr lang="en-IN" sz="2500" dirty="0" smtClean="0"/>
              <a:t>&lt;/video&gt;</a:t>
            </a:r>
          </a:p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253132"/>
            <a:ext cx="6858000" cy="3604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None/>
            </a:pPr>
            <a:r>
              <a:rPr lang="en-IN" b="1" dirty="0" smtClean="0"/>
              <a:t>Two videos playing in same window:</a:t>
            </a:r>
            <a:endParaRPr lang="en-IN" dirty="0" smtClean="0"/>
          </a:p>
          <a:p>
            <a:pPr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828" y="0"/>
            <a:ext cx="137517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990601"/>
            <a:ext cx="7924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2648244" y="920556"/>
            <a:ext cx="4811150" cy="42008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1493044" cy="450057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812409" y="1796269"/>
            <a:ext cx="7778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100" dirty="0" smtClean="0">
                <a:latin typeface="Times New Roman" panose="02020603050405020304" pitchFamily="18" charset="0"/>
              </a:rPr>
              <a:t>Understanding about </a:t>
            </a:r>
            <a:r>
              <a:rPr lang="en-US" sz="2100" dirty="0"/>
              <a:t>the </a:t>
            </a:r>
            <a:r>
              <a:rPr lang="en-US" sz="2100" dirty="0" smtClean="0"/>
              <a:t>addition of Audio and Video in HTML</a:t>
            </a:r>
            <a:endParaRPr lang="en-US" sz="2100" dirty="0" smtClean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 smtClean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 smtClean="0">
              <a:latin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71891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2542977" y="928338"/>
            <a:ext cx="4058046" cy="3092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757421" y="1677117"/>
            <a:ext cx="7629158" cy="53268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n-IN" sz="1200" dirty="0" smtClean="0">
                <a:sym typeface="Calibri"/>
              </a:rPr>
              <a:t>Mention </a:t>
            </a:r>
            <a:r>
              <a:rPr lang="en-US" sz="1200" dirty="0" smtClean="0"/>
              <a:t>the tag for </a:t>
            </a:r>
            <a:r>
              <a:rPr lang="en-US" sz="1200" dirty="0"/>
              <a:t>addition of Audio </a:t>
            </a:r>
            <a:r>
              <a:rPr lang="en-US" sz="1200" dirty="0" smtClean="0"/>
              <a:t>in </a:t>
            </a:r>
            <a:r>
              <a:rPr lang="en-US" sz="1200" dirty="0"/>
              <a:t>HTML</a:t>
            </a:r>
            <a:endParaRPr lang="en-US" sz="1200" dirty="0">
              <a:latin typeface="Times New Roman" panose="02020603050405020304" pitchFamily="18" charset="0"/>
            </a:endParaRPr>
          </a:p>
          <a:p>
            <a:pPr marL="257175" indent="-257175">
              <a:buFont typeface="+mj-lt"/>
              <a:buAutoNum type="arabicPeriod"/>
            </a:pPr>
            <a:endParaRPr sz="12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757421" y="3722507"/>
            <a:ext cx="7629158" cy="53268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n-IN" sz="1200" dirty="0" smtClean="0"/>
              <a:t>Mention </a:t>
            </a:r>
            <a:r>
              <a:rPr lang="en-US" sz="1200" dirty="0"/>
              <a:t>the </a:t>
            </a:r>
            <a:r>
              <a:rPr lang="en-US" sz="1200" dirty="0" smtClean="0"/>
              <a:t>tag </a:t>
            </a:r>
            <a:r>
              <a:rPr lang="en-US" sz="1200" dirty="0"/>
              <a:t>for addition </a:t>
            </a:r>
            <a:r>
              <a:rPr lang="en-US" sz="1200" dirty="0" smtClean="0"/>
              <a:t>of Video </a:t>
            </a:r>
            <a:r>
              <a:rPr lang="en-US" sz="1200" dirty="0"/>
              <a:t>in HTML</a:t>
            </a:r>
            <a:endParaRPr lang="en-US" sz="1200" dirty="0">
              <a:latin typeface="Times New Roman" panose="02020603050405020304" pitchFamily="18" charset="0"/>
            </a:endParaRPr>
          </a:p>
          <a:p>
            <a:pPr marL="257175" indent="-257175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endParaRPr sz="12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1493044" cy="4500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382395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542977" y="928338"/>
            <a:ext cx="4058046" cy="30922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2997" y="2426138"/>
            <a:ext cx="7206176" cy="105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n-IN" sz="135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Enlist </a:t>
            </a:r>
            <a:r>
              <a:rPr lang="en-US" sz="1400" dirty="0" smtClean="0"/>
              <a:t>the commands </a:t>
            </a:r>
            <a:r>
              <a:rPr lang="en-US" sz="1400" dirty="0"/>
              <a:t>for addition of Audio in HTML</a:t>
            </a:r>
          </a:p>
          <a:p>
            <a:pPr marL="257175" indent="-257175">
              <a:buFont typeface="+mj-lt"/>
              <a:buAutoNum type="arabicPeriod"/>
            </a:pPr>
            <a:endParaRPr lang="en-US" sz="1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3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IN" sz="135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   Enlist </a:t>
            </a:r>
            <a:r>
              <a:rPr lang="en-US" sz="1400" dirty="0"/>
              <a:t>the commands for addition of </a:t>
            </a:r>
            <a:r>
              <a:rPr lang="en-US" sz="1400" dirty="0" smtClean="0"/>
              <a:t>video </a:t>
            </a:r>
            <a:r>
              <a:rPr lang="en-US" sz="1400" dirty="0"/>
              <a:t>in HTML</a:t>
            </a:r>
            <a:endParaRPr lang="en-US" sz="1400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50"/>
            <a:ext cx="1493044" cy="4500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70961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1951893" y="2249951"/>
            <a:ext cx="5940083" cy="216290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1800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18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35900" y="2777491"/>
            <a:ext cx="2426678" cy="8124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0144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672</Words>
  <Application>Microsoft Office PowerPoint</Application>
  <PresentationFormat>On-screen Show (4:3)</PresentationFormat>
  <Paragraphs>136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Poppins</vt:lpstr>
      <vt:lpstr>Segoe Script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Session Plan: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Indra reddy A</dc:creator>
  <cp:lastModifiedBy>ATUL BHATTAD</cp:lastModifiedBy>
  <cp:revision>29</cp:revision>
  <dcterms:created xsi:type="dcterms:W3CDTF">2006-08-16T00:00:00Z</dcterms:created>
  <dcterms:modified xsi:type="dcterms:W3CDTF">2023-06-20T06:51:06Z</dcterms:modified>
</cp:coreProperties>
</file>